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rawings/vmlDrawing1.vml" ContentType="application/vnd.openxmlformats-officedocument.vmlDrawing"/>
  <Override PartName="/ppt/drawings/vmlDrawing10.vml" ContentType="application/vnd.openxmlformats-officedocument.vmlDrawing"/>
  <Override PartName="/ppt/drawings/vmlDrawing11.vml" ContentType="application/vnd.openxmlformats-officedocument.vmlDrawing"/>
  <Override PartName="/ppt/drawings/vmlDrawing12.vml" ContentType="application/vnd.openxmlformats-officedocument.vmlDrawing"/>
  <Override PartName="/ppt/drawings/vmlDrawing13.vml" ContentType="application/vnd.openxmlformats-officedocument.vmlDrawing"/>
  <Override PartName="/ppt/drawings/vmlDrawing14.vml" ContentType="application/vnd.openxmlformats-officedocument.vmlDrawing"/>
  <Override PartName="/ppt/drawings/vmlDrawing15.vml" ContentType="application/vnd.openxmlformats-officedocument.vmlDrawing"/>
  <Override PartName="/ppt/drawings/vmlDrawing16.vml" ContentType="application/vnd.openxmlformats-officedocument.vmlDrawing"/>
  <Override PartName="/ppt/drawings/vmlDrawing17.vml" ContentType="application/vnd.openxmlformats-officedocument.vmlDrawing"/>
  <Override PartName="/ppt/drawings/vmlDrawing18.vml" ContentType="application/vnd.openxmlformats-officedocument.vmlDrawing"/>
  <Override PartName="/ppt/drawings/vmlDrawing19.vml" ContentType="application/vnd.openxmlformats-officedocument.vmlDrawing"/>
  <Override PartName="/ppt/drawings/vmlDrawing2.vml" ContentType="application/vnd.openxmlformats-officedocument.vmlDrawing"/>
  <Override PartName="/ppt/drawings/vmlDrawing20.vml" ContentType="application/vnd.openxmlformats-officedocument.vmlDrawing"/>
  <Override PartName="/ppt/drawings/vmlDrawing21.vml" ContentType="application/vnd.openxmlformats-officedocument.vmlDrawing"/>
  <Override PartName="/ppt/drawings/vmlDrawing22.vml" ContentType="application/vnd.openxmlformats-officedocument.vmlDrawing"/>
  <Override PartName="/ppt/drawings/vmlDrawing23.vml" ContentType="application/vnd.openxmlformats-officedocument.vmlDrawing"/>
  <Override PartName="/ppt/drawings/vmlDrawing24.vml" ContentType="application/vnd.openxmlformats-officedocument.vmlDrawing"/>
  <Override PartName="/ppt/drawings/vmlDrawing25.vml" ContentType="application/vnd.openxmlformats-officedocument.vmlDrawing"/>
  <Override PartName="/ppt/drawings/vmlDrawing26.vml" ContentType="application/vnd.openxmlformats-officedocument.vmlDrawing"/>
  <Override PartName="/ppt/drawings/vmlDrawing27.vml" ContentType="application/vnd.openxmlformats-officedocument.vmlDrawing"/>
  <Override PartName="/ppt/drawings/vmlDrawing28.vml" ContentType="application/vnd.openxmlformats-officedocument.vmlDrawing"/>
  <Override PartName="/ppt/drawings/vmlDrawing29.vml" ContentType="application/vnd.openxmlformats-officedocument.vmlDrawing"/>
  <Override PartName="/ppt/drawings/vmlDrawing3.vml" ContentType="application/vnd.openxmlformats-officedocument.vmlDrawing"/>
  <Override PartName="/ppt/drawings/vmlDrawing30.vml" ContentType="application/vnd.openxmlformats-officedocument.vmlDrawing"/>
  <Override PartName="/ppt/drawings/vmlDrawing31.vml" ContentType="application/vnd.openxmlformats-officedocument.vmlDrawing"/>
  <Override PartName="/ppt/drawings/vmlDrawing32.vml" ContentType="application/vnd.openxmlformats-officedocument.vmlDrawing"/>
  <Override PartName="/ppt/drawings/vmlDrawing33.vml" ContentType="application/vnd.openxmlformats-officedocument.vmlDrawing"/>
  <Override PartName="/ppt/drawings/vmlDrawing34.vml" ContentType="application/vnd.openxmlformats-officedocument.vmlDrawing"/>
  <Override PartName="/ppt/drawings/vmlDrawing35.vml" ContentType="application/vnd.openxmlformats-officedocument.vmlDrawing"/>
  <Override PartName="/ppt/drawings/vmlDrawing36.vml" ContentType="application/vnd.openxmlformats-officedocument.vmlDrawing"/>
  <Override PartName="/ppt/drawings/vmlDrawing37.vml" ContentType="application/vnd.openxmlformats-officedocument.vmlDrawing"/>
  <Override PartName="/ppt/drawings/vmlDrawing38.vml" ContentType="application/vnd.openxmlformats-officedocument.vmlDrawing"/>
  <Override PartName="/ppt/drawings/vmlDrawing39.vml" ContentType="application/vnd.openxmlformats-officedocument.vmlDrawing"/>
  <Override PartName="/ppt/drawings/vmlDrawing4.vml" ContentType="application/vnd.openxmlformats-officedocument.vmlDrawing"/>
  <Override PartName="/ppt/drawings/vmlDrawing40.vml" ContentType="application/vnd.openxmlformats-officedocument.vmlDrawing"/>
  <Override PartName="/ppt/drawings/vmlDrawing41.vml" ContentType="application/vnd.openxmlformats-officedocument.vmlDrawing"/>
  <Override PartName="/ppt/drawings/vmlDrawing42.vml" ContentType="application/vnd.openxmlformats-officedocument.vmlDrawing"/>
  <Override PartName="/ppt/drawings/vmlDrawing5.vml" ContentType="application/vnd.openxmlformats-officedocument.vmlDrawing"/>
  <Override PartName="/ppt/drawings/vmlDrawing6.vml" ContentType="application/vnd.openxmlformats-officedocument.vmlDrawing"/>
  <Override PartName="/ppt/drawings/vmlDrawing7.vml" ContentType="application/vnd.openxmlformats-officedocument.vmlDrawing"/>
  <Override PartName="/ppt/drawings/vmlDrawing8.vml" ContentType="application/vnd.openxmlformats-officedocument.vmlDrawing"/>
  <Override PartName="/ppt/drawings/vmlDrawing9.vml" ContentType="application/vnd.openxmlformats-officedocument.vmlDrawing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34.bin" ContentType="application/vnd.openxmlformats-officedocument.oleObject"/>
  <Override PartName="/ppt/embeddings/oleObject35.bin" ContentType="application/vnd.openxmlformats-officedocument.oleObject"/>
  <Override PartName="/ppt/embeddings/oleObject36.bin" ContentType="application/vnd.openxmlformats-officedocument.oleObject"/>
  <Override PartName="/ppt/embeddings/oleObject37.bin" ContentType="application/vnd.openxmlformats-officedocument.oleObject"/>
  <Override PartName="/ppt/embeddings/oleObject38.bin" ContentType="application/vnd.openxmlformats-officedocument.oleObject"/>
  <Override PartName="/ppt/embeddings/oleObject39.bin" ContentType="application/vnd.openxmlformats-officedocument.oleObject"/>
  <Override PartName="/ppt/embeddings/oleObject4.bin" ContentType="application/vnd.openxmlformats-officedocument.oleObject"/>
  <Override PartName="/ppt/embeddings/oleObject40.bin" ContentType="application/vnd.openxmlformats-officedocument.oleObject"/>
  <Override PartName="/ppt/embeddings/oleObject41.bin" ContentType="application/vnd.openxmlformats-officedocument.oleObject"/>
  <Override PartName="/ppt/embeddings/oleObject42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media/image11.svg" ContentType="image/svg+xml"/>
  <Override PartName="/ppt/media/image14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896" r:id="rId2"/>
  </p:sldMasterIdLst>
  <p:notesMasterIdLst>
    <p:notesMasterId r:id="rId5"/>
  </p:notesMasterIdLst>
  <p:handoutMasterIdLst>
    <p:handoutMasterId r:id="rId6"/>
  </p:handoutMasterIdLst>
  <p:sldIdLst>
    <p:sldId id="273" r:id="rId3"/>
    <p:sldId id="303" r:id="rId4"/>
  </p:sldIdLst>
  <p:sldSz cx="12192000" cy="6858000"/>
  <p:notesSz cx="7102475" cy="9388475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ley Rich" initials="HR" lastIdx="1" clrIdx="0">
    <p:extLst>
      <p:ext uri="{19B8F6BF-5375-455C-9EA6-DF929625EA0E}">
        <p15:presenceInfo xmlns:p15="http://schemas.microsoft.com/office/powerpoint/2012/main" userId="S-1-5-21-1801674531-1788223648-725345543-11859" providerId="AD"/>
      </p:ext>
    </p:extLst>
  </p:cmAuthor>
  <p:cmAuthor id="2" name="" initials="" lastIdx="2" clrIdx="1"/>
  <p:cmAuthor id="3" name="Александр Войцев" initials="АВ" lastIdx="2" clrIdx="2">
    <p:extLst>
      <p:ext uri="{19B8F6BF-5375-455C-9EA6-DF929625EA0E}">
        <p15:presenceInfo xmlns:p15="http://schemas.microsoft.com/office/powerpoint/2012/main" userId="16b4c7bd45611fd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2F3"/>
    <a:srgbClr val="E2E5E6"/>
    <a:srgbClr val="505759"/>
    <a:srgbClr val="F36D64"/>
    <a:srgbClr val="7E130B"/>
    <a:srgbClr val="370C09"/>
    <a:srgbClr val="D72519"/>
    <a:srgbClr val="C0190E"/>
    <a:srgbClr val="F5F5F5"/>
    <a:srgbClr val="CE20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754" autoAdjust="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120" y="30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200" d="100"/>
        <a:sy n="200" d="100"/>
      </p:scale>
      <p:origin x="0" y="-6197"/>
    </p:cViewPr>
  </p:sorterViewPr>
  <p:notesViewPr>
    <p:cSldViewPr snapToGrid="0" snapToObjects="1">
      <p:cViewPr>
        <p:scale>
          <a:sx n="75" d="100"/>
          <a:sy n="75" d="100"/>
        </p:scale>
        <p:origin x="3204" y="16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tags" Target="tags/tag1.xml"/><Relationship Id="rId8" Type="http://schemas.openxmlformats.org/officeDocument/2006/relationships/commentAuthors" Target="commentAuthors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5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6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3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4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6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7.vml.rels><?xml version='1.0' encoding='UTF-8' standalone='yes'?>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8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9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0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3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4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5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6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7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8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9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0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1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3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4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5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6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7.vml.rels><?xml version='1.0' encoding='UTF-8' standalone='yes'?>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38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9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0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1.vml.rels><?xml version='1.0' encoding='UTF-8' standalone='yes'?>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42.vml.rels><?xml version='1.0' encoding='UTF-8' standalone='yes'?>
<Relationships xmlns="http://schemas.openxmlformats.org/package/2006/relationships"><Relationship Id="rId1" Type="http://schemas.openxmlformats.org/officeDocument/2006/relationships/image" Target="../media/image16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4BC41E-EAC0-4D88-BA59-21A53C68F8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B5C4BB-B13C-4942-8E14-023ED14A3D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D5B6C-20AF-4F0F-889A-7AADC7535123}" type="datetime3">
              <a:rPr lang="en-US" smtClean="0"/>
              <a:t>7 September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21145-1027-4A39-B15A-DD84A26C20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47719-50F5-4089-8123-86F5AF9C88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10F73-99D1-48E7-A408-B5EB5C839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19651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14400" tIns="47114" rIns="94229" bIns="47114" rtlCol="0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14400" bIns="47114" rtlCol="0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1DF34805-1F01-4BDA-A8CA-FCEA2B4BC8D0}" type="datetime3">
              <a:rPr lang="ru-RU" smtClean="0"/>
              <a:pPr/>
              <a:t>07/09/26</a:t>
            </a:fld>
            <a:endParaRPr lang="ru-R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2" y="563563"/>
            <a:ext cx="5632450" cy="3168650"/>
          </a:xfrm>
          <a:prstGeom prst="rect">
            <a:avLst/>
          </a:prstGeom>
          <a:noFill/>
          <a:ln w="635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14400" tIns="47114" rIns="94229" bIns="47114" rtlCol="0" anchor="b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14400" bIns="47114" rtlCol="0" anchor="b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CF5EBCF4-26FC-4F76-8DA1-52FDDC328D4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2FEA09E-B533-4D4E-953A-87FE390760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5012" y="4518025"/>
            <a:ext cx="5632450" cy="1000274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ru-RU"/>
              <a:t>Click to edit Master text styles</a:t>
            </a:r>
          </a:p>
          <a:p>
            <a:pPr lvl="1"/>
            <a:r>
              <a:rPr lang="ru-RU"/>
              <a:t>Second level</a:t>
            </a:r>
          </a:p>
          <a:p>
            <a:pPr lvl="2"/>
            <a:r>
              <a:rPr lang="ru-RU"/>
              <a:t>Third level</a:t>
            </a:r>
          </a:p>
          <a:p>
            <a:pPr lvl="3"/>
            <a:r>
              <a:rPr lang="ru-RU"/>
              <a:t>Fourth level</a:t>
            </a:r>
          </a:p>
          <a:p>
            <a:pPr lvl="4"/>
            <a:r>
              <a:rPr lang="ru-RU"/>
              <a:t>Fifth level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006664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lnSpc>
        <a:spcPct val="100000"/>
      </a:lnSpc>
      <a:spcBef>
        <a:spcPts val="300"/>
      </a:spcBef>
      <a:spcAft>
        <a:spcPts val="300"/>
      </a:spcAft>
      <a:defRPr lang="en-US" sz="11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1pPr>
    <a:lvl2pPr marL="144000" indent="-144000" algn="l" defTabSz="914400" rtl="0" eaLnBrk="1" latinLnBrk="0" hangingPunct="1">
      <a:spcAft>
        <a:spcPts val="300"/>
      </a:spcAft>
      <a:buSzPct val="110000"/>
      <a:buFont typeface="Wingdings" panose="05000000000000000000" pitchFamily="2" charset="2"/>
      <a:buChar char=""/>
      <a:defRPr lang="en-US" sz="11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spcAft>
        <a:spcPts val="300"/>
      </a:spcAft>
      <a:buSzPct val="110000"/>
      <a:buFont typeface="Arial" panose="020B0604020202020204" pitchFamily="34" charset="0"/>
      <a:buChar char="‒"/>
      <a:defRPr lang="en-US" sz="1100" kern="1200">
        <a:solidFill>
          <a:schemeClr val="tx1"/>
        </a:solidFill>
        <a:latin typeface="+mn-lt"/>
        <a:ea typeface="+mn-ea"/>
        <a:cs typeface="+mn-cs"/>
      </a:defRPr>
    </a:lvl3pPr>
    <a:lvl4pPr marL="432000" indent="-144000" algn="l" defTabSz="914400" rtl="0" eaLnBrk="1" latinLnBrk="0" hangingPunct="1">
      <a:spcAft>
        <a:spcPts val="300"/>
      </a:spcAft>
      <a:buSzPct val="100000"/>
      <a:buFont typeface="Arial" panose="020B0604020202020204" pitchFamily="34" charset="0"/>
      <a:buChar char="•"/>
      <a:defRPr lang="en-US" sz="1100" kern="1200">
        <a:solidFill>
          <a:schemeClr val="tx1"/>
        </a:solidFill>
        <a:latin typeface="+mn-lt"/>
        <a:ea typeface="+mn-ea"/>
        <a:cs typeface="+mn-cs"/>
      </a:defRPr>
    </a:lvl4pPr>
    <a:lvl5pPr marL="576000" indent="-144000" algn="l" defTabSz="914400" rtl="0" eaLnBrk="1" latinLnBrk="0" hangingPunct="1">
      <a:spcAft>
        <a:spcPts val="300"/>
      </a:spcAft>
      <a:buFont typeface="Arial" panose="020B0604020202020204" pitchFamily="34" charset="0"/>
      <a:buChar char="̶"/>
      <a:defRPr lang="en-US"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5013" y="563563"/>
            <a:ext cx="5632450" cy="31686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5013" y="563563"/>
            <a:ext cx="5632450" cy="31686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83318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tags" Target="../tags/tag26.xml"/><Relationship Id="rId3" Type="http://schemas.openxmlformats.org/officeDocument/2006/relationships/tags" Target="../tags/tag27.xml"/><Relationship Id="rId4" Type="http://schemas.openxmlformats.org/officeDocument/2006/relationships/tags" Target="../tags/tag28.xml"/><Relationship Id="rId5" Type="http://schemas.openxmlformats.org/officeDocument/2006/relationships/tags" Target="../tags/tag29.xml"/><Relationship Id="rId6" Type="http://schemas.openxmlformats.org/officeDocument/2006/relationships/tags" Target="../tags/tag30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2.bin"/><Relationship Id="rId9" Type="http://schemas.openxmlformats.org/officeDocument/2006/relationships/image" Target="../media/image4.emf"/><Relationship Id="rId10" Type="http://schemas.openxmlformats.org/officeDocument/2006/relationships/image" Target="../media/image5.jpeg"/><Relationship Id="rId11" Type="http://schemas.openxmlformats.org/officeDocument/2006/relationships/image" Target="../media/image2.png"/><Relationship Id="rId12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tags" Target="../tags/tag31.xml"/><Relationship Id="rId3" Type="http://schemas.openxmlformats.org/officeDocument/2006/relationships/tags" Target="../tags/tag32.xml"/><Relationship Id="rId4" Type="http://schemas.openxmlformats.org/officeDocument/2006/relationships/tags" Target="../tags/tag33.xml"/><Relationship Id="rId5" Type="http://schemas.openxmlformats.org/officeDocument/2006/relationships/tags" Target="../tags/tag34.xml"/><Relationship Id="rId6" Type="http://schemas.openxmlformats.org/officeDocument/2006/relationships/slideMaster" Target="../slideMasters/slideMaster1.xml"/><Relationship Id="rId7" Type="http://schemas.openxmlformats.org/officeDocument/2006/relationships/oleObject" Target="../embeddings/oleObject3.bin"/><Relationship Id="rId8" Type="http://schemas.openxmlformats.org/officeDocument/2006/relationships/image" Target="../media/image4.emf"/><Relationship Id="rId9" Type="http://schemas.openxmlformats.org/officeDocument/2006/relationships/image" Target="../media/image6.jpg"/><Relationship Id="rId10" Type="http://schemas.openxmlformats.org/officeDocument/2006/relationships/image" Target="../media/image2.png"/><Relationship Id="rId11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tags" Target="../tags/tag35.xml"/><Relationship Id="rId3" Type="http://schemas.openxmlformats.org/officeDocument/2006/relationships/tags" Target="../tags/tag36.xml"/><Relationship Id="rId4" Type="http://schemas.openxmlformats.org/officeDocument/2006/relationships/tags" Target="../tags/tag37.xml"/><Relationship Id="rId5" Type="http://schemas.openxmlformats.org/officeDocument/2006/relationships/tags" Target="../tags/tag38.xml"/><Relationship Id="rId6" Type="http://schemas.openxmlformats.org/officeDocument/2006/relationships/tags" Target="../tags/tag39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4.bin"/><Relationship Id="rId9" Type="http://schemas.openxmlformats.org/officeDocument/2006/relationships/image" Target="../media/image4.emf"/><Relationship Id="rId10" Type="http://schemas.openxmlformats.org/officeDocument/2006/relationships/image" Target="../media/image7.jpeg"/><Relationship Id="rId11" Type="http://schemas.openxmlformats.org/officeDocument/2006/relationships/image" Target="../media/image2.png"/><Relationship Id="rId1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tags" Target="../tags/tag40.xml"/><Relationship Id="rId3" Type="http://schemas.openxmlformats.org/officeDocument/2006/relationships/tags" Target="../tags/tag41.xml"/><Relationship Id="rId4" Type="http://schemas.openxmlformats.org/officeDocument/2006/relationships/tags" Target="../tags/tag42.xml"/><Relationship Id="rId5" Type="http://schemas.openxmlformats.org/officeDocument/2006/relationships/tags" Target="../tags/tag43.xml"/><Relationship Id="rId6" Type="http://schemas.openxmlformats.org/officeDocument/2006/relationships/slideMaster" Target="../slideMasters/slideMaster1.xml"/><Relationship Id="rId7" Type="http://schemas.openxmlformats.org/officeDocument/2006/relationships/oleObject" Target="../embeddings/oleObject5.bin"/><Relationship Id="rId8" Type="http://schemas.openxmlformats.org/officeDocument/2006/relationships/image" Target="../media/image4.emf"/><Relationship Id="rId9" Type="http://schemas.openxmlformats.org/officeDocument/2006/relationships/image" Target="../media/image2.png"/><Relationship Id="rId10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tags" Target="../tags/tag48.xml"/><Relationship Id="rId7" Type="http://schemas.openxmlformats.org/officeDocument/2006/relationships/tags" Target="../tags/tag49.xml"/><Relationship Id="rId8" Type="http://schemas.openxmlformats.org/officeDocument/2006/relationships/tags" Target="../tags/tag50.xml"/><Relationship Id="rId9" Type="http://schemas.openxmlformats.org/officeDocument/2006/relationships/slideMaster" Target="../slideMasters/slideMaster1.xml"/><Relationship Id="rId10" Type="http://schemas.openxmlformats.org/officeDocument/2006/relationships/oleObject" Target="../embeddings/oleObject6.bin"/><Relationship Id="rId11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7.vml"/><Relationship Id="rId2" Type="http://schemas.openxmlformats.org/officeDocument/2006/relationships/tags" Target="../tags/tag51.xml"/><Relationship Id="rId3" Type="http://schemas.openxmlformats.org/officeDocument/2006/relationships/tags" Target="../tags/tag52.xml"/><Relationship Id="rId4" Type="http://schemas.openxmlformats.org/officeDocument/2006/relationships/tags" Target="../tags/tag53.xml"/><Relationship Id="rId5" Type="http://schemas.openxmlformats.org/officeDocument/2006/relationships/tags" Target="../tags/tag54.xml"/><Relationship Id="rId6" Type="http://schemas.openxmlformats.org/officeDocument/2006/relationships/tags" Target="../tags/tag55.xml"/><Relationship Id="rId7" Type="http://schemas.openxmlformats.org/officeDocument/2006/relationships/tags" Target="../tags/tag56.xml"/><Relationship Id="rId8" Type="http://schemas.openxmlformats.org/officeDocument/2006/relationships/slideMaster" Target="../slideMasters/slideMaster1.xml"/><Relationship Id="rId9" Type="http://schemas.openxmlformats.org/officeDocument/2006/relationships/oleObject" Target="../embeddings/oleObject7.bin"/><Relationship Id="rId10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8.vml"/><Relationship Id="rId2" Type="http://schemas.openxmlformats.org/officeDocument/2006/relationships/tags" Target="../tags/tag57.xml"/><Relationship Id="rId3" Type="http://schemas.openxmlformats.org/officeDocument/2006/relationships/tags" Target="../tags/tag58.xml"/><Relationship Id="rId4" Type="http://schemas.openxmlformats.org/officeDocument/2006/relationships/tags" Target="../tags/tag59.xml"/><Relationship Id="rId5" Type="http://schemas.openxmlformats.org/officeDocument/2006/relationships/tags" Target="../tags/tag60.xml"/><Relationship Id="rId6" Type="http://schemas.openxmlformats.org/officeDocument/2006/relationships/tags" Target="../tags/tag61.xml"/><Relationship Id="rId7" Type="http://schemas.openxmlformats.org/officeDocument/2006/relationships/tags" Target="../tags/tag62.xml"/><Relationship Id="rId8" Type="http://schemas.openxmlformats.org/officeDocument/2006/relationships/tags" Target="../tags/tag63.xml"/><Relationship Id="rId9" Type="http://schemas.openxmlformats.org/officeDocument/2006/relationships/slideMaster" Target="../slideMasters/slideMaster1.xml"/><Relationship Id="rId10" Type="http://schemas.openxmlformats.org/officeDocument/2006/relationships/oleObject" Target="../embeddings/oleObject8.bin"/><Relationship Id="rId11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9.v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Relationship Id="rId5" Type="http://schemas.openxmlformats.org/officeDocument/2006/relationships/tags" Target="../tags/tag67.xml"/><Relationship Id="rId6" Type="http://schemas.openxmlformats.org/officeDocument/2006/relationships/tags" Target="../tags/tag68.xml"/><Relationship Id="rId7" Type="http://schemas.openxmlformats.org/officeDocument/2006/relationships/tags" Target="../tags/tag69.xml"/><Relationship Id="rId8" Type="http://schemas.openxmlformats.org/officeDocument/2006/relationships/slideMaster" Target="../slideMasters/slideMaster1.xml"/><Relationship Id="rId9" Type="http://schemas.openxmlformats.org/officeDocument/2006/relationships/oleObject" Target="../embeddings/oleObject9.bin"/><Relationship Id="rId10" Type="http://schemas.openxmlformats.org/officeDocument/2006/relationships/image" Target="../media/image1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0.vml"/><Relationship Id="rId2" Type="http://schemas.openxmlformats.org/officeDocument/2006/relationships/tags" Target="../tags/tag70.xml"/><Relationship Id="rId3" Type="http://schemas.openxmlformats.org/officeDocument/2006/relationships/tags" Target="../tags/tag71.xml"/><Relationship Id="rId4" Type="http://schemas.openxmlformats.org/officeDocument/2006/relationships/tags" Target="../tags/tag72.xml"/><Relationship Id="rId5" Type="http://schemas.openxmlformats.org/officeDocument/2006/relationships/tags" Target="../tags/tag73.xml"/><Relationship Id="rId6" Type="http://schemas.openxmlformats.org/officeDocument/2006/relationships/tags" Target="../tags/tag74.xml"/><Relationship Id="rId7" Type="http://schemas.openxmlformats.org/officeDocument/2006/relationships/tags" Target="../tags/tag75.xml"/><Relationship Id="rId8" Type="http://schemas.openxmlformats.org/officeDocument/2006/relationships/tags" Target="../tags/tag76.xml"/><Relationship Id="rId9" Type="http://schemas.openxmlformats.org/officeDocument/2006/relationships/slideMaster" Target="../slideMasters/slideMaster1.xml"/><Relationship Id="rId10" Type="http://schemas.openxmlformats.org/officeDocument/2006/relationships/oleObject" Target="../embeddings/oleObject10.bin"/><Relationship Id="rId11" Type="http://schemas.openxmlformats.org/officeDocument/2006/relationships/image" Target="../media/image1.emf"/><Relationship Id="rId12" Type="http://schemas.openxmlformats.org/officeDocument/2006/relationships/image" Target="../media/image2.png"/><Relationship Id="rId13" Type="http://schemas.openxmlformats.org/officeDocument/2006/relationships/image" Target="../media/image3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1.vml"/><Relationship Id="rId2" Type="http://schemas.openxmlformats.org/officeDocument/2006/relationships/tags" Target="../tags/tag77.xml"/><Relationship Id="rId3" Type="http://schemas.openxmlformats.org/officeDocument/2006/relationships/tags" Target="../tags/tag78.xml"/><Relationship Id="rId4" Type="http://schemas.openxmlformats.org/officeDocument/2006/relationships/tags" Target="../tags/tag79.xml"/><Relationship Id="rId5" Type="http://schemas.openxmlformats.org/officeDocument/2006/relationships/tags" Target="../tags/tag80.xml"/><Relationship Id="rId6" Type="http://schemas.openxmlformats.org/officeDocument/2006/relationships/tags" Target="../tags/tag81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11.bin"/><Relationship Id="rId9" Type="http://schemas.openxmlformats.org/officeDocument/2006/relationships/image" Target="../media/image4.emf"/><Relationship Id="rId10" Type="http://schemas.openxmlformats.org/officeDocument/2006/relationships/image" Target="../media/image2.png"/><Relationship Id="rId11" Type="http://schemas.openxmlformats.org/officeDocument/2006/relationships/image" Target="../media/image3.svg"/><Relationship Id="rId12" Type="http://schemas.openxmlformats.org/officeDocument/2006/relationships/image" Target="../media/image8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2.vml"/><Relationship Id="rId2" Type="http://schemas.openxmlformats.org/officeDocument/2006/relationships/tags" Target="../tags/tag82.xml"/><Relationship Id="rId3" Type="http://schemas.openxmlformats.org/officeDocument/2006/relationships/tags" Target="../tags/tag83.xml"/><Relationship Id="rId4" Type="http://schemas.openxmlformats.org/officeDocument/2006/relationships/tags" Target="../tags/tag84.xml"/><Relationship Id="rId5" Type="http://schemas.openxmlformats.org/officeDocument/2006/relationships/tags" Target="../tags/tag85.xml"/><Relationship Id="rId6" Type="http://schemas.openxmlformats.org/officeDocument/2006/relationships/tags" Target="../tags/tag86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12.bin"/><Relationship Id="rId9" Type="http://schemas.openxmlformats.org/officeDocument/2006/relationships/image" Target="../media/image4.emf"/><Relationship Id="rId10" Type="http://schemas.openxmlformats.org/officeDocument/2006/relationships/image" Target="../media/image2.png"/><Relationship Id="rId11" Type="http://schemas.openxmlformats.org/officeDocument/2006/relationships/image" Target="../media/image3.svg"/><Relationship Id="rId12" Type="http://schemas.openxmlformats.org/officeDocument/2006/relationships/image" Target="../media/image9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3.vml"/><Relationship Id="rId2" Type="http://schemas.openxmlformats.org/officeDocument/2006/relationships/tags" Target="../tags/tag87.xml"/><Relationship Id="rId3" Type="http://schemas.openxmlformats.org/officeDocument/2006/relationships/tags" Target="../tags/tag88.xml"/><Relationship Id="rId4" Type="http://schemas.openxmlformats.org/officeDocument/2006/relationships/tags" Target="../tags/tag89.xml"/><Relationship Id="rId5" Type="http://schemas.openxmlformats.org/officeDocument/2006/relationships/tags" Target="../tags/tag90.xml"/><Relationship Id="rId6" Type="http://schemas.openxmlformats.org/officeDocument/2006/relationships/tags" Target="../tags/tag91.xml"/><Relationship Id="rId7" Type="http://schemas.openxmlformats.org/officeDocument/2006/relationships/tags" Target="../tags/tag92.xml"/><Relationship Id="rId8" Type="http://schemas.openxmlformats.org/officeDocument/2006/relationships/tags" Target="../tags/tag93.xml"/><Relationship Id="rId9" Type="http://schemas.openxmlformats.org/officeDocument/2006/relationships/slideMaster" Target="../slideMasters/slideMaster1.xml"/><Relationship Id="rId10" Type="http://schemas.openxmlformats.org/officeDocument/2006/relationships/oleObject" Target="../embeddings/oleObject13.bin"/><Relationship Id="rId11" Type="http://schemas.openxmlformats.org/officeDocument/2006/relationships/image" Target="../media/image4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4.vml"/><Relationship Id="rId2" Type="http://schemas.openxmlformats.org/officeDocument/2006/relationships/tags" Target="../tags/tag94.xml"/><Relationship Id="rId3" Type="http://schemas.openxmlformats.org/officeDocument/2006/relationships/tags" Target="../tags/tag95.xml"/><Relationship Id="rId4" Type="http://schemas.openxmlformats.org/officeDocument/2006/relationships/tags" Target="../tags/tag96.xml"/><Relationship Id="rId5" Type="http://schemas.openxmlformats.org/officeDocument/2006/relationships/tags" Target="../tags/tag97.xml"/><Relationship Id="rId6" Type="http://schemas.openxmlformats.org/officeDocument/2006/relationships/tags" Target="../tags/tag98.xml"/><Relationship Id="rId7" Type="http://schemas.openxmlformats.org/officeDocument/2006/relationships/tags" Target="../tags/tag99.xml"/><Relationship Id="rId8" Type="http://schemas.openxmlformats.org/officeDocument/2006/relationships/tags" Target="../tags/tag100.xml"/><Relationship Id="rId9" Type="http://schemas.openxmlformats.org/officeDocument/2006/relationships/tags" Target="../tags/tag101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14.bin"/><Relationship Id="rId12" Type="http://schemas.openxmlformats.org/officeDocument/2006/relationships/image" Target="../media/image1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5.vml"/><Relationship Id="rId2" Type="http://schemas.openxmlformats.org/officeDocument/2006/relationships/tags" Target="../tags/tag102.xml"/><Relationship Id="rId3" Type="http://schemas.openxmlformats.org/officeDocument/2006/relationships/tags" Target="../tags/tag103.xml"/><Relationship Id="rId4" Type="http://schemas.openxmlformats.org/officeDocument/2006/relationships/tags" Target="../tags/tag104.xml"/><Relationship Id="rId5" Type="http://schemas.openxmlformats.org/officeDocument/2006/relationships/tags" Target="../tags/tag105.xml"/><Relationship Id="rId6" Type="http://schemas.openxmlformats.org/officeDocument/2006/relationships/tags" Target="../tags/tag106.xml"/><Relationship Id="rId7" Type="http://schemas.openxmlformats.org/officeDocument/2006/relationships/tags" Target="../tags/tag107.xml"/><Relationship Id="rId8" Type="http://schemas.openxmlformats.org/officeDocument/2006/relationships/tags" Target="../tags/tag108.xml"/><Relationship Id="rId9" Type="http://schemas.openxmlformats.org/officeDocument/2006/relationships/tags" Target="../tags/tag109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15.bin"/><Relationship Id="rId12" Type="http://schemas.openxmlformats.org/officeDocument/2006/relationships/image" Target="../media/image1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6.vml"/><Relationship Id="rId2" Type="http://schemas.openxmlformats.org/officeDocument/2006/relationships/tags" Target="../tags/tag110.xml"/><Relationship Id="rId3" Type="http://schemas.openxmlformats.org/officeDocument/2006/relationships/tags" Target="../tags/tag111.xml"/><Relationship Id="rId4" Type="http://schemas.openxmlformats.org/officeDocument/2006/relationships/tags" Target="../tags/tag112.xml"/><Relationship Id="rId5" Type="http://schemas.openxmlformats.org/officeDocument/2006/relationships/tags" Target="../tags/tag113.xml"/><Relationship Id="rId6" Type="http://schemas.openxmlformats.org/officeDocument/2006/relationships/tags" Target="../tags/tag114.xml"/><Relationship Id="rId7" Type="http://schemas.openxmlformats.org/officeDocument/2006/relationships/tags" Target="../tags/tag115.xml"/><Relationship Id="rId8" Type="http://schemas.openxmlformats.org/officeDocument/2006/relationships/tags" Target="../tags/tag116.xml"/><Relationship Id="rId9" Type="http://schemas.openxmlformats.org/officeDocument/2006/relationships/tags" Target="../tags/tag117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16.bin"/><Relationship Id="rId12" Type="http://schemas.openxmlformats.org/officeDocument/2006/relationships/image" Target="../media/image1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7.vml"/><Relationship Id="rId2" Type="http://schemas.openxmlformats.org/officeDocument/2006/relationships/tags" Target="../tags/tag118.xml"/><Relationship Id="rId3" Type="http://schemas.openxmlformats.org/officeDocument/2006/relationships/tags" Target="../tags/tag119.xml"/><Relationship Id="rId4" Type="http://schemas.openxmlformats.org/officeDocument/2006/relationships/tags" Target="../tags/tag120.xml"/><Relationship Id="rId5" Type="http://schemas.openxmlformats.org/officeDocument/2006/relationships/tags" Target="../tags/tag121.xml"/><Relationship Id="rId6" Type="http://schemas.openxmlformats.org/officeDocument/2006/relationships/tags" Target="../tags/tag122.xml"/><Relationship Id="rId7" Type="http://schemas.openxmlformats.org/officeDocument/2006/relationships/tags" Target="../tags/tag123.xml"/><Relationship Id="rId8" Type="http://schemas.openxmlformats.org/officeDocument/2006/relationships/tags" Target="../tags/tag124.xml"/><Relationship Id="rId9" Type="http://schemas.openxmlformats.org/officeDocument/2006/relationships/tags" Target="../tags/tag125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17.bin"/><Relationship Id="rId12" Type="http://schemas.openxmlformats.org/officeDocument/2006/relationships/image" Target="../media/image12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8.vml"/><Relationship Id="rId2" Type="http://schemas.openxmlformats.org/officeDocument/2006/relationships/tags" Target="../tags/tag126.xml"/><Relationship Id="rId3" Type="http://schemas.openxmlformats.org/officeDocument/2006/relationships/tags" Target="../tags/tag127.xml"/><Relationship Id="rId4" Type="http://schemas.openxmlformats.org/officeDocument/2006/relationships/tags" Target="../tags/tag128.xml"/><Relationship Id="rId5" Type="http://schemas.openxmlformats.org/officeDocument/2006/relationships/tags" Target="../tags/tag129.xml"/><Relationship Id="rId6" Type="http://schemas.openxmlformats.org/officeDocument/2006/relationships/tags" Target="../tags/tag130.xml"/><Relationship Id="rId7" Type="http://schemas.openxmlformats.org/officeDocument/2006/relationships/tags" Target="../tags/tag131.xml"/><Relationship Id="rId8" Type="http://schemas.openxmlformats.org/officeDocument/2006/relationships/tags" Target="../tags/tag132.xml"/><Relationship Id="rId9" Type="http://schemas.openxmlformats.org/officeDocument/2006/relationships/tags" Target="../tags/tag133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18.bin"/><Relationship Id="rId12" Type="http://schemas.openxmlformats.org/officeDocument/2006/relationships/image" Target="../media/image1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9.vml"/><Relationship Id="rId2" Type="http://schemas.openxmlformats.org/officeDocument/2006/relationships/tags" Target="../tags/tag134.xml"/><Relationship Id="rId3" Type="http://schemas.openxmlformats.org/officeDocument/2006/relationships/tags" Target="../tags/tag135.xml"/><Relationship Id="rId4" Type="http://schemas.openxmlformats.org/officeDocument/2006/relationships/tags" Target="../tags/tag136.xml"/><Relationship Id="rId5" Type="http://schemas.openxmlformats.org/officeDocument/2006/relationships/tags" Target="../tags/tag137.xml"/><Relationship Id="rId6" Type="http://schemas.openxmlformats.org/officeDocument/2006/relationships/tags" Target="../tags/tag138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19.bin"/><Relationship Id="rId9" Type="http://schemas.openxmlformats.org/officeDocument/2006/relationships/image" Target="../media/image4.emf"/><Relationship Id="rId10" Type="http://schemas.openxmlformats.org/officeDocument/2006/relationships/image" Target="../media/image2.png"/><Relationship Id="rId11" Type="http://schemas.openxmlformats.org/officeDocument/2006/relationships/image" Target="../media/image3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0.vml"/><Relationship Id="rId2" Type="http://schemas.openxmlformats.org/officeDocument/2006/relationships/tags" Target="../tags/tag13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0.bin"/><Relationship Id="rId5" Type="http://schemas.openxmlformats.org/officeDocument/2006/relationships/image" Target="../media/image4.emf"/><Relationship Id="rId6" Type="http://schemas.openxmlformats.org/officeDocument/2006/relationships/image" Target="../media/image13.png"/><Relationship Id="rId7" Type="http://schemas.openxmlformats.org/officeDocument/2006/relationships/image" Target="../media/image14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2.vml"/><Relationship Id="rId2" Type="http://schemas.openxmlformats.org/officeDocument/2006/relationships/tags" Target="../tags/tag164.xml"/><Relationship Id="rId3" Type="http://schemas.openxmlformats.org/officeDocument/2006/relationships/tags" Target="../tags/tag165.xml"/><Relationship Id="rId4" Type="http://schemas.openxmlformats.org/officeDocument/2006/relationships/tags" Target="../tags/tag166.xml"/><Relationship Id="rId5" Type="http://schemas.openxmlformats.org/officeDocument/2006/relationships/tags" Target="../tags/tag167.xml"/><Relationship Id="rId6" Type="http://schemas.openxmlformats.org/officeDocument/2006/relationships/tags" Target="../tags/tag168.xml"/><Relationship Id="rId7" Type="http://schemas.openxmlformats.org/officeDocument/2006/relationships/slideMaster" Target="../slideMasters/slideMaster2.xml"/><Relationship Id="rId8" Type="http://schemas.openxmlformats.org/officeDocument/2006/relationships/oleObject" Target="../embeddings/oleObject22.bin"/><Relationship Id="rId9" Type="http://schemas.openxmlformats.org/officeDocument/2006/relationships/image" Target="../media/image4.emf"/><Relationship Id="rId10" Type="http://schemas.openxmlformats.org/officeDocument/2006/relationships/image" Target="../media/image5.jpeg"/><Relationship Id="rId11" Type="http://schemas.openxmlformats.org/officeDocument/2006/relationships/image" Target="../media/image2.png"/><Relationship Id="rId12" Type="http://schemas.openxmlformats.org/officeDocument/2006/relationships/image" Target="../media/image3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3.vml"/><Relationship Id="rId2" Type="http://schemas.openxmlformats.org/officeDocument/2006/relationships/tags" Target="../tags/tag169.xml"/><Relationship Id="rId3" Type="http://schemas.openxmlformats.org/officeDocument/2006/relationships/tags" Target="../tags/tag170.xml"/><Relationship Id="rId4" Type="http://schemas.openxmlformats.org/officeDocument/2006/relationships/tags" Target="../tags/tag171.xml"/><Relationship Id="rId5" Type="http://schemas.openxmlformats.org/officeDocument/2006/relationships/tags" Target="../tags/tag172.xml"/><Relationship Id="rId6" Type="http://schemas.openxmlformats.org/officeDocument/2006/relationships/slideMaster" Target="../slideMasters/slideMaster2.xml"/><Relationship Id="rId7" Type="http://schemas.openxmlformats.org/officeDocument/2006/relationships/oleObject" Target="../embeddings/oleObject23.bin"/><Relationship Id="rId8" Type="http://schemas.openxmlformats.org/officeDocument/2006/relationships/image" Target="../media/image4.emf"/><Relationship Id="rId9" Type="http://schemas.openxmlformats.org/officeDocument/2006/relationships/image" Target="../media/image6.jpg"/><Relationship Id="rId10" Type="http://schemas.openxmlformats.org/officeDocument/2006/relationships/image" Target="../media/image2.png"/><Relationship Id="rId11" Type="http://schemas.openxmlformats.org/officeDocument/2006/relationships/image" Target="../media/image3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4.vml"/><Relationship Id="rId2" Type="http://schemas.openxmlformats.org/officeDocument/2006/relationships/tags" Target="../tags/tag173.xml"/><Relationship Id="rId3" Type="http://schemas.openxmlformats.org/officeDocument/2006/relationships/tags" Target="../tags/tag174.xml"/><Relationship Id="rId4" Type="http://schemas.openxmlformats.org/officeDocument/2006/relationships/tags" Target="../tags/tag175.xml"/><Relationship Id="rId5" Type="http://schemas.openxmlformats.org/officeDocument/2006/relationships/tags" Target="../tags/tag176.xml"/><Relationship Id="rId6" Type="http://schemas.openxmlformats.org/officeDocument/2006/relationships/tags" Target="../tags/tag177.xml"/><Relationship Id="rId7" Type="http://schemas.openxmlformats.org/officeDocument/2006/relationships/slideMaster" Target="../slideMasters/slideMaster2.xml"/><Relationship Id="rId8" Type="http://schemas.openxmlformats.org/officeDocument/2006/relationships/oleObject" Target="../embeddings/oleObject24.bin"/><Relationship Id="rId9" Type="http://schemas.openxmlformats.org/officeDocument/2006/relationships/image" Target="../media/image4.emf"/><Relationship Id="rId10" Type="http://schemas.openxmlformats.org/officeDocument/2006/relationships/image" Target="../media/image7.jpeg"/><Relationship Id="rId11" Type="http://schemas.openxmlformats.org/officeDocument/2006/relationships/image" Target="../media/image2.png"/><Relationship Id="rId12" Type="http://schemas.openxmlformats.org/officeDocument/2006/relationships/image" Target="../media/image3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5.vml"/><Relationship Id="rId2" Type="http://schemas.openxmlformats.org/officeDocument/2006/relationships/tags" Target="../tags/tag178.xml"/><Relationship Id="rId3" Type="http://schemas.openxmlformats.org/officeDocument/2006/relationships/tags" Target="../tags/tag179.xml"/><Relationship Id="rId4" Type="http://schemas.openxmlformats.org/officeDocument/2006/relationships/tags" Target="../tags/tag180.xml"/><Relationship Id="rId5" Type="http://schemas.openxmlformats.org/officeDocument/2006/relationships/tags" Target="../tags/tag181.xml"/><Relationship Id="rId6" Type="http://schemas.openxmlformats.org/officeDocument/2006/relationships/slideMaster" Target="../slideMasters/slideMaster2.xml"/><Relationship Id="rId7" Type="http://schemas.openxmlformats.org/officeDocument/2006/relationships/oleObject" Target="../embeddings/oleObject25.bin"/><Relationship Id="rId8" Type="http://schemas.openxmlformats.org/officeDocument/2006/relationships/image" Target="../media/image4.emf"/><Relationship Id="rId9" Type="http://schemas.openxmlformats.org/officeDocument/2006/relationships/image" Target="../media/image15.jpeg"/><Relationship Id="rId10" Type="http://schemas.openxmlformats.org/officeDocument/2006/relationships/image" Target="../media/image10.png"/><Relationship Id="rId11" Type="http://schemas.openxmlformats.org/officeDocument/2006/relationships/image" Target="../media/image11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6.vml"/><Relationship Id="rId2" Type="http://schemas.openxmlformats.org/officeDocument/2006/relationships/tags" Target="../tags/tag182.xml"/><Relationship Id="rId3" Type="http://schemas.openxmlformats.org/officeDocument/2006/relationships/tags" Target="../tags/tag183.xml"/><Relationship Id="rId4" Type="http://schemas.openxmlformats.org/officeDocument/2006/relationships/tags" Target="../tags/tag184.xml"/><Relationship Id="rId5" Type="http://schemas.openxmlformats.org/officeDocument/2006/relationships/tags" Target="../tags/tag185.xml"/><Relationship Id="rId6" Type="http://schemas.openxmlformats.org/officeDocument/2006/relationships/tags" Target="../tags/tag186.xml"/><Relationship Id="rId7" Type="http://schemas.openxmlformats.org/officeDocument/2006/relationships/tags" Target="../tags/tag187.xml"/><Relationship Id="rId8" Type="http://schemas.openxmlformats.org/officeDocument/2006/relationships/tags" Target="../tags/tag188.xml"/><Relationship Id="rId9" Type="http://schemas.openxmlformats.org/officeDocument/2006/relationships/slideMaster" Target="../slideMasters/slideMaster2.xml"/><Relationship Id="rId10" Type="http://schemas.openxmlformats.org/officeDocument/2006/relationships/oleObject" Target="../embeddings/oleObject26.bin"/><Relationship Id="rId11" Type="http://schemas.openxmlformats.org/officeDocument/2006/relationships/image" Target="../media/image1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7.vml"/><Relationship Id="rId2" Type="http://schemas.openxmlformats.org/officeDocument/2006/relationships/tags" Target="../tags/tag189.xml"/><Relationship Id="rId3" Type="http://schemas.openxmlformats.org/officeDocument/2006/relationships/tags" Target="../tags/tag190.xml"/><Relationship Id="rId4" Type="http://schemas.openxmlformats.org/officeDocument/2006/relationships/tags" Target="../tags/tag191.xml"/><Relationship Id="rId5" Type="http://schemas.openxmlformats.org/officeDocument/2006/relationships/tags" Target="../tags/tag192.xml"/><Relationship Id="rId6" Type="http://schemas.openxmlformats.org/officeDocument/2006/relationships/tags" Target="../tags/tag193.xml"/><Relationship Id="rId7" Type="http://schemas.openxmlformats.org/officeDocument/2006/relationships/tags" Target="../tags/tag194.xml"/><Relationship Id="rId8" Type="http://schemas.openxmlformats.org/officeDocument/2006/relationships/slideMaster" Target="../slideMasters/slideMaster2.xml"/><Relationship Id="rId9" Type="http://schemas.openxmlformats.org/officeDocument/2006/relationships/oleObject" Target="../embeddings/oleObject27.bin"/><Relationship Id="rId10" Type="http://schemas.openxmlformats.org/officeDocument/2006/relationships/image" Target="../media/image1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8.vml"/><Relationship Id="rId2" Type="http://schemas.openxmlformats.org/officeDocument/2006/relationships/tags" Target="../tags/tag195.xml"/><Relationship Id="rId3" Type="http://schemas.openxmlformats.org/officeDocument/2006/relationships/tags" Target="../tags/tag196.xml"/><Relationship Id="rId4" Type="http://schemas.openxmlformats.org/officeDocument/2006/relationships/tags" Target="../tags/tag197.xml"/><Relationship Id="rId5" Type="http://schemas.openxmlformats.org/officeDocument/2006/relationships/tags" Target="../tags/tag198.xml"/><Relationship Id="rId6" Type="http://schemas.openxmlformats.org/officeDocument/2006/relationships/tags" Target="../tags/tag199.xml"/><Relationship Id="rId7" Type="http://schemas.openxmlformats.org/officeDocument/2006/relationships/tags" Target="../tags/tag200.xml"/><Relationship Id="rId8" Type="http://schemas.openxmlformats.org/officeDocument/2006/relationships/tags" Target="../tags/tag201.xml"/><Relationship Id="rId9" Type="http://schemas.openxmlformats.org/officeDocument/2006/relationships/slideMaster" Target="../slideMasters/slideMaster2.xml"/><Relationship Id="rId10" Type="http://schemas.openxmlformats.org/officeDocument/2006/relationships/oleObject" Target="../embeddings/oleObject28.bin"/><Relationship Id="rId11" Type="http://schemas.openxmlformats.org/officeDocument/2006/relationships/image" Target="../media/image1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9.vml"/><Relationship Id="rId2" Type="http://schemas.openxmlformats.org/officeDocument/2006/relationships/tags" Target="../tags/tag202.xml"/><Relationship Id="rId3" Type="http://schemas.openxmlformats.org/officeDocument/2006/relationships/tags" Target="../tags/tag203.xml"/><Relationship Id="rId4" Type="http://schemas.openxmlformats.org/officeDocument/2006/relationships/tags" Target="../tags/tag204.xml"/><Relationship Id="rId5" Type="http://schemas.openxmlformats.org/officeDocument/2006/relationships/tags" Target="../tags/tag205.xml"/><Relationship Id="rId6" Type="http://schemas.openxmlformats.org/officeDocument/2006/relationships/tags" Target="../tags/tag206.xml"/><Relationship Id="rId7" Type="http://schemas.openxmlformats.org/officeDocument/2006/relationships/tags" Target="../tags/tag207.xml"/><Relationship Id="rId8" Type="http://schemas.openxmlformats.org/officeDocument/2006/relationships/slideMaster" Target="../slideMasters/slideMaster2.xml"/><Relationship Id="rId9" Type="http://schemas.openxmlformats.org/officeDocument/2006/relationships/oleObject" Target="../embeddings/oleObject29.bin"/><Relationship Id="rId10" Type="http://schemas.openxmlformats.org/officeDocument/2006/relationships/image" Target="../media/image1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0.vml"/><Relationship Id="rId2" Type="http://schemas.openxmlformats.org/officeDocument/2006/relationships/tags" Target="../tags/tag208.xml"/><Relationship Id="rId3" Type="http://schemas.openxmlformats.org/officeDocument/2006/relationships/tags" Target="../tags/tag209.xml"/><Relationship Id="rId4" Type="http://schemas.openxmlformats.org/officeDocument/2006/relationships/tags" Target="../tags/tag210.xml"/><Relationship Id="rId5" Type="http://schemas.openxmlformats.org/officeDocument/2006/relationships/tags" Target="../tags/tag211.xml"/><Relationship Id="rId6" Type="http://schemas.openxmlformats.org/officeDocument/2006/relationships/tags" Target="../tags/tag212.xml"/><Relationship Id="rId7" Type="http://schemas.openxmlformats.org/officeDocument/2006/relationships/tags" Target="../tags/tag213.xml"/><Relationship Id="rId8" Type="http://schemas.openxmlformats.org/officeDocument/2006/relationships/tags" Target="../tags/tag214.xml"/><Relationship Id="rId9" Type="http://schemas.openxmlformats.org/officeDocument/2006/relationships/slideMaster" Target="../slideMasters/slideMaster2.xml"/><Relationship Id="rId10" Type="http://schemas.openxmlformats.org/officeDocument/2006/relationships/oleObject" Target="../embeddings/oleObject30.bin"/><Relationship Id="rId11" Type="http://schemas.openxmlformats.org/officeDocument/2006/relationships/image" Target="../media/image1.emf"/><Relationship Id="rId12" Type="http://schemas.openxmlformats.org/officeDocument/2006/relationships/image" Target="../media/image2.png"/><Relationship Id="rId13" Type="http://schemas.openxmlformats.org/officeDocument/2006/relationships/image" Target="../media/image3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1.vml"/><Relationship Id="rId2" Type="http://schemas.openxmlformats.org/officeDocument/2006/relationships/tags" Target="../tags/tag215.xml"/><Relationship Id="rId3" Type="http://schemas.openxmlformats.org/officeDocument/2006/relationships/tags" Target="../tags/tag216.xml"/><Relationship Id="rId4" Type="http://schemas.openxmlformats.org/officeDocument/2006/relationships/tags" Target="../tags/tag217.xml"/><Relationship Id="rId5" Type="http://schemas.openxmlformats.org/officeDocument/2006/relationships/tags" Target="../tags/tag218.xml"/><Relationship Id="rId6" Type="http://schemas.openxmlformats.org/officeDocument/2006/relationships/tags" Target="../tags/tag219.xml"/><Relationship Id="rId7" Type="http://schemas.openxmlformats.org/officeDocument/2006/relationships/slideMaster" Target="../slideMasters/slideMaster2.xml"/><Relationship Id="rId8" Type="http://schemas.openxmlformats.org/officeDocument/2006/relationships/oleObject" Target="../embeddings/oleObject31.bin"/><Relationship Id="rId9" Type="http://schemas.openxmlformats.org/officeDocument/2006/relationships/image" Target="../media/image4.emf"/><Relationship Id="rId10" Type="http://schemas.openxmlformats.org/officeDocument/2006/relationships/image" Target="../media/image2.png"/><Relationship Id="rId11" Type="http://schemas.openxmlformats.org/officeDocument/2006/relationships/image" Target="../media/image3.svg"/><Relationship Id="rId12" Type="http://schemas.openxmlformats.org/officeDocument/2006/relationships/image" Target="../media/image8.jpe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2.vml"/><Relationship Id="rId2" Type="http://schemas.openxmlformats.org/officeDocument/2006/relationships/tags" Target="../tags/tag220.xml"/><Relationship Id="rId3" Type="http://schemas.openxmlformats.org/officeDocument/2006/relationships/tags" Target="../tags/tag221.xml"/><Relationship Id="rId4" Type="http://schemas.openxmlformats.org/officeDocument/2006/relationships/tags" Target="../tags/tag222.xml"/><Relationship Id="rId5" Type="http://schemas.openxmlformats.org/officeDocument/2006/relationships/tags" Target="../tags/tag223.xml"/><Relationship Id="rId6" Type="http://schemas.openxmlformats.org/officeDocument/2006/relationships/tags" Target="../tags/tag224.xml"/><Relationship Id="rId7" Type="http://schemas.openxmlformats.org/officeDocument/2006/relationships/slideMaster" Target="../slideMasters/slideMaster2.xml"/><Relationship Id="rId8" Type="http://schemas.openxmlformats.org/officeDocument/2006/relationships/oleObject" Target="../embeddings/oleObject32.bin"/><Relationship Id="rId9" Type="http://schemas.openxmlformats.org/officeDocument/2006/relationships/image" Target="../media/image4.emf"/><Relationship Id="rId10" Type="http://schemas.openxmlformats.org/officeDocument/2006/relationships/image" Target="../media/image2.png"/><Relationship Id="rId11" Type="http://schemas.openxmlformats.org/officeDocument/2006/relationships/image" Target="../media/image3.svg"/><Relationship Id="rId12" Type="http://schemas.openxmlformats.org/officeDocument/2006/relationships/image" Target="../media/image9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3.vml"/><Relationship Id="rId2" Type="http://schemas.openxmlformats.org/officeDocument/2006/relationships/tags" Target="../tags/tag225.xml"/><Relationship Id="rId3" Type="http://schemas.openxmlformats.org/officeDocument/2006/relationships/tags" Target="../tags/tag226.xml"/><Relationship Id="rId4" Type="http://schemas.openxmlformats.org/officeDocument/2006/relationships/tags" Target="../tags/tag227.xml"/><Relationship Id="rId5" Type="http://schemas.openxmlformats.org/officeDocument/2006/relationships/tags" Target="../tags/tag228.xml"/><Relationship Id="rId6" Type="http://schemas.openxmlformats.org/officeDocument/2006/relationships/tags" Target="../tags/tag229.xml"/><Relationship Id="rId7" Type="http://schemas.openxmlformats.org/officeDocument/2006/relationships/tags" Target="../tags/tag230.xml"/><Relationship Id="rId8" Type="http://schemas.openxmlformats.org/officeDocument/2006/relationships/tags" Target="../tags/tag231.xml"/><Relationship Id="rId9" Type="http://schemas.openxmlformats.org/officeDocument/2006/relationships/slideMaster" Target="../slideMasters/slideMaster2.xml"/><Relationship Id="rId10" Type="http://schemas.openxmlformats.org/officeDocument/2006/relationships/oleObject" Target="../embeddings/oleObject33.bin"/><Relationship Id="rId11" Type="http://schemas.openxmlformats.org/officeDocument/2006/relationships/image" Target="../media/image4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4.vml"/><Relationship Id="rId2" Type="http://schemas.openxmlformats.org/officeDocument/2006/relationships/tags" Target="../tags/tag232.xml"/><Relationship Id="rId3" Type="http://schemas.openxmlformats.org/officeDocument/2006/relationships/tags" Target="../tags/tag233.xml"/><Relationship Id="rId4" Type="http://schemas.openxmlformats.org/officeDocument/2006/relationships/tags" Target="../tags/tag234.xml"/><Relationship Id="rId5" Type="http://schemas.openxmlformats.org/officeDocument/2006/relationships/tags" Target="../tags/tag235.xml"/><Relationship Id="rId6" Type="http://schemas.openxmlformats.org/officeDocument/2006/relationships/tags" Target="../tags/tag236.xml"/><Relationship Id="rId7" Type="http://schemas.openxmlformats.org/officeDocument/2006/relationships/tags" Target="../tags/tag237.xml"/><Relationship Id="rId8" Type="http://schemas.openxmlformats.org/officeDocument/2006/relationships/tags" Target="../tags/tag238.xml"/><Relationship Id="rId9" Type="http://schemas.openxmlformats.org/officeDocument/2006/relationships/tags" Target="../tags/tag239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34.bin"/><Relationship Id="rId12" Type="http://schemas.openxmlformats.org/officeDocument/2006/relationships/image" Target="../media/image1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5.vml"/><Relationship Id="rId2" Type="http://schemas.openxmlformats.org/officeDocument/2006/relationships/tags" Target="../tags/tag240.xml"/><Relationship Id="rId3" Type="http://schemas.openxmlformats.org/officeDocument/2006/relationships/tags" Target="../tags/tag241.xml"/><Relationship Id="rId4" Type="http://schemas.openxmlformats.org/officeDocument/2006/relationships/tags" Target="../tags/tag242.xml"/><Relationship Id="rId5" Type="http://schemas.openxmlformats.org/officeDocument/2006/relationships/tags" Target="../tags/tag243.xml"/><Relationship Id="rId6" Type="http://schemas.openxmlformats.org/officeDocument/2006/relationships/tags" Target="../tags/tag244.xml"/><Relationship Id="rId7" Type="http://schemas.openxmlformats.org/officeDocument/2006/relationships/tags" Target="../tags/tag245.xml"/><Relationship Id="rId8" Type="http://schemas.openxmlformats.org/officeDocument/2006/relationships/tags" Target="../tags/tag246.xml"/><Relationship Id="rId9" Type="http://schemas.openxmlformats.org/officeDocument/2006/relationships/tags" Target="../tags/tag247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35.bin"/><Relationship Id="rId12" Type="http://schemas.openxmlformats.org/officeDocument/2006/relationships/image" Target="../media/image1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6.vml"/><Relationship Id="rId2" Type="http://schemas.openxmlformats.org/officeDocument/2006/relationships/tags" Target="../tags/tag248.xml"/><Relationship Id="rId3" Type="http://schemas.openxmlformats.org/officeDocument/2006/relationships/tags" Target="../tags/tag249.xml"/><Relationship Id="rId4" Type="http://schemas.openxmlformats.org/officeDocument/2006/relationships/tags" Target="../tags/tag250.xml"/><Relationship Id="rId5" Type="http://schemas.openxmlformats.org/officeDocument/2006/relationships/tags" Target="../tags/tag251.xml"/><Relationship Id="rId6" Type="http://schemas.openxmlformats.org/officeDocument/2006/relationships/tags" Target="../tags/tag252.xml"/><Relationship Id="rId7" Type="http://schemas.openxmlformats.org/officeDocument/2006/relationships/tags" Target="../tags/tag253.xml"/><Relationship Id="rId8" Type="http://schemas.openxmlformats.org/officeDocument/2006/relationships/tags" Target="../tags/tag254.xml"/><Relationship Id="rId9" Type="http://schemas.openxmlformats.org/officeDocument/2006/relationships/tags" Target="../tags/tag255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36.bin"/><Relationship Id="rId12" Type="http://schemas.openxmlformats.org/officeDocument/2006/relationships/image" Target="../media/image1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7.vml"/><Relationship Id="rId2" Type="http://schemas.openxmlformats.org/officeDocument/2006/relationships/tags" Target="../tags/tag256.xml"/><Relationship Id="rId3" Type="http://schemas.openxmlformats.org/officeDocument/2006/relationships/tags" Target="../tags/tag257.xml"/><Relationship Id="rId4" Type="http://schemas.openxmlformats.org/officeDocument/2006/relationships/tags" Target="../tags/tag258.xml"/><Relationship Id="rId5" Type="http://schemas.openxmlformats.org/officeDocument/2006/relationships/tags" Target="../tags/tag259.xml"/><Relationship Id="rId6" Type="http://schemas.openxmlformats.org/officeDocument/2006/relationships/tags" Target="../tags/tag260.xml"/><Relationship Id="rId7" Type="http://schemas.openxmlformats.org/officeDocument/2006/relationships/tags" Target="../tags/tag261.xml"/><Relationship Id="rId8" Type="http://schemas.openxmlformats.org/officeDocument/2006/relationships/tags" Target="../tags/tag262.xml"/><Relationship Id="rId9" Type="http://schemas.openxmlformats.org/officeDocument/2006/relationships/tags" Target="../tags/tag263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37.bin"/><Relationship Id="rId12" Type="http://schemas.openxmlformats.org/officeDocument/2006/relationships/image" Target="../media/image12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8.vml"/><Relationship Id="rId2" Type="http://schemas.openxmlformats.org/officeDocument/2006/relationships/tags" Target="../tags/tag264.xml"/><Relationship Id="rId3" Type="http://schemas.openxmlformats.org/officeDocument/2006/relationships/tags" Target="../tags/tag265.xml"/><Relationship Id="rId4" Type="http://schemas.openxmlformats.org/officeDocument/2006/relationships/tags" Target="../tags/tag266.xml"/><Relationship Id="rId5" Type="http://schemas.openxmlformats.org/officeDocument/2006/relationships/tags" Target="../tags/tag267.xml"/><Relationship Id="rId6" Type="http://schemas.openxmlformats.org/officeDocument/2006/relationships/tags" Target="../tags/tag268.xml"/><Relationship Id="rId7" Type="http://schemas.openxmlformats.org/officeDocument/2006/relationships/tags" Target="../tags/tag269.xml"/><Relationship Id="rId8" Type="http://schemas.openxmlformats.org/officeDocument/2006/relationships/tags" Target="../tags/tag270.xml"/><Relationship Id="rId9" Type="http://schemas.openxmlformats.org/officeDocument/2006/relationships/tags" Target="../tags/tag271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38.bin"/><Relationship Id="rId12" Type="http://schemas.openxmlformats.org/officeDocument/2006/relationships/image" Target="../media/image1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9.vml"/><Relationship Id="rId2" Type="http://schemas.openxmlformats.org/officeDocument/2006/relationships/tags" Target="../tags/tag272.xml"/><Relationship Id="rId3" Type="http://schemas.openxmlformats.org/officeDocument/2006/relationships/tags" Target="../tags/tag273.xml"/><Relationship Id="rId4" Type="http://schemas.openxmlformats.org/officeDocument/2006/relationships/tags" Target="../tags/tag274.xml"/><Relationship Id="rId5" Type="http://schemas.openxmlformats.org/officeDocument/2006/relationships/tags" Target="../tags/tag275.xml"/><Relationship Id="rId6" Type="http://schemas.openxmlformats.org/officeDocument/2006/relationships/tags" Target="../tags/tag276.xml"/><Relationship Id="rId7" Type="http://schemas.openxmlformats.org/officeDocument/2006/relationships/slideMaster" Target="../slideMasters/slideMaster2.xml"/><Relationship Id="rId8" Type="http://schemas.openxmlformats.org/officeDocument/2006/relationships/oleObject" Target="../embeddings/oleObject39.bin"/><Relationship Id="rId9" Type="http://schemas.openxmlformats.org/officeDocument/2006/relationships/image" Target="../media/image4.emf"/><Relationship Id="rId10" Type="http://schemas.openxmlformats.org/officeDocument/2006/relationships/image" Target="../media/image2.png"/><Relationship Id="rId11" Type="http://schemas.openxmlformats.org/officeDocument/2006/relationships/image" Target="../media/image3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0.vml"/><Relationship Id="rId2" Type="http://schemas.openxmlformats.org/officeDocument/2006/relationships/tags" Target="../tags/tag277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40.bin"/><Relationship Id="rId5" Type="http://schemas.openxmlformats.org/officeDocument/2006/relationships/image" Target="../media/image4.emf"/><Relationship Id="rId6" Type="http://schemas.openxmlformats.org/officeDocument/2006/relationships/image" Target="../media/image13.png"/><Relationship Id="rId7" Type="http://schemas.openxmlformats.org/officeDocument/2006/relationships/image" Target="../media/image1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065808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" name="Picture 21">
            <a:extLst>
              <a:ext uri="{FF2B5EF4-FFF2-40B4-BE49-F238E27FC236}">
                <a16:creationId xmlns:a16="http://schemas.microsoft.com/office/drawing/2014/main" id="{5938EE5D-257A-46ED-A9A6-EB815B305B1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6972" y="0"/>
            <a:ext cx="6125028" cy="6858000"/>
          </a:xfrm>
          <a:custGeom>
            <a:avLst/>
            <a:gdLst>
              <a:gd name="connsiteX0" fmla="*/ 0 w 6125028"/>
              <a:gd name="connsiteY0" fmla="*/ 0 h 6858000"/>
              <a:gd name="connsiteX1" fmla="*/ 6125028 w 6125028"/>
              <a:gd name="connsiteY1" fmla="*/ 0 h 6858000"/>
              <a:gd name="connsiteX2" fmla="*/ 6125028 w 6125028"/>
              <a:gd name="connsiteY2" fmla="*/ 6858000 h 6858000"/>
              <a:gd name="connsiteX3" fmla="*/ 0 w 612502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25028" h="6858000">
                <a:moveTo>
                  <a:pt x="0" y="0"/>
                </a:moveTo>
                <a:lnTo>
                  <a:pt x="6125028" y="0"/>
                </a:lnTo>
                <a:lnTo>
                  <a:pt x="612502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57" name="RectangleLight">
            <a:extLst>
              <a:ext uri="{FF2B5EF4-FFF2-40B4-BE49-F238E27FC236}">
                <a16:creationId xmlns:a16="http://schemas.microsoft.com/office/drawing/2014/main" id="{25E44379-957D-4C9E-A6B3-8AF529E5EEC6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4"/>
            </p:custDataLst>
          </p:nvPr>
        </p:nvSpPr>
        <p:spPr>
          <a:xfrm>
            <a:off x="551688" y="6130587"/>
            <a:ext cx="4988687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5"/>
            </p:custDataLst>
          </p:nvPr>
        </p:nvSpPr>
        <p:spPr>
          <a:xfrm>
            <a:off x="551688" y="3439576"/>
            <a:ext cx="4988687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6"/>
            </p:custDataLst>
          </p:nvPr>
        </p:nvSpPr>
        <p:spPr>
          <a:xfrm>
            <a:off x="551688" y="4225192"/>
            <a:ext cx="4988687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79" name="Рисунок 78">
            <a:extLst>
              <a:ext uri="{FF2B5EF4-FFF2-40B4-BE49-F238E27FC236}">
                <a16:creationId xmlns:a16="http://schemas.microsoft.com/office/drawing/2014/main" id="{B1E05077-72F5-4A26-B3C8-620255A5B4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30920" t="19524" r="30920" b="22511"/>
          <a:stretch/>
        </p:blipFill>
        <p:spPr>
          <a:xfrm>
            <a:off x="551688" y="364177"/>
            <a:ext cx="567640" cy="86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05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lt.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705012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"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1A0A627-2E48-4C7A-BE6A-F14C17748A88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1840095" cy="6858000"/>
          </a:xfrm>
          <a:prstGeom prst="rect">
            <a:avLst/>
          </a:prstGeom>
        </p:spPr>
      </p:pic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3"/>
            </p:custDataLst>
          </p:nvPr>
        </p:nvSpPr>
        <p:spPr>
          <a:xfrm>
            <a:off x="6650736" y="3439576"/>
            <a:ext cx="4986528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4"/>
            </p:custDataLst>
          </p:nvPr>
        </p:nvSpPr>
        <p:spPr>
          <a:xfrm>
            <a:off x="6650736" y="4225192"/>
            <a:ext cx="4986528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5"/>
            </p:custDataLst>
          </p:nvPr>
        </p:nvSpPr>
        <p:spPr>
          <a:xfrm>
            <a:off x="6650736" y="6130587"/>
            <a:ext cx="4986528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75DD4012-9323-42EA-B2B1-5659142AB6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069624" y="364177"/>
            <a:ext cx="567640" cy="86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240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lt.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143749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5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9">
            <a:extLst>
              <a:ext uri="{FF2B5EF4-FFF2-40B4-BE49-F238E27FC236}">
                <a16:creationId xmlns:a16="http://schemas.microsoft.com/office/drawing/2014/main" id="{B4BAB1A0-11DF-486A-B63F-3CD30B575D44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2522" y="0"/>
            <a:ext cx="6129478" cy="6858000"/>
          </a:xfrm>
          <a:custGeom>
            <a:avLst/>
            <a:gdLst>
              <a:gd name="connsiteX0" fmla="*/ 0 w 6129478"/>
              <a:gd name="connsiteY0" fmla="*/ 0 h 6858000"/>
              <a:gd name="connsiteX1" fmla="*/ 6129478 w 6129478"/>
              <a:gd name="connsiteY1" fmla="*/ 0 h 6858000"/>
              <a:gd name="connsiteX2" fmla="*/ 6129478 w 6129478"/>
              <a:gd name="connsiteY2" fmla="*/ 6858000 h 6858000"/>
              <a:gd name="connsiteX3" fmla="*/ 0 w 612947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29478" h="6858000">
                <a:moveTo>
                  <a:pt x="0" y="0"/>
                </a:moveTo>
                <a:lnTo>
                  <a:pt x="6129478" y="0"/>
                </a:lnTo>
                <a:lnTo>
                  <a:pt x="612947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57" name="RectangleLight">
            <a:extLst>
              <a:ext uri="{FF2B5EF4-FFF2-40B4-BE49-F238E27FC236}">
                <a16:creationId xmlns:a16="http://schemas.microsoft.com/office/drawing/2014/main" id="{25E44379-957D-4C9E-A6B3-8AF529E5EEC6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99ADFFB-3469-4234-8D0E-3511CB65D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30920" t="19524" r="30920" b="22511"/>
          <a:stretch/>
        </p:blipFill>
        <p:spPr>
          <a:xfrm>
            <a:off x="551688" y="364177"/>
            <a:ext cx="567640" cy="862228"/>
          </a:xfrm>
          <a:prstGeom prst="rect">
            <a:avLst/>
          </a:prstGeom>
        </p:spPr>
      </p:pic>
      <p:sp>
        <p:nvSpPr>
          <p:cNvPr id="13" name="Documenttype">
            <a:extLst>
              <a:ext uri="{FF2B5EF4-FFF2-40B4-BE49-F238E27FC236}">
                <a16:creationId xmlns:a16="http://schemas.microsoft.com/office/drawing/2014/main" id="{F46D333D-3123-4E24-A73A-5A8EA394C0E2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551688" y="6130587"/>
            <a:ext cx="4988687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6CAA0CFE-82F6-4203-BEDD-F877C467EEB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1688" y="3439576"/>
            <a:ext cx="4988687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7" name="Subtitle">
            <a:extLst>
              <a:ext uri="{FF2B5EF4-FFF2-40B4-BE49-F238E27FC236}">
                <a16:creationId xmlns:a16="http://schemas.microsoft.com/office/drawing/2014/main" id="{FEE46F7D-5BEB-495E-8D9E-A464F50DFAB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1688" y="4225192"/>
            <a:ext cx="4988687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0239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lt.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87">
            <a:extLst>
              <a:ext uri="{FF2B5EF4-FFF2-40B4-BE49-F238E27FC236}">
                <a16:creationId xmlns:a16="http://schemas.microsoft.com/office/drawing/2014/main" id="{78007B54-D47C-4D63-A37B-ABE8B267525C}"/>
              </a:ext>
            </a:extLst>
          </p:cNvPr>
          <p:cNvGrpSpPr/>
          <p:nvPr/>
        </p:nvGrpSpPr>
        <p:grpSpPr>
          <a:xfrm>
            <a:off x="0" y="3176"/>
            <a:ext cx="12192000" cy="6854824"/>
            <a:chOff x="0" y="0"/>
            <a:chExt cx="12192000" cy="6854824"/>
          </a:xfrm>
        </p:grpSpPr>
        <p:sp>
          <p:nvSpPr>
            <p:cNvPr id="17" name="Прямоугольник 281">
              <a:extLst>
                <a:ext uri="{FF2B5EF4-FFF2-40B4-BE49-F238E27FC236}">
                  <a16:creationId xmlns:a16="http://schemas.microsoft.com/office/drawing/2014/main" id="{7A77853B-1540-4B78-BD38-BFADFF519271}"/>
                </a:ext>
              </a:extLst>
            </p:cNvPr>
            <p:cNvSpPr/>
            <p:nvPr/>
          </p:nvSpPr>
          <p:spPr>
            <a:xfrm flipH="1">
              <a:off x="0" y="0"/>
              <a:ext cx="12192000" cy="6854824"/>
            </a:xfrm>
            <a:prstGeom prst="rect">
              <a:avLst/>
            </a:prstGeom>
            <a:solidFill>
              <a:srgbClr val="F5F5F5"/>
            </a:solidFill>
            <a:ln w="6350" cap="flat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3" name="Прямоугольник 284">
              <a:extLst>
                <a:ext uri="{FF2B5EF4-FFF2-40B4-BE49-F238E27FC236}">
                  <a16:creationId xmlns:a16="http://schemas.microsoft.com/office/drawing/2014/main" id="{9AB43A8C-478D-48B7-86C8-A17B18C925F5}"/>
                </a:ext>
              </a:extLst>
            </p:cNvPr>
            <p:cNvSpPr>
              <a:spLocks/>
            </p:cNvSpPr>
            <p:nvPr/>
          </p:nvSpPr>
          <p:spPr>
            <a:xfrm flipH="1">
              <a:off x="3525520" y="1668802"/>
              <a:ext cx="2214064" cy="5186022"/>
            </a:xfrm>
            <a:prstGeom prst="rect">
              <a:avLst/>
            </a:prstGeom>
            <a:gradFill flip="none" rotWithShape="1">
              <a:gsLst>
                <a:gs pos="0">
                  <a:srgbClr val="F5F5F5">
                    <a:alpha val="0"/>
                  </a:srgbClr>
                </a:gs>
                <a:gs pos="100000">
                  <a:srgbClr val="F5F5F5"/>
                </a:gs>
              </a:gsLst>
              <a:lin ang="0" scaled="1"/>
              <a:tileRect/>
            </a:gradFill>
            <a:ln w="6350" cap="flat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607075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0"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3"/>
            </p:custDataLst>
          </p:nvPr>
        </p:nvSpPr>
        <p:spPr>
          <a:xfrm>
            <a:off x="554735" y="6152016"/>
            <a:ext cx="4988687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cap="all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4"/>
            </p:custDataLst>
          </p:nvPr>
        </p:nvSpPr>
        <p:spPr>
          <a:xfrm>
            <a:off x="554735" y="3439576"/>
            <a:ext cx="4988687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5"/>
            </p:custDataLst>
          </p:nvPr>
        </p:nvSpPr>
        <p:spPr>
          <a:xfrm>
            <a:off x="554735" y="4225192"/>
            <a:ext cx="4988687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A8A4E52-D9AA-4A7C-9CAC-05A528A5D4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30920" t="19524" r="30920" b="22511"/>
          <a:stretch/>
        </p:blipFill>
        <p:spPr>
          <a:xfrm>
            <a:off x="554735" y="364177"/>
            <a:ext cx="567640" cy="86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689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&gt;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330408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1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26624"/>
            <a:ext cx="10402821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4736" y="958596"/>
            <a:ext cx="110825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8BA8F59A-CB72-48D6-B3D2-6A140E560412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C5D3E7E4-7925-479D-8D9F-DD3C3AB5DE15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1608224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 3 line &gt;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253401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7"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33766"/>
            <a:ext cx="10402821" cy="1015663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7" name="Sticker" hidden="1">
            <a:extLst>
              <a:ext uri="{FF2B5EF4-FFF2-40B4-BE49-F238E27FC236}">
                <a16:creationId xmlns:a16="http://schemas.microsoft.com/office/drawing/2014/main" id="{E30781E1-3A60-4DB2-9689-3148C8F0C72D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28172203-2C9F-4F6B-BCA4-2EC5E18B352D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2" name="1. On-page tracker">
            <a:extLst>
              <a:ext uri="{FF2B5EF4-FFF2-40B4-BE49-F238E27FC236}">
                <a16:creationId xmlns:a16="http://schemas.microsoft.com/office/drawing/2014/main" id="{DFC7CD0F-D7AF-4F85-830B-0EA4FF06F98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4143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&gt;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551027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1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26624"/>
            <a:ext cx="10402821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2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4736" y="958596"/>
            <a:ext cx="110825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D518C557-F666-4289-9A44-B37CFAE0B72C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BEAE73F6-5CCF-4E9B-AADE-40DD5B2A8F1C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A177F935-75A3-4AB9-BA45-809F056F111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6148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 3 line &gt;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183673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5"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33766"/>
            <a:ext cx="10402821" cy="1015663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96A6231E-7F3F-4C65-BBEF-722F890A3F15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13" name="4. Footnote" hidden="1">
            <a:extLst>
              <a:ext uri="{FF2B5EF4-FFF2-40B4-BE49-F238E27FC236}">
                <a16:creationId xmlns:a16="http://schemas.microsoft.com/office/drawing/2014/main" id="{458573D1-7240-43B9-94B2-624212EB98CB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691EEC25-294E-4841-9248-7D9EF1A7884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1475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&gt;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617068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9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" name="RectangleLight">
            <a:extLst>
              <a:ext uri="{FF2B5EF4-FFF2-40B4-BE49-F238E27FC236}">
                <a16:creationId xmlns:a16="http://schemas.microsoft.com/office/drawing/2014/main" id="{4ED93B57-FAF2-4386-88B0-1836626D3065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8BA8F59A-CB72-48D6-B3D2-6A140E560412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54734" y="693341"/>
            <a:ext cx="11082528" cy="338554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984763" y="318882"/>
            <a:ext cx="7757766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ru-RU" sz="800" b="0" cap="none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pic>
        <p:nvPicPr>
          <p:cNvPr id="93" name="Рисунок 340">
            <a:extLst>
              <a:ext uri="{FF2B5EF4-FFF2-40B4-BE49-F238E27FC236}">
                <a16:creationId xmlns:a16="http://schemas.microsoft.com/office/drawing/2014/main" id="{D52A229D-C625-41C1-96DF-DDB464E249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30920" t="19524" r="30920" b="22511"/>
          <a:stretch/>
        </p:blipFill>
        <p:spPr>
          <a:xfrm>
            <a:off x="554735" y="223837"/>
            <a:ext cx="206192" cy="313200"/>
          </a:xfrm>
          <a:prstGeom prst="rect">
            <a:avLst/>
          </a:prstGeom>
        </p:spPr>
      </p:pic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C5D3E7E4-7925-479D-8D9F-DD3C3AB5DE15}"/>
              </a:ext>
            </a:extLst>
          </p:cNvPr>
          <p:cNvSpPr txBox="1"/>
          <p:nvPr userDrawn="1"/>
        </p:nvSpPr>
        <p:spPr>
          <a:xfrm>
            <a:off x="9297265" y="318882"/>
            <a:ext cx="2340000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tx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2788371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505413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3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" name="Rectangle 34">
            <a:extLst>
              <a:ext uri="{FF2B5EF4-FFF2-40B4-BE49-F238E27FC236}">
                <a16:creationId xmlns:a16="http://schemas.microsoft.com/office/drawing/2014/main" id="{B78496BB-7D19-4F96-A5B0-D3E78E82F51F}"/>
              </a:ext>
            </a:extLst>
          </p:cNvPr>
          <p:cNvSpPr>
            <a:spLocks/>
          </p:cNvSpPr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00000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559E2A2-3D53-4409-8768-2C8C29D29A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8" name="Текст 204">
            <a:extLst>
              <a:ext uri="{FF2B5EF4-FFF2-40B4-BE49-F238E27FC236}">
                <a16:creationId xmlns:a16="http://schemas.microsoft.com/office/drawing/2014/main" id="{AD3589CD-820B-4D91-ACE1-2B375335DD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0956" y="226624"/>
            <a:ext cx="5913744" cy="338554"/>
          </a:xfrm>
        </p:spPr>
        <p:txBody>
          <a:bodyPr wrap="square">
            <a:noAutofit/>
          </a:bodyPr>
          <a:lstStyle>
            <a:lvl1pPr>
              <a:defRPr sz="2200" b="1">
                <a:solidFill>
                  <a:schemeClr val="bg1"/>
                </a:solidFill>
                <a:latin typeface="+mj-lt"/>
              </a:defRPr>
            </a:lvl1pPr>
            <a:lvl2pPr>
              <a:defRPr sz="2200" b="1">
                <a:solidFill>
                  <a:schemeClr val="bg1"/>
                </a:solidFill>
                <a:latin typeface="+mj-lt"/>
              </a:defRPr>
            </a:lvl2pPr>
            <a:lvl3pPr>
              <a:defRPr sz="2200" b="1">
                <a:solidFill>
                  <a:schemeClr val="bg1"/>
                </a:solidFill>
                <a:latin typeface="+mj-lt"/>
              </a:defRPr>
            </a:lvl3pPr>
            <a:lvl4pPr>
              <a:defRPr sz="2200" b="1">
                <a:solidFill>
                  <a:schemeClr val="bg1"/>
                </a:solidFill>
                <a:latin typeface="+mj-lt"/>
              </a:defRPr>
            </a:lvl4pPr>
            <a:lvl5pPr>
              <a:defRPr sz="22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E5DF1D3E-E76E-4958-A498-E2733D4F8576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5020956" y="6514142"/>
            <a:ext cx="591374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20" name="4. Footnote" hidden="1">
            <a:extLst>
              <a:ext uri="{FF2B5EF4-FFF2-40B4-BE49-F238E27FC236}">
                <a16:creationId xmlns:a16="http://schemas.microsoft.com/office/drawing/2014/main" id="{791A7535-F641-4B29-975C-1370973EF56F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020956" y="6330793"/>
            <a:ext cx="591374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1" name="Sticker" hidden="1">
            <a:extLst>
              <a:ext uri="{FF2B5EF4-FFF2-40B4-BE49-F238E27FC236}">
                <a16:creationId xmlns:a16="http://schemas.microsoft.com/office/drawing/2014/main" id="{AECF0197-B137-4CC1-9586-C845FB6350C1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22" name="1. On-page tracker">
            <a:extLst>
              <a:ext uri="{FF2B5EF4-FFF2-40B4-BE49-F238E27FC236}">
                <a16:creationId xmlns:a16="http://schemas.microsoft.com/office/drawing/2014/main" id="{4B8FBF34-A2D2-4072-B4FE-DB770F35A082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5"/>
            </p:custDataLst>
          </p:nvPr>
        </p:nvSpPr>
        <p:spPr>
          <a:xfrm>
            <a:off x="5020956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23" name="Slide Number">
            <a:extLst>
              <a:ext uri="{FF2B5EF4-FFF2-40B4-BE49-F238E27FC236}">
                <a16:creationId xmlns:a16="http://schemas.microsoft.com/office/drawing/2014/main" id="{28CF1312-AA3D-45A7-B550-D5D878C8DD74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D1300E2-104B-4AA5-AA12-8EE63B6B8FF8}"/>
              </a:ext>
            </a:extLst>
          </p:cNvPr>
          <p:cNvPicPr>
            <a:picLocks/>
          </p:cNvPicPr>
          <p:nvPr userDrawn="1"/>
        </p:nvPicPr>
        <p:blipFill rotWithShape="1">
          <a:blip r:embed="rId1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466220" cy="6858000"/>
          </a:xfrm>
          <a:custGeom>
            <a:avLst/>
            <a:gdLst>
              <a:gd name="connsiteX0" fmla="*/ 0 w 4466220"/>
              <a:gd name="connsiteY0" fmla="*/ 0 h 6858000"/>
              <a:gd name="connsiteX1" fmla="*/ 4466220 w 4466220"/>
              <a:gd name="connsiteY1" fmla="*/ 0 h 6858000"/>
              <a:gd name="connsiteX2" fmla="*/ 4466220 w 4466220"/>
              <a:gd name="connsiteY2" fmla="*/ 6858000 h 6858000"/>
              <a:gd name="connsiteX3" fmla="*/ 0 w 446622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66220" h="6858000">
                <a:moveTo>
                  <a:pt x="0" y="0"/>
                </a:moveTo>
                <a:lnTo>
                  <a:pt x="4466220" y="0"/>
                </a:lnTo>
                <a:lnTo>
                  <a:pt x="446622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94632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Alt.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959178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7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" name="Rectangle 34">
            <a:extLst>
              <a:ext uri="{FF2B5EF4-FFF2-40B4-BE49-F238E27FC236}">
                <a16:creationId xmlns:a16="http://schemas.microsoft.com/office/drawing/2014/main" id="{B78496BB-7D19-4F96-A5B0-D3E78E82F51F}"/>
              </a:ext>
            </a:extLst>
          </p:cNvPr>
          <p:cNvSpPr>
            <a:spLocks/>
          </p:cNvSpPr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00000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559E2A2-3D53-4409-8768-2C8C29D29A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205" name="Текст 204">
            <a:extLst>
              <a:ext uri="{FF2B5EF4-FFF2-40B4-BE49-F238E27FC236}">
                <a16:creationId xmlns:a16="http://schemas.microsoft.com/office/drawing/2014/main" id="{1CBBB01D-7F25-4F8A-9922-1BEF2E6AC5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0956" y="226624"/>
            <a:ext cx="5913744" cy="338554"/>
          </a:xfrm>
        </p:spPr>
        <p:txBody>
          <a:bodyPr wrap="square">
            <a:spAutoFit/>
          </a:bodyPr>
          <a:lstStyle>
            <a:lvl1pPr>
              <a:defRPr sz="2200" b="1">
                <a:solidFill>
                  <a:schemeClr val="bg1"/>
                </a:solidFill>
                <a:latin typeface="+mj-lt"/>
              </a:defRPr>
            </a:lvl1pPr>
            <a:lvl2pPr>
              <a:defRPr sz="2200" b="1">
                <a:solidFill>
                  <a:schemeClr val="bg1"/>
                </a:solidFill>
                <a:latin typeface="+mj-lt"/>
              </a:defRPr>
            </a:lvl2pPr>
            <a:lvl3pPr>
              <a:defRPr sz="2200" b="1">
                <a:solidFill>
                  <a:schemeClr val="bg1"/>
                </a:solidFill>
                <a:latin typeface="+mj-lt"/>
              </a:defRPr>
            </a:lvl3pPr>
            <a:lvl4pPr>
              <a:defRPr sz="2200" b="1">
                <a:solidFill>
                  <a:schemeClr val="bg1"/>
                </a:solidFill>
                <a:latin typeface="+mj-lt"/>
              </a:defRPr>
            </a:lvl4pPr>
            <a:lvl5pPr>
              <a:defRPr sz="22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4" name="5. Source" hidden="1">
            <a:extLst>
              <a:ext uri="{FF2B5EF4-FFF2-40B4-BE49-F238E27FC236}">
                <a16:creationId xmlns:a16="http://schemas.microsoft.com/office/drawing/2014/main" id="{A097E0B2-B2D3-48C4-873F-66690976F249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5020956" y="6514142"/>
            <a:ext cx="591374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15" name="4. Footnote" hidden="1">
            <a:extLst>
              <a:ext uri="{FF2B5EF4-FFF2-40B4-BE49-F238E27FC236}">
                <a16:creationId xmlns:a16="http://schemas.microsoft.com/office/drawing/2014/main" id="{DA6041E8-B95E-4599-A3B7-529B7C5CA3E2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020956" y="6330793"/>
            <a:ext cx="591374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6" name="Sticker" hidden="1">
            <a:extLst>
              <a:ext uri="{FF2B5EF4-FFF2-40B4-BE49-F238E27FC236}">
                <a16:creationId xmlns:a16="http://schemas.microsoft.com/office/drawing/2014/main" id="{7044FCD8-86A3-4546-AEA2-72398E8AAABC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C45138AA-9E35-43A1-8799-09B8BE897DE5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5"/>
            </p:custDataLst>
          </p:nvPr>
        </p:nvSpPr>
        <p:spPr>
          <a:xfrm>
            <a:off x="5020956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BF0E096E-F53C-45CF-9BA3-EBF1F2CAE888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0AEDCCF-BF58-4BB0-8782-B2B026BE8D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"/>
          <a:stretch/>
        </p:blipFill>
        <p:spPr>
          <a:xfrm>
            <a:off x="0" y="0"/>
            <a:ext cx="4466220" cy="6858000"/>
          </a:xfrm>
          <a:custGeom>
            <a:avLst/>
            <a:gdLst>
              <a:gd name="connsiteX0" fmla="*/ 0 w 4466220"/>
              <a:gd name="connsiteY0" fmla="*/ 0 h 6858000"/>
              <a:gd name="connsiteX1" fmla="*/ 4466220 w 4466220"/>
              <a:gd name="connsiteY1" fmla="*/ 0 h 6858000"/>
              <a:gd name="connsiteX2" fmla="*/ 4466220 w 4466220"/>
              <a:gd name="connsiteY2" fmla="*/ 6858000 h 6858000"/>
              <a:gd name="connsiteX3" fmla="*/ 0 w 446622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66220" h="6858000">
                <a:moveTo>
                  <a:pt x="0" y="0"/>
                </a:moveTo>
                <a:lnTo>
                  <a:pt x="4466220" y="0"/>
                </a:lnTo>
                <a:lnTo>
                  <a:pt x="446622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970631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EC6EE29E-F64A-419F-BFB0-EEDEB71953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7282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1" name="think-cell Slide" r:id="rId10" imgW="592" imgH="591" progId="TCLayout.ActiveDocument.1">
                  <p:embed/>
                </p:oleObj>
              </mc:Choice>
              <mc:Fallback>
                <p:oleObj name="think-cell Slide" r:id="rId10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740895"/>
            <a:ext cx="10131552" cy="338554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quote style</a:t>
            </a:r>
            <a:endParaRPr lang="ru-RU" dirty="0"/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130249"/>
            <a:ext cx="10131552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cs typeface="Arial" panose="020B0604020202020204" pitchFamily="34" charset="0"/>
            </a:endParaRPr>
          </a:p>
        </p:txBody>
      </p:sp>
      <p:sp>
        <p:nvSpPr>
          <p:cNvPr id="13" name="4. Footnote" hidden="1">
            <a:extLst>
              <a:ext uri="{FF2B5EF4-FFF2-40B4-BE49-F238E27FC236}">
                <a16:creationId xmlns:a16="http://schemas.microsoft.com/office/drawing/2014/main" id="{AA02EE99-53A8-4C7C-8962-0D63EC734C69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4" name="5. Source" hidden="1">
            <a:extLst>
              <a:ext uri="{FF2B5EF4-FFF2-40B4-BE49-F238E27FC236}">
                <a16:creationId xmlns:a16="http://schemas.microsoft.com/office/drawing/2014/main" id="{815E207E-5E76-49DE-8198-0BF5F72E95D4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A8C0F3-9F4A-4CE4-BA82-F177C9526AE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11BFBD22-3D51-4264-BAC4-6A790A0D38E7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24116976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975223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5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4" y="2836702"/>
            <a:ext cx="2514600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3564610"/>
            <a:ext cx="2514600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6D309B0-B7C0-4EDB-A57C-05AE358FFC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83639B85-B10A-4071-9D0B-18E8585D555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2514600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78BCB313-621A-4810-B94D-A163B11DA623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25146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21" name="4. Footnote" hidden="1">
            <a:extLst>
              <a:ext uri="{FF2B5EF4-FFF2-40B4-BE49-F238E27FC236}">
                <a16:creationId xmlns:a16="http://schemas.microsoft.com/office/drawing/2014/main" id="{F707A329-49E5-45A2-9C18-92B82B132FA0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251460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22" name="Sticker" hidden="1">
            <a:extLst>
              <a:ext uri="{FF2B5EF4-FFF2-40B4-BE49-F238E27FC236}">
                <a16:creationId xmlns:a16="http://schemas.microsoft.com/office/drawing/2014/main" id="{0B6BE4A8-DAB1-4940-9342-6B706B216FD9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24703695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849153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69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3175256"/>
            <a:ext cx="3465576" cy="338554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5" y="3564610"/>
            <a:ext cx="3465575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4CA51FD-BB10-4C86-8C3D-8CC33C24E7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92B8E4A6-BB5E-41C7-A8AA-F0BF210BBAEF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465576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1A9152F4-8076-4A4B-94FC-9CDD4C3BFE7D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3465576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6CC22208-B49D-4A7C-BDAF-7A73EE3A2109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3465576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8" name="Sticker" hidden="1">
            <a:extLst>
              <a:ext uri="{FF2B5EF4-FFF2-40B4-BE49-F238E27FC236}">
                <a16:creationId xmlns:a16="http://schemas.microsoft.com/office/drawing/2014/main" id="{4305694B-D719-4D2E-9C93-243D5CC08D38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26929100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049306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3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226624"/>
            <a:ext cx="5196840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958596"/>
            <a:ext cx="5196840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8FA71CD-6029-4DE8-A730-D314F65428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6C6CD69B-DD9B-4D8F-B28A-A3BF079820E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17765D77-292D-46F8-87E6-8AA0D3942E20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519684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2083F09A-8229-482B-A483-D6B0652B727E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519684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7" name="Sticker" hidden="1">
            <a:extLst>
              <a:ext uri="{FF2B5EF4-FFF2-40B4-BE49-F238E27FC236}">
                <a16:creationId xmlns:a16="http://schemas.microsoft.com/office/drawing/2014/main" id="{E9D7830D-0D1F-4D3E-B387-1A7B857EB899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6054678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786177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7"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6" y="226624"/>
            <a:ext cx="6967728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958596"/>
            <a:ext cx="69677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3ABF5E3-ADE3-4CAC-A6AC-7A6C6A62CF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9F7FD3DE-F517-4217-A729-83E722CCF16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3A43247D-E566-49E0-A9EF-83936FE01423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6967728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8C0980CE-43B6-4394-BE34-2990FE6F9D40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69677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8" name="Sticker" hidden="1">
            <a:extLst>
              <a:ext uri="{FF2B5EF4-FFF2-40B4-BE49-F238E27FC236}">
                <a16:creationId xmlns:a16="http://schemas.microsoft.com/office/drawing/2014/main" id="{57C2C668-559D-4A7B-ACFD-D2F34C5DCBD7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39113909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309593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41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noProof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noProof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226624"/>
            <a:ext cx="7918704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958596"/>
            <a:ext cx="7918704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DA93BEF-B154-4402-8FDE-9653313A6D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4C1C8C40-07DD-4F40-A706-2CB82346D00C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BA1F0B4D-BA89-412F-B0BF-C17FA077943C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791870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FCE000FA-ACED-44EB-8A30-630EEF9B70C6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791870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7" name="Sticker" hidden="1">
            <a:extLst>
              <a:ext uri="{FF2B5EF4-FFF2-40B4-BE49-F238E27FC236}">
                <a16:creationId xmlns:a16="http://schemas.microsoft.com/office/drawing/2014/main" id="{24BA1470-0E5D-456E-AB4D-D74E5A0FBCD1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14708615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41922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65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cs typeface="Arial" panose="020B06040202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DB8C2FC-92F3-4B49-A3ED-4A62572980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6F62F619-E79F-4E0F-8CEB-BDFB635A878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B716AAC5-462E-4171-8118-2F592D1BAAD2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3" name="4. Footnote" hidden="1">
            <a:extLst>
              <a:ext uri="{FF2B5EF4-FFF2-40B4-BE49-F238E27FC236}">
                <a16:creationId xmlns:a16="http://schemas.microsoft.com/office/drawing/2014/main" id="{3B605EB0-81B9-41D2-B4A7-7B2A506CB23F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4" name="Sticker" hidden="1">
            <a:extLst>
              <a:ext uri="{FF2B5EF4-FFF2-40B4-BE49-F238E27FC236}">
                <a16:creationId xmlns:a16="http://schemas.microsoft.com/office/drawing/2014/main" id="{892BC24A-6646-4335-BC3A-985AD1DD1767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tx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3863007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190595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9"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E11133-F6FB-4BA5-8E7B-134F665CA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30920" t="19524" r="30920" b="22511"/>
          <a:stretch/>
        </p:blipFill>
        <p:spPr>
          <a:xfrm>
            <a:off x="4349569" y="776224"/>
            <a:ext cx="3492863" cy="530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4705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48048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90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" name="Picture 21">
            <a:extLst>
              <a:ext uri="{FF2B5EF4-FFF2-40B4-BE49-F238E27FC236}">
                <a16:creationId xmlns:a16="http://schemas.microsoft.com/office/drawing/2014/main" id="{5938EE5D-257A-46ED-A9A6-EB815B305B1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6972" y="0"/>
            <a:ext cx="6125028" cy="6858000"/>
          </a:xfrm>
          <a:custGeom>
            <a:avLst/>
            <a:gdLst>
              <a:gd name="connsiteX0" fmla="*/ 0 w 6125028"/>
              <a:gd name="connsiteY0" fmla="*/ 0 h 6858000"/>
              <a:gd name="connsiteX1" fmla="*/ 6125028 w 6125028"/>
              <a:gd name="connsiteY1" fmla="*/ 0 h 6858000"/>
              <a:gd name="connsiteX2" fmla="*/ 6125028 w 6125028"/>
              <a:gd name="connsiteY2" fmla="*/ 6858000 h 6858000"/>
              <a:gd name="connsiteX3" fmla="*/ 0 w 612502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25028" h="6858000">
                <a:moveTo>
                  <a:pt x="0" y="0"/>
                </a:moveTo>
                <a:lnTo>
                  <a:pt x="6125028" y="0"/>
                </a:lnTo>
                <a:lnTo>
                  <a:pt x="612502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57" name="RectangleLight">
            <a:extLst>
              <a:ext uri="{FF2B5EF4-FFF2-40B4-BE49-F238E27FC236}">
                <a16:creationId xmlns:a16="http://schemas.microsoft.com/office/drawing/2014/main" id="{25E44379-957D-4C9E-A6B3-8AF529E5EEC6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4"/>
            </p:custDataLst>
          </p:nvPr>
        </p:nvSpPr>
        <p:spPr>
          <a:xfrm>
            <a:off x="551688" y="6130587"/>
            <a:ext cx="4988687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5"/>
            </p:custDataLst>
          </p:nvPr>
        </p:nvSpPr>
        <p:spPr>
          <a:xfrm>
            <a:off x="551688" y="3439576"/>
            <a:ext cx="4988687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6"/>
            </p:custDataLst>
          </p:nvPr>
        </p:nvSpPr>
        <p:spPr>
          <a:xfrm>
            <a:off x="551688" y="4225192"/>
            <a:ext cx="4988687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79" name="Рисунок 78">
            <a:extLst>
              <a:ext uri="{FF2B5EF4-FFF2-40B4-BE49-F238E27FC236}">
                <a16:creationId xmlns:a16="http://schemas.microsoft.com/office/drawing/2014/main" id="{B1E05077-72F5-4A26-B3C8-620255A5B4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30920" t="19524" r="30920" b="22511"/>
          <a:stretch/>
        </p:blipFill>
        <p:spPr>
          <a:xfrm>
            <a:off x="551688" y="364177"/>
            <a:ext cx="567640" cy="86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0008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lt.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134353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914"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1A0A627-2E48-4C7A-BE6A-F14C17748A88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1840095" cy="6858000"/>
          </a:xfrm>
          <a:prstGeom prst="rect">
            <a:avLst/>
          </a:prstGeom>
        </p:spPr>
      </p:pic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3"/>
            </p:custDataLst>
          </p:nvPr>
        </p:nvSpPr>
        <p:spPr>
          <a:xfrm>
            <a:off x="6650736" y="3439576"/>
            <a:ext cx="4986528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4"/>
            </p:custDataLst>
          </p:nvPr>
        </p:nvSpPr>
        <p:spPr>
          <a:xfrm>
            <a:off x="6650736" y="4225192"/>
            <a:ext cx="4986528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5"/>
            </p:custDataLst>
          </p:nvPr>
        </p:nvSpPr>
        <p:spPr>
          <a:xfrm>
            <a:off x="6650736" y="6130587"/>
            <a:ext cx="4986528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75DD4012-9323-42EA-B2B1-5659142AB6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069624" y="364177"/>
            <a:ext cx="567640" cy="86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9521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lt.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783323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938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9">
            <a:extLst>
              <a:ext uri="{FF2B5EF4-FFF2-40B4-BE49-F238E27FC236}">
                <a16:creationId xmlns:a16="http://schemas.microsoft.com/office/drawing/2014/main" id="{B4BAB1A0-11DF-486A-B63F-3CD30B575D44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2522" y="0"/>
            <a:ext cx="6129478" cy="6858000"/>
          </a:xfrm>
          <a:custGeom>
            <a:avLst/>
            <a:gdLst>
              <a:gd name="connsiteX0" fmla="*/ 0 w 6129478"/>
              <a:gd name="connsiteY0" fmla="*/ 0 h 6858000"/>
              <a:gd name="connsiteX1" fmla="*/ 6129478 w 6129478"/>
              <a:gd name="connsiteY1" fmla="*/ 0 h 6858000"/>
              <a:gd name="connsiteX2" fmla="*/ 6129478 w 6129478"/>
              <a:gd name="connsiteY2" fmla="*/ 6858000 h 6858000"/>
              <a:gd name="connsiteX3" fmla="*/ 0 w 612947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29478" h="6858000">
                <a:moveTo>
                  <a:pt x="0" y="0"/>
                </a:moveTo>
                <a:lnTo>
                  <a:pt x="6129478" y="0"/>
                </a:lnTo>
                <a:lnTo>
                  <a:pt x="612947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57" name="RectangleLight">
            <a:extLst>
              <a:ext uri="{FF2B5EF4-FFF2-40B4-BE49-F238E27FC236}">
                <a16:creationId xmlns:a16="http://schemas.microsoft.com/office/drawing/2014/main" id="{25E44379-957D-4C9E-A6B3-8AF529E5EEC6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99ADFFB-3469-4234-8D0E-3511CB65D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30920" t="19524" r="30920" b="22511"/>
          <a:stretch/>
        </p:blipFill>
        <p:spPr>
          <a:xfrm>
            <a:off x="551688" y="364177"/>
            <a:ext cx="567640" cy="862228"/>
          </a:xfrm>
          <a:prstGeom prst="rect">
            <a:avLst/>
          </a:prstGeom>
        </p:spPr>
      </p:pic>
      <p:sp>
        <p:nvSpPr>
          <p:cNvPr id="13" name="Documenttype">
            <a:extLst>
              <a:ext uri="{FF2B5EF4-FFF2-40B4-BE49-F238E27FC236}">
                <a16:creationId xmlns:a16="http://schemas.microsoft.com/office/drawing/2014/main" id="{F46D333D-3123-4E24-A73A-5A8EA394C0E2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551688" y="6130587"/>
            <a:ext cx="4988687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6CAA0CFE-82F6-4203-BEDD-F877C467EEB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1688" y="3439576"/>
            <a:ext cx="4988687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7" name="Subtitle">
            <a:extLst>
              <a:ext uri="{FF2B5EF4-FFF2-40B4-BE49-F238E27FC236}">
                <a16:creationId xmlns:a16="http://schemas.microsoft.com/office/drawing/2014/main" id="{FEE46F7D-5BEB-495E-8D9E-A464F50DFAB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1688" y="4225192"/>
            <a:ext cx="4988687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06386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lt.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633339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962"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" name="Picture 20">
            <a:extLst>
              <a:ext uri="{FF2B5EF4-FFF2-40B4-BE49-F238E27FC236}">
                <a16:creationId xmlns:a16="http://schemas.microsoft.com/office/drawing/2014/main" id="{FC7C2AA7-AFC7-4BD5-97D9-1684BF782848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3"/>
            </p:custDataLst>
          </p:nvPr>
        </p:nvSpPr>
        <p:spPr>
          <a:xfrm>
            <a:off x="554735" y="6152016"/>
            <a:ext cx="4988687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cap="all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4"/>
            </p:custDataLst>
          </p:nvPr>
        </p:nvSpPr>
        <p:spPr>
          <a:xfrm>
            <a:off x="554735" y="3439576"/>
            <a:ext cx="4988687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5"/>
            </p:custDataLst>
          </p:nvPr>
        </p:nvSpPr>
        <p:spPr>
          <a:xfrm>
            <a:off x="554735" y="4225192"/>
            <a:ext cx="4988687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0BD6E20-8CB7-4D69-9AE2-6118851811D0}"/>
              </a:ext>
            </a:extLst>
          </p:cNvPr>
          <p:cNvGrpSpPr/>
          <p:nvPr userDrawn="1"/>
        </p:nvGrpSpPr>
        <p:grpSpPr>
          <a:xfrm>
            <a:off x="554735" y="554735"/>
            <a:ext cx="846000" cy="846000"/>
            <a:chOff x="554735" y="554735"/>
            <a:chExt cx="846000" cy="846000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123EC816-ED7D-4038-8033-CD413C8B588C}"/>
                </a:ext>
              </a:extLst>
            </p:cNvPr>
            <p:cNvSpPr/>
            <p:nvPr userDrawn="1"/>
          </p:nvSpPr>
          <p:spPr>
            <a:xfrm>
              <a:off x="554735" y="554735"/>
              <a:ext cx="846000" cy="846000"/>
            </a:xfrm>
            <a:prstGeom prst="roundRect">
              <a:avLst>
                <a:gd name="adj" fmla="val 14134"/>
              </a:avLst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pic>
          <p:nvPicPr>
            <p:cNvPr id="79" name="Рисунок 78">
              <a:extLst>
                <a:ext uri="{FF2B5EF4-FFF2-40B4-BE49-F238E27FC236}">
                  <a16:creationId xmlns:a16="http://schemas.microsoft.com/office/drawing/2014/main" id="{B1E05077-72F5-4A26-B3C8-620255A5B44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0" cstate="hq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 l="30920" t="19524" r="30920" b="22511"/>
            <a:stretch/>
          </p:blipFill>
          <p:spPr>
            <a:xfrm>
              <a:off x="788133" y="689735"/>
              <a:ext cx="379204" cy="576000"/>
            </a:xfrm>
            <a:prstGeom prst="rect">
              <a:avLst/>
            </a:prstGeom>
          </p:spPr>
        </p:pic>
      </p:grpSp>
      <p:sp>
        <p:nvSpPr>
          <p:cNvPr id="123" name="Freeform: Shape 122">
            <a:extLst>
              <a:ext uri="{FF2B5EF4-FFF2-40B4-BE49-F238E27FC236}">
                <a16:creationId xmlns:a16="http://schemas.microsoft.com/office/drawing/2014/main" id="{AB21D232-779B-46AB-AF49-68F17B81B364}"/>
              </a:ext>
            </a:extLst>
          </p:cNvPr>
          <p:cNvSpPr/>
          <p:nvPr userDrawn="1"/>
        </p:nvSpPr>
        <p:spPr>
          <a:xfrm>
            <a:off x="5096395" y="0"/>
            <a:ext cx="1496099" cy="6858000"/>
          </a:xfrm>
          <a:custGeom>
            <a:avLst/>
            <a:gdLst>
              <a:gd name="connsiteX0" fmla="*/ 1496099 w 7095604"/>
              <a:gd name="connsiteY0" fmla="*/ 0 h 6858000"/>
              <a:gd name="connsiteX1" fmla="*/ 7095604 w 7095604"/>
              <a:gd name="connsiteY1" fmla="*/ 0 h 6858000"/>
              <a:gd name="connsiteX2" fmla="*/ 7095604 w 7095604"/>
              <a:gd name="connsiteY2" fmla="*/ 6858000 h 6858000"/>
              <a:gd name="connsiteX3" fmla="*/ 1496099 w 7095604"/>
              <a:gd name="connsiteY3" fmla="*/ 6858000 h 6858000"/>
              <a:gd name="connsiteX4" fmla="*/ 1370893 w 7095604"/>
              <a:gd name="connsiteY4" fmla="*/ 6738628 h 6858000"/>
              <a:gd name="connsiteX5" fmla="*/ 0 w 7095604"/>
              <a:gd name="connsiteY5" fmla="*/ 3429000 h 6858000"/>
              <a:gd name="connsiteX6" fmla="*/ 1370893 w 7095604"/>
              <a:gd name="connsiteY6" fmla="*/ 119373 h 6858000"/>
              <a:gd name="connsiteX0" fmla="*/ 7095604 w 7187044"/>
              <a:gd name="connsiteY0" fmla="*/ 0 h 6858000"/>
              <a:gd name="connsiteX1" fmla="*/ 7095604 w 7187044"/>
              <a:gd name="connsiteY1" fmla="*/ 6858000 h 6858000"/>
              <a:gd name="connsiteX2" fmla="*/ 1496099 w 7187044"/>
              <a:gd name="connsiteY2" fmla="*/ 6858000 h 6858000"/>
              <a:gd name="connsiteX3" fmla="*/ 1370893 w 7187044"/>
              <a:gd name="connsiteY3" fmla="*/ 6738628 h 6858000"/>
              <a:gd name="connsiteX4" fmla="*/ 0 w 7187044"/>
              <a:gd name="connsiteY4" fmla="*/ 3429000 h 6858000"/>
              <a:gd name="connsiteX5" fmla="*/ 1370893 w 7187044"/>
              <a:gd name="connsiteY5" fmla="*/ 119373 h 6858000"/>
              <a:gd name="connsiteX6" fmla="*/ 1496099 w 7187044"/>
              <a:gd name="connsiteY6" fmla="*/ 0 h 6858000"/>
              <a:gd name="connsiteX7" fmla="*/ 7187044 w 7187044"/>
              <a:gd name="connsiteY7" fmla="*/ 91440 h 6858000"/>
              <a:gd name="connsiteX0" fmla="*/ 7095604 w 7095604"/>
              <a:gd name="connsiteY0" fmla="*/ 0 h 6858000"/>
              <a:gd name="connsiteX1" fmla="*/ 7095604 w 7095604"/>
              <a:gd name="connsiteY1" fmla="*/ 6858000 h 6858000"/>
              <a:gd name="connsiteX2" fmla="*/ 1496099 w 7095604"/>
              <a:gd name="connsiteY2" fmla="*/ 6858000 h 6858000"/>
              <a:gd name="connsiteX3" fmla="*/ 1370893 w 7095604"/>
              <a:gd name="connsiteY3" fmla="*/ 6738628 h 6858000"/>
              <a:gd name="connsiteX4" fmla="*/ 0 w 7095604"/>
              <a:gd name="connsiteY4" fmla="*/ 3429000 h 6858000"/>
              <a:gd name="connsiteX5" fmla="*/ 1370893 w 7095604"/>
              <a:gd name="connsiteY5" fmla="*/ 119373 h 6858000"/>
              <a:gd name="connsiteX6" fmla="*/ 1496099 w 7095604"/>
              <a:gd name="connsiteY6" fmla="*/ 0 h 6858000"/>
              <a:gd name="connsiteX0" fmla="*/ 7095604 w 7095604"/>
              <a:gd name="connsiteY0" fmla="*/ 6858000 h 6858000"/>
              <a:gd name="connsiteX1" fmla="*/ 1496099 w 7095604"/>
              <a:gd name="connsiteY1" fmla="*/ 6858000 h 6858000"/>
              <a:gd name="connsiteX2" fmla="*/ 1370893 w 7095604"/>
              <a:gd name="connsiteY2" fmla="*/ 6738628 h 6858000"/>
              <a:gd name="connsiteX3" fmla="*/ 0 w 7095604"/>
              <a:gd name="connsiteY3" fmla="*/ 3429000 h 6858000"/>
              <a:gd name="connsiteX4" fmla="*/ 1370893 w 7095604"/>
              <a:gd name="connsiteY4" fmla="*/ 119373 h 6858000"/>
              <a:gd name="connsiteX5" fmla="*/ 1496099 w 7095604"/>
              <a:gd name="connsiteY5" fmla="*/ 0 h 6858000"/>
              <a:gd name="connsiteX0" fmla="*/ 1496099 w 1496099"/>
              <a:gd name="connsiteY0" fmla="*/ 6858000 h 6858000"/>
              <a:gd name="connsiteX1" fmla="*/ 1370893 w 1496099"/>
              <a:gd name="connsiteY1" fmla="*/ 6738628 h 6858000"/>
              <a:gd name="connsiteX2" fmla="*/ 0 w 1496099"/>
              <a:gd name="connsiteY2" fmla="*/ 3429000 h 6858000"/>
              <a:gd name="connsiteX3" fmla="*/ 1370893 w 1496099"/>
              <a:gd name="connsiteY3" fmla="*/ 119373 h 6858000"/>
              <a:gd name="connsiteX4" fmla="*/ 1496099 w 1496099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6099" h="6858000">
                <a:moveTo>
                  <a:pt x="1496099" y="6858000"/>
                </a:moveTo>
                <a:lnTo>
                  <a:pt x="1370893" y="6738628"/>
                </a:lnTo>
                <a:cubicBezTo>
                  <a:pt x="523885" y="5891620"/>
                  <a:pt x="0" y="4721490"/>
                  <a:pt x="0" y="3429000"/>
                </a:cubicBezTo>
                <a:cubicBezTo>
                  <a:pt x="0" y="2136510"/>
                  <a:pt x="523885" y="966380"/>
                  <a:pt x="1370893" y="119373"/>
                </a:cubicBezTo>
                <a:lnTo>
                  <a:pt x="1496099" y="0"/>
                </a:lnTo>
              </a:path>
            </a:pathLst>
          </a:custGeom>
          <a:noFill/>
          <a:ln w="6350" cap="sq">
            <a:solidFill>
              <a:srgbClr val="FFE5E3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34952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&gt;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607676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987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26624"/>
            <a:ext cx="10402821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4736" y="958596"/>
            <a:ext cx="110825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8BA8F59A-CB72-48D6-B3D2-6A140E560412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C5D3E7E4-7925-479D-8D9F-DD3C3AB5DE15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36246111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 3 line &gt;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690963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11"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33766"/>
            <a:ext cx="10402821" cy="1015663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7" name="Sticker" hidden="1">
            <a:extLst>
              <a:ext uri="{FF2B5EF4-FFF2-40B4-BE49-F238E27FC236}">
                <a16:creationId xmlns:a16="http://schemas.microsoft.com/office/drawing/2014/main" id="{E30781E1-3A60-4DB2-9689-3148C8F0C72D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28172203-2C9F-4F6B-BCA4-2EC5E18B352D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2" name="1. On-page tracker">
            <a:extLst>
              <a:ext uri="{FF2B5EF4-FFF2-40B4-BE49-F238E27FC236}">
                <a16:creationId xmlns:a16="http://schemas.microsoft.com/office/drawing/2014/main" id="{DFC7CD0F-D7AF-4F85-830B-0EA4FF06F98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19792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&gt;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157294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034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26624"/>
            <a:ext cx="10402821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2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4736" y="958596"/>
            <a:ext cx="110825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D518C557-F666-4289-9A44-B37CFAE0B72C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BEAE73F6-5CCF-4E9B-AADE-40DD5B2A8F1C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A177F935-75A3-4AB9-BA45-809F056F111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grpSp>
        <p:nvGrpSpPr>
          <p:cNvPr id="11" name="Grid">
            <a:extLst>
              <a:ext uri="{FF2B5EF4-FFF2-40B4-BE49-F238E27FC236}">
                <a16:creationId xmlns:a16="http://schemas.microsoft.com/office/drawing/2014/main" id="{4FEC4237-A546-437A-A879-20113FC59E05}"/>
              </a:ext>
            </a:extLst>
          </p:cNvPr>
          <p:cNvGrpSpPr/>
          <p:nvPr userDrawn="1"/>
        </p:nvGrpSpPr>
        <p:grpSpPr>
          <a:xfrm>
            <a:off x="-942096" y="-468000"/>
            <a:ext cx="12576312" cy="6735293"/>
            <a:chOff x="-942096" y="-468000"/>
            <a:chExt cx="12576312" cy="6735293"/>
          </a:xfrm>
        </p:grpSpPr>
        <p:sp>
          <p:nvSpPr>
            <p:cNvPr id="16" name="Rectangle 39">
              <a:extLst>
                <a:ext uri="{FF2B5EF4-FFF2-40B4-BE49-F238E27FC236}">
                  <a16:creationId xmlns:a16="http://schemas.microsoft.com/office/drawing/2014/main" id="{1BE84CF1-CA74-4B66-840D-8A4C66A7FC45}"/>
                </a:ext>
              </a:extLst>
            </p:cNvPr>
            <p:cNvSpPr>
              <a:spLocks/>
            </p:cNvSpPr>
            <p:nvPr/>
          </p:nvSpPr>
          <p:spPr>
            <a:xfrm>
              <a:off x="-471048" y="1335293"/>
              <a:ext cx="360000" cy="4932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17" name="Rectangle 255">
              <a:extLst>
                <a:ext uri="{FF2B5EF4-FFF2-40B4-BE49-F238E27FC236}">
                  <a16:creationId xmlns:a16="http://schemas.microsoft.com/office/drawing/2014/main" id="{6B6F8D4C-9EA0-43B8-AE50-DDD3ECB8CF55}"/>
                </a:ext>
              </a:extLst>
            </p:cNvPr>
            <p:cNvSpPr>
              <a:spLocks/>
            </p:cNvSpPr>
            <p:nvPr/>
          </p:nvSpPr>
          <p:spPr>
            <a:xfrm>
              <a:off x="551688" y="-468000"/>
              <a:ext cx="11082528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Default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18" name="Rectangle 256">
              <a:extLst>
                <a:ext uri="{FF2B5EF4-FFF2-40B4-BE49-F238E27FC236}">
                  <a16:creationId xmlns:a16="http://schemas.microsoft.com/office/drawing/2014/main" id="{CAFB49BA-C6D5-48F5-8E80-FA5898CF6A61}"/>
                </a:ext>
              </a:extLst>
            </p:cNvPr>
            <p:cNvSpPr>
              <a:spLocks/>
            </p:cNvSpPr>
            <p:nvPr/>
          </p:nvSpPr>
          <p:spPr>
            <a:xfrm>
              <a:off x="3755136" y="-468000"/>
              <a:ext cx="7879080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1/4</a:t>
              </a:r>
            </a:p>
          </p:txBody>
        </p:sp>
        <p:sp>
          <p:nvSpPr>
            <p:cNvPr id="19" name="Rectangle 257">
              <a:extLst>
                <a:ext uri="{FF2B5EF4-FFF2-40B4-BE49-F238E27FC236}">
                  <a16:creationId xmlns:a16="http://schemas.microsoft.com/office/drawing/2014/main" id="{8B21EC27-A9AC-4E9E-9E84-1816AE712C6C}"/>
                </a:ext>
              </a:extLst>
            </p:cNvPr>
            <p:cNvSpPr>
              <a:spLocks/>
            </p:cNvSpPr>
            <p:nvPr/>
          </p:nvSpPr>
          <p:spPr>
            <a:xfrm>
              <a:off x="4706112" y="-468000"/>
              <a:ext cx="6928104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1/3</a:t>
              </a:r>
            </a:p>
          </p:txBody>
        </p:sp>
        <p:sp>
          <p:nvSpPr>
            <p:cNvPr id="20" name="Rectangle 258">
              <a:extLst>
                <a:ext uri="{FF2B5EF4-FFF2-40B4-BE49-F238E27FC236}">
                  <a16:creationId xmlns:a16="http://schemas.microsoft.com/office/drawing/2014/main" id="{A159A8CB-3401-4870-8FEC-A20F86A56077}"/>
                </a:ext>
              </a:extLst>
            </p:cNvPr>
            <p:cNvSpPr>
              <a:spLocks/>
            </p:cNvSpPr>
            <p:nvPr/>
          </p:nvSpPr>
          <p:spPr>
            <a:xfrm>
              <a:off x="6437376" y="-468000"/>
              <a:ext cx="5196840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1/2</a:t>
              </a:r>
            </a:p>
          </p:txBody>
        </p:sp>
        <p:sp>
          <p:nvSpPr>
            <p:cNvPr id="21" name="Rectangle 259">
              <a:extLst>
                <a:ext uri="{FF2B5EF4-FFF2-40B4-BE49-F238E27FC236}">
                  <a16:creationId xmlns:a16="http://schemas.microsoft.com/office/drawing/2014/main" id="{8BA58CA1-5274-419F-9659-26673FE87794}"/>
                </a:ext>
              </a:extLst>
            </p:cNvPr>
            <p:cNvSpPr>
              <a:spLocks/>
            </p:cNvSpPr>
            <p:nvPr/>
          </p:nvSpPr>
          <p:spPr>
            <a:xfrm>
              <a:off x="8171688" y="-468000"/>
              <a:ext cx="3462528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2/3</a:t>
              </a:r>
            </a:p>
          </p:txBody>
        </p:sp>
        <p:sp>
          <p:nvSpPr>
            <p:cNvPr id="22" name="Rectangle 260">
              <a:extLst>
                <a:ext uri="{FF2B5EF4-FFF2-40B4-BE49-F238E27FC236}">
                  <a16:creationId xmlns:a16="http://schemas.microsoft.com/office/drawing/2014/main" id="{B3EEDCB3-AE13-4C8E-A77B-EF706E448341}"/>
                </a:ext>
              </a:extLst>
            </p:cNvPr>
            <p:cNvSpPr>
              <a:spLocks/>
            </p:cNvSpPr>
            <p:nvPr/>
          </p:nvSpPr>
          <p:spPr>
            <a:xfrm>
              <a:off x="9122792" y="-468000"/>
              <a:ext cx="2511424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3/4</a:t>
              </a:r>
            </a:p>
          </p:txBody>
        </p:sp>
        <p:cxnSp>
          <p:nvCxnSpPr>
            <p:cNvPr id="23" name="Straight Connector 266">
              <a:extLst>
                <a:ext uri="{FF2B5EF4-FFF2-40B4-BE49-F238E27FC236}">
                  <a16:creationId xmlns:a16="http://schemas.microsoft.com/office/drawing/2014/main" id="{7F6E0470-E080-4CEA-AB88-F5CBDC732C43}"/>
                </a:ext>
              </a:extLst>
            </p:cNvPr>
            <p:cNvCxnSpPr>
              <a:cxnSpLocks/>
            </p:cNvCxnSpPr>
            <p:nvPr/>
          </p:nvCxnSpPr>
          <p:spPr>
            <a:xfrm>
              <a:off x="3755136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76">
              <a:extLst>
                <a:ext uri="{FF2B5EF4-FFF2-40B4-BE49-F238E27FC236}">
                  <a16:creationId xmlns:a16="http://schemas.microsoft.com/office/drawing/2014/main" id="{ACCD7822-4454-42B1-8376-4DFA4623B9E3}"/>
                </a:ext>
              </a:extLst>
            </p:cNvPr>
            <p:cNvCxnSpPr>
              <a:cxnSpLocks/>
            </p:cNvCxnSpPr>
            <p:nvPr/>
          </p:nvCxnSpPr>
          <p:spPr>
            <a:xfrm>
              <a:off x="4706112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78">
              <a:extLst>
                <a:ext uri="{FF2B5EF4-FFF2-40B4-BE49-F238E27FC236}">
                  <a16:creationId xmlns:a16="http://schemas.microsoft.com/office/drawing/2014/main" id="{838D3F53-5195-478A-B513-41C2075D368F}"/>
                </a:ext>
              </a:extLst>
            </p:cNvPr>
            <p:cNvCxnSpPr>
              <a:cxnSpLocks/>
            </p:cNvCxnSpPr>
            <p:nvPr/>
          </p:nvCxnSpPr>
          <p:spPr>
            <a:xfrm>
              <a:off x="6437376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79">
              <a:extLst>
                <a:ext uri="{FF2B5EF4-FFF2-40B4-BE49-F238E27FC236}">
                  <a16:creationId xmlns:a16="http://schemas.microsoft.com/office/drawing/2014/main" id="{BBAB8B02-A4CD-4E60-B8B7-F62A42998F83}"/>
                </a:ext>
              </a:extLst>
            </p:cNvPr>
            <p:cNvCxnSpPr>
              <a:cxnSpLocks/>
            </p:cNvCxnSpPr>
            <p:nvPr/>
          </p:nvCxnSpPr>
          <p:spPr>
            <a:xfrm>
              <a:off x="8171688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82">
              <a:extLst>
                <a:ext uri="{FF2B5EF4-FFF2-40B4-BE49-F238E27FC236}">
                  <a16:creationId xmlns:a16="http://schemas.microsoft.com/office/drawing/2014/main" id="{9E20C100-3357-441F-B5E1-71DC8751C394}"/>
                </a:ext>
              </a:extLst>
            </p:cNvPr>
            <p:cNvCxnSpPr>
              <a:cxnSpLocks/>
            </p:cNvCxnSpPr>
            <p:nvPr/>
          </p:nvCxnSpPr>
          <p:spPr>
            <a:xfrm>
              <a:off x="9122792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60">
              <a:extLst>
                <a:ext uri="{FF2B5EF4-FFF2-40B4-BE49-F238E27FC236}">
                  <a16:creationId xmlns:a16="http://schemas.microsoft.com/office/drawing/2014/main" id="{CF79C6E8-FBCB-43EA-9B87-DE70C337E5D6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856412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61">
              <a:extLst>
                <a:ext uri="{FF2B5EF4-FFF2-40B4-BE49-F238E27FC236}">
                  <a16:creationId xmlns:a16="http://schemas.microsoft.com/office/drawing/2014/main" id="{4FECD9E3-A61D-4132-82D0-F397DDE00AD8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1329497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62">
              <a:extLst>
                <a:ext uri="{FF2B5EF4-FFF2-40B4-BE49-F238E27FC236}">
                  <a16:creationId xmlns:a16="http://schemas.microsoft.com/office/drawing/2014/main" id="{F7B665DA-3A87-4CF4-A552-D9C43A062D0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808511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63">
              <a:extLst>
                <a:ext uri="{FF2B5EF4-FFF2-40B4-BE49-F238E27FC236}">
                  <a16:creationId xmlns:a16="http://schemas.microsoft.com/office/drawing/2014/main" id="{2F8B9619-0088-4371-959C-3938B38A8FC4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2760610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64">
              <a:extLst>
                <a:ext uri="{FF2B5EF4-FFF2-40B4-BE49-F238E27FC236}">
                  <a16:creationId xmlns:a16="http://schemas.microsoft.com/office/drawing/2014/main" id="{9D63C713-28C0-4C3E-ADFE-824B2F5ACA2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3712709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65">
              <a:extLst>
                <a:ext uri="{FF2B5EF4-FFF2-40B4-BE49-F238E27FC236}">
                  <a16:creationId xmlns:a16="http://schemas.microsoft.com/office/drawing/2014/main" id="{C522B35A-648A-4D9F-B4A1-8BA62280A2E7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4664808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66">
              <a:extLst>
                <a:ext uri="{FF2B5EF4-FFF2-40B4-BE49-F238E27FC236}">
                  <a16:creationId xmlns:a16="http://schemas.microsoft.com/office/drawing/2014/main" id="{256F4808-5A36-4D60-AEC7-A75FB6508BD4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616907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67">
              <a:extLst>
                <a:ext uri="{FF2B5EF4-FFF2-40B4-BE49-F238E27FC236}">
                  <a16:creationId xmlns:a16="http://schemas.microsoft.com/office/drawing/2014/main" id="{1D450992-7FE2-4B25-8D5D-5742F65B541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6569006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68">
              <a:extLst>
                <a:ext uri="{FF2B5EF4-FFF2-40B4-BE49-F238E27FC236}">
                  <a16:creationId xmlns:a16="http://schemas.microsoft.com/office/drawing/2014/main" id="{6E05D351-C064-457A-AB6F-088D3D15C67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7521105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69">
              <a:extLst>
                <a:ext uri="{FF2B5EF4-FFF2-40B4-BE49-F238E27FC236}">
                  <a16:creationId xmlns:a16="http://schemas.microsoft.com/office/drawing/2014/main" id="{657336D3-8A91-436A-AAB0-85788BD8B173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8473204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70">
              <a:extLst>
                <a:ext uri="{FF2B5EF4-FFF2-40B4-BE49-F238E27FC236}">
                  <a16:creationId xmlns:a16="http://schemas.microsoft.com/office/drawing/2014/main" id="{1D2C8FBE-4546-4505-AAA3-9F818A6E1CA0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9425303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71">
              <a:extLst>
                <a:ext uri="{FF2B5EF4-FFF2-40B4-BE49-F238E27FC236}">
                  <a16:creationId xmlns:a16="http://schemas.microsoft.com/office/drawing/2014/main" id="{CDCB4743-5576-428D-BA50-9EF3356F75C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0377402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Freeform: Shape 73">
              <a:extLst>
                <a:ext uri="{FF2B5EF4-FFF2-40B4-BE49-F238E27FC236}">
                  <a16:creationId xmlns:a16="http://schemas.microsoft.com/office/drawing/2014/main" id="{A64D75F7-959A-4690-AE47-9394D2285174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64337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74">
              <a:extLst>
                <a:ext uri="{FF2B5EF4-FFF2-40B4-BE49-F238E27FC236}">
                  <a16:creationId xmlns:a16="http://schemas.microsoft.com/office/drawing/2014/main" id="{20AE5433-53CF-4628-87FF-E8535313FB5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116436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75">
              <a:extLst>
                <a:ext uri="{FF2B5EF4-FFF2-40B4-BE49-F238E27FC236}">
                  <a16:creationId xmlns:a16="http://schemas.microsoft.com/office/drawing/2014/main" id="{169ED0C3-373C-427F-8585-5F651D33CD05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3068535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76">
              <a:extLst>
                <a:ext uri="{FF2B5EF4-FFF2-40B4-BE49-F238E27FC236}">
                  <a16:creationId xmlns:a16="http://schemas.microsoft.com/office/drawing/2014/main" id="{C5798341-E9A9-43A2-8D90-CBFBC5EFDE01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020633" y="1335293"/>
              <a:ext cx="339450" cy="4932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77">
              <a:extLst>
                <a:ext uri="{FF2B5EF4-FFF2-40B4-BE49-F238E27FC236}">
                  <a16:creationId xmlns:a16="http://schemas.microsoft.com/office/drawing/2014/main" id="{BB0A969A-4E27-4EF5-8FB7-480AB941EA7D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972732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78">
              <a:extLst>
                <a:ext uri="{FF2B5EF4-FFF2-40B4-BE49-F238E27FC236}">
                  <a16:creationId xmlns:a16="http://schemas.microsoft.com/office/drawing/2014/main" id="{92C2BC54-578E-4DEB-936F-DDB3DCA62BB3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924831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79">
              <a:extLst>
                <a:ext uri="{FF2B5EF4-FFF2-40B4-BE49-F238E27FC236}">
                  <a16:creationId xmlns:a16="http://schemas.microsoft.com/office/drawing/2014/main" id="{F4525A39-64DD-4200-83C8-CED8AB047EE8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6876930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80">
              <a:extLst>
                <a:ext uri="{FF2B5EF4-FFF2-40B4-BE49-F238E27FC236}">
                  <a16:creationId xmlns:a16="http://schemas.microsoft.com/office/drawing/2014/main" id="{29AF4DDC-8502-4E76-A256-814DBD552A8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7829029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81">
              <a:extLst>
                <a:ext uri="{FF2B5EF4-FFF2-40B4-BE49-F238E27FC236}">
                  <a16:creationId xmlns:a16="http://schemas.microsoft.com/office/drawing/2014/main" id="{B28AAE2D-0BF9-4A08-9C56-B4C92D58990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8781128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82">
              <a:extLst>
                <a:ext uri="{FF2B5EF4-FFF2-40B4-BE49-F238E27FC236}">
                  <a16:creationId xmlns:a16="http://schemas.microsoft.com/office/drawing/2014/main" id="{195B1F88-5FE5-4D28-A8C4-2E0579542D25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9733226" y="1335293"/>
              <a:ext cx="339450" cy="4932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83">
              <a:extLst>
                <a:ext uri="{FF2B5EF4-FFF2-40B4-BE49-F238E27FC236}">
                  <a16:creationId xmlns:a16="http://schemas.microsoft.com/office/drawing/2014/main" id="{0B29EE42-332C-4E43-A40A-4DBC8460FF4C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685324" y="1335293"/>
              <a:ext cx="336244" cy="4932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104">
              <a:extLst>
                <a:ext uri="{FF2B5EF4-FFF2-40B4-BE49-F238E27FC236}">
                  <a16:creationId xmlns:a16="http://schemas.microsoft.com/office/drawing/2014/main" id="{726218AC-5F31-4592-9D94-D6E537CB3AE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81258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7">
              <a:extLst>
                <a:ext uri="{FF2B5EF4-FFF2-40B4-BE49-F238E27FC236}">
                  <a16:creationId xmlns:a16="http://schemas.microsoft.com/office/drawing/2014/main" id="{DD75F868-2704-4FB5-BA78-70E91216F07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44897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8">
              <a:extLst>
                <a:ext uri="{FF2B5EF4-FFF2-40B4-BE49-F238E27FC236}">
                  <a16:creationId xmlns:a16="http://schemas.microsoft.com/office/drawing/2014/main" id="{AC4C4121-0C22-4F78-8BEC-1054E7510340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13077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9">
              <a:extLst>
                <a:ext uri="{FF2B5EF4-FFF2-40B4-BE49-F238E27FC236}">
                  <a16:creationId xmlns:a16="http://schemas.microsoft.com/office/drawing/2014/main" id="{AADF3EDF-BCA9-4C19-86DC-68338E2847A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08536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10">
              <a:extLst>
                <a:ext uri="{FF2B5EF4-FFF2-40B4-BE49-F238E27FC236}">
                  <a16:creationId xmlns:a16="http://schemas.microsoft.com/office/drawing/2014/main" id="{124E86F8-EABA-45F4-A223-3615267FA65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76716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11">
              <a:extLst>
                <a:ext uri="{FF2B5EF4-FFF2-40B4-BE49-F238E27FC236}">
                  <a16:creationId xmlns:a16="http://schemas.microsoft.com/office/drawing/2014/main" id="{9B862D3F-0D51-4546-8C64-9ECCA52BE43C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72174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12">
              <a:extLst>
                <a:ext uri="{FF2B5EF4-FFF2-40B4-BE49-F238E27FC236}">
                  <a16:creationId xmlns:a16="http://schemas.microsoft.com/office/drawing/2014/main" id="{F469876B-3A0C-445B-A205-E2AC5738499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40355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13">
              <a:extLst>
                <a:ext uri="{FF2B5EF4-FFF2-40B4-BE49-F238E27FC236}">
                  <a16:creationId xmlns:a16="http://schemas.microsoft.com/office/drawing/2014/main" id="{86793974-8314-46B9-968D-5A52D89D35E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35813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4">
              <a:extLst>
                <a:ext uri="{FF2B5EF4-FFF2-40B4-BE49-F238E27FC236}">
                  <a16:creationId xmlns:a16="http://schemas.microsoft.com/office/drawing/2014/main" id="{88F19FB9-AFC8-4C38-B4BC-F77388D2296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03994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5">
              <a:extLst>
                <a:ext uri="{FF2B5EF4-FFF2-40B4-BE49-F238E27FC236}">
                  <a16:creationId xmlns:a16="http://schemas.microsoft.com/office/drawing/2014/main" id="{B081DCAE-EA52-47D4-A00E-B7273458701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99452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6">
              <a:extLst>
                <a:ext uri="{FF2B5EF4-FFF2-40B4-BE49-F238E27FC236}">
                  <a16:creationId xmlns:a16="http://schemas.microsoft.com/office/drawing/2014/main" id="{2C47C7AE-D1B7-4865-8218-2D418F9F7DD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67633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7">
              <a:extLst>
                <a:ext uri="{FF2B5EF4-FFF2-40B4-BE49-F238E27FC236}">
                  <a16:creationId xmlns:a16="http://schemas.microsoft.com/office/drawing/2014/main" id="{A75DB47A-76FC-4F81-87FE-564774322844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63091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8">
              <a:extLst>
                <a:ext uri="{FF2B5EF4-FFF2-40B4-BE49-F238E27FC236}">
                  <a16:creationId xmlns:a16="http://schemas.microsoft.com/office/drawing/2014/main" id="{EE938780-CEF7-44A1-A941-B83D2600044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31271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20">
              <a:extLst>
                <a:ext uri="{FF2B5EF4-FFF2-40B4-BE49-F238E27FC236}">
                  <a16:creationId xmlns:a16="http://schemas.microsoft.com/office/drawing/2014/main" id="{B0A10F62-CB21-4149-85FE-A3A8ACA0981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94910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06">
              <a:extLst>
                <a:ext uri="{FF2B5EF4-FFF2-40B4-BE49-F238E27FC236}">
                  <a16:creationId xmlns:a16="http://schemas.microsoft.com/office/drawing/2014/main" id="{CD5D7B33-32CD-4564-BF43-E6ED2361F1A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49439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27">
              <a:extLst>
                <a:ext uri="{FF2B5EF4-FFF2-40B4-BE49-F238E27FC236}">
                  <a16:creationId xmlns:a16="http://schemas.microsoft.com/office/drawing/2014/main" id="{C4E098E4-680E-47E5-B8F0-8EDC541EAB3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97168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28">
              <a:extLst>
                <a:ext uri="{FF2B5EF4-FFF2-40B4-BE49-F238E27FC236}">
                  <a16:creationId xmlns:a16="http://schemas.microsoft.com/office/drawing/2014/main" id="{B5F90315-2283-438A-B089-49508D6CBA20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65348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29">
              <a:extLst>
                <a:ext uri="{FF2B5EF4-FFF2-40B4-BE49-F238E27FC236}">
                  <a16:creationId xmlns:a16="http://schemas.microsoft.com/office/drawing/2014/main" id="{0FE89B36-412C-47DC-A00F-D9D998844AF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60806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30">
              <a:extLst>
                <a:ext uri="{FF2B5EF4-FFF2-40B4-BE49-F238E27FC236}">
                  <a16:creationId xmlns:a16="http://schemas.microsoft.com/office/drawing/2014/main" id="{2B69AADC-C918-46A9-9380-2F2FE22BCD2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28987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31">
              <a:extLst>
                <a:ext uri="{FF2B5EF4-FFF2-40B4-BE49-F238E27FC236}">
                  <a16:creationId xmlns:a16="http://schemas.microsoft.com/office/drawing/2014/main" id="{49AACD4F-52C6-46E4-882F-CBAA6DE91FF3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24445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32">
              <a:extLst>
                <a:ext uri="{FF2B5EF4-FFF2-40B4-BE49-F238E27FC236}">
                  <a16:creationId xmlns:a16="http://schemas.microsoft.com/office/drawing/2014/main" id="{37F7917F-62D8-4E27-A159-F39D152D1E0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92626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33">
              <a:extLst>
                <a:ext uri="{FF2B5EF4-FFF2-40B4-BE49-F238E27FC236}">
                  <a16:creationId xmlns:a16="http://schemas.microsoft.com/office/drawing/2014/main" id="{D2B68FBE-D800-4FDD-8F41-00EB53C9F98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88084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34">
              <a:extLst>
                <a:ext uri="{FF2B5EF4-FFF2-40B4-BE49-F238E27FC236}">
                  <a16:creationId xmlns:a16="http://schemas.microsoft.com/office/drawing/2014/main" id="{FE40F953-EED4-441C-8D71-8E282A90C6F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56265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35">
              <a:extLst>
                <a:ext uri="{FF2B5EF4-FFF2-40B4-BE49-F238E27FC236}">
                  <a16:creationId xmlns:a16="http://schemas.microsoft.com/office/drawing/2014/main" id="{676B198E-6429-4FA7-9474-742B9A428C0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51723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36">
              <a:extLst>
                <a:ext uri="{FF2B5EF4-FFF2-40B4-BE49-F238E27FC236}">
                  <a16:creationId xmlns:a16="http://schemas.microsoft.com/office/drawing/2014/main" id="{5EAB8946-68EA-468D-B6D4-4322F395E10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19903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37">
              <a:extLst>
                <a:ext uri="{FF2B5EF4-FFF2-40B4-BE49-F238E27FC236}">
                  <a16:creationId xmlns:a16="http://schemas.microsoft.com/office/drawing/2014/main" id="{FBF42C8A-9400-4C9A-8044-BF04C86099C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15362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38">
              <a:extLst>
                <a:ext uri="{FF2B5EF4-FFF2-40B4-BE49-F238E27FC236}">
                  <a16:creationId xmlns:a16="http://schemas.microsoft.com/office/drawing/2014/main" id="{2C19C7AF-41F0-42C4-8AD0-781A29C98F96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83542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39">
              <a:extLst>
                <a:ext uri="{FF2B5EF4-FFF2-40B4-BE49-F238E27FC236}">
                  <a16:creationId xmlns:a16="http://schemas.microsoft.com/office/drawing/2014/main" id="{1552720B-75B2-4BCC-9ED1-5A9E480D682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79000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40">
              <a:extLst>
                <a:ext uri="{FF2B5EF4-FFF2-40B4-BE49-F238E27FC236}">
                  <a16:creationId xmlns:a16="http://schemas.microsoft.com/office/drawing/2014/main" id="{62F8E037-5DD4-458C-9B79-50DB8D1D513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47181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42">
              <a:extLst>
                <a:ext uri="{FF2B5EF4-FFF2-40B4-BE49-F238E27FC236}">
                  <a16:creationId xmlns:a16="http://schemas.microsoft.com/office/drawing/2014/main" id="{18949D6A-25A7-4F2D-BF60-45CCC801623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610820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Area">
              <a:extLst>
                <a:ext uri="{FF2B5EF4-FFF2-40B4-BE49-F238E27FC236}">
                  <a16:creationId xmlns:a16="http://schemas.microsoft.com/office/drawing/2014/main" id="{167EFA4C-20A4-4859-A4FF-C93B90D57039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51688" y="1335293"/>
              <a:ext cx="11082528" cy="4932000"/>
            </a:xfrm>
            <a:prstGeom prst="rect">
              <a:avLst/>
            </a:prstGeom>
            <a:noFill/>
            <a:ln w="6350">
              <a:solidFill>
                <a:srgbClr val="00B0F0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Rectangle 39">
              <a:extLst>
                <a:ext uri="{FF2B5EF4-FFF2-40B4-BE49-F238E27FC236}">
                  <a16:creationId xmlns:a16="http://schemas.microsoft.com/office/drawing/2014/main" id="{45BE284B-0479-4382-9A2C-98DDC89BAE08}"/>
                </a:ext>
              </a:extLst>
            </p:cNvPr>
            <p:cNvSpPr>
              <a:spLocks/>
            </p:cNvSpPr>
            <p:nvPr userDrawn="1"/>
          </p:nvSpPr>
          <p:spPr>
            <a:xfrm>
              <a:off x="-942096" y="1335293"/>
              <a:ext cx="360000" cy="4932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1L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83" name="Rectangle 39">
              <a:extLst>
                <a:ext uri="{FF2B5EF4-FFF2-40B4-BE49-F238E27FC236}">
                  <a16:creationId xmlns:a16="http://schemas.microsoft.com/office/drawing/2014/main" id="{15D0EC69-1972-4E56-BA3C-9E69C1E772EF}"/>
                </a:ext>
              </a:extLst>
            </p:cNvPr>
            <p:cNvSpPr>
              <a:spLocks/>
            </p:cNvSpPr>
            <p:nvPr userDrawn="1"/>
          </p:nvSpPr>
          <p:spPr>
            <a:xfrm>
              <a:off x="-942096" y="1671379"/>
              <a:ext cx="360000" cy="4595914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2L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84" name="Rectangle 39">
              <a:extLst>
                <a:ext uri="{FF2B5EF4-FFF2-40B4-BE49-F238E27FC236}">
                  <a16:creationId xmlns:a16="http://schemas.microsoft.com/office/drawing/2014/main" id="{7CBAB2C2-BD8C-457C-B204-E466BC8FF0FA}"/>
                </a:ext>
              </a:extLst>
            </p:cNvPr>
            <p:cNvSpPr>
              <a:spLocks/>
            </p:cNvSpPr>
            <p:nvPr userDrawn="1"/>
          </p:nvSpPr>
          <p:spPr>
            <a:xfrm>
              <a:off x="-942096" y="2007465"/>
              <a:ext cx="360000" cy="4259828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3L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50627FA8-D4A8-4B59-97CC-C531AFD4764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942096" y="1671379"/>
              <a:ext cx="360000" cy="0"/>
            </a:xfrm>
            <a:prstGeom prst="line">
              <a:avLst/>
            </a:prstGeom>
            <a:ln w="9525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74A77CDA-B42B-42CC-B5AF-72FF70C4CA7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942096" y="2007465"/>
              <a:ext cx="360000" cy="0"/>
            </a:xfrm>
            <a:prstGeom prst="line">
              <a:avLst/>
            </a:prstGeom>
            <a:ln w="9525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4FF7DA16-F9C0-405C-9578-5786CFB755E6}"/>
                </a:ext>
              </a:extLst>
            </p:cNvPr>
            <p:cNvSpPr txBox="1"/>
            <p:nvPr userDrawn="1"/>
          </p:nvSpPr>
          <p:spPr>
            <a:xfrm>
              <a:off x="-869818" y="75506"/>
              <a:ext cx="215444" cy="1195264"/>
            </a:xfrm>
            <a:prstGeom prst="rect">
              <a:avLst/>
            </a:prstGeom>
          </p:spPr>
          <p:txBody>
            <a:bodyPr vert="vert270" wrap="non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dirty="0">
                  <a:solidFill>
                    <a:srgbClr val="7F7F7F"/>
                  </a:solidFill>
                </a:rPr>
                <a:t>Custom &gt; Grey</a:t>
              </a:r>
              <a:endParaRPr lang="ru-RU" dirty="0">
                <a:solidFill>
                  <a:srgbClr val="7F7F7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863927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 3 line &gt;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445595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58"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33766"/>
            <a:ext cx="10402821" cy="1015663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96A6231E-7F3F-4C65-BBEF-722F890A3F15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13" name="4. Footnote" hidden="1">
            <a:extLst>
              <a:ext uri="{FF2B5EF4-FFF2-40B4-BE49-F238E27FC236}">
                <a16:creationId xmlns:a16="http://schemas.microsoft.com/office/drawing/2014/main" id="{458573D1-7240-43B9-94B2-624212EB98CB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691EEC25-294E-4841-9248-7D9EF1A7884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616320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&gt;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348598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082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" name="RectangleLight">
            <a:extLst>
              <a:ext uri="{FF2B5EF4-FFF2-40B4-BE49-F238E27FC236}">
                <a16:creationId xmlns:a16="http://schemas.microsoft.com/office/drawing/2014/main" id="{4ED93B57-FAF2-4386-88B0-1836626D3065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8BA8F59A-CB72-48D6-B3D2-6A140E560412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54734" y="693341"/>
            <a:ext cx="11082528" cy="338554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984763" y="318882"/>
            <a:ext cx="7757766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ru-RU" sz="800" b="0" cap="none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pic>
        <p:nvPicPr>
          <p:cNvPr id="93" name="Рисунок 340">
            <a:extLst>
              <a:ext uri="{FF2B5EF4-FFF2-40B4-BE49-F238E27FC236}">
                <a16:creationId xmlns:a16="http://schemas.microsoft.com/office/drawing/2014/main" id="{D52A229D-C625-41C1-96DF-DDB464E249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30920" t="19524" r="30920" b="22511"/>
          <a:stretch/>
        </p:blipFill>
        <p:spPr>
          <a:xfrm>
            <a:off x="554735" y="223837"/>
            <a:ext cx="206192" cy="313200"/>
          </a:xfrm>
          <a:prstGeom prst="rect">
            <a:avLst/>
          </a:prstGeom>
        </p:spPr>
      </p:pic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C5D3E7E4-7925-479D-8D9F-DD3C3AB5DE15}"/>
              </a:ext>
            </a:extLst>
          </p:cNvPr>
          <p:cNvSpPr txBox="1"/>
          <p:nvPr userDrawn="1"/>
        </p:nvSpPr>
        <p:spPr>
          <a:xfrm>
            <a:off x="9297265" y="318882"/>
            <a:ext cx="2340000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tx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134378708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755158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106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" name="Rectangle 34">
            <a:extLst>
              <a:ext uri="{FF2B5EF4-FFF2-40B4-BE49-F238E27FC236}">
                <a16:creationId xmlns:a16="http://schemas.microsoft.com/office/drawing/2014/main" id="{B78496BB-7D19-4F96-A5B0-D3E78E82F51F}"/>
              </a:ext>
            </a:extLst>
          </p:cNvPr>
          <p:cNvSpPr>
            <a:spLocks/>
          </p:cNvSpPr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00000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559E2A2-3D53-4409-8768-2C8C29D29A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8" name="Текст 204">
            <a:extLst>
              <a:ext uri="{FF2B5EF4-FFF2-40B4-BE49-F238E27FC236}">
                <a16:creationId xmlns:a16="http://schemas.microsoft.com/office/drawing/2014/main" id="{AD3589CD-820B-4D91-ACE1-2B375335DD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0956" y="226624"/>
            <a:ext cx="5913744" cy="338554"/>
          </a:xfrm>
        </p:spPr>
        <p:txBody>
          <a:bodyPr wrap="square">
            <a:noAutofit/>
          </a:bodyPr>
          <a:lstStyle>
            <a:lvl1pPr>
              <a:defRPr sz="2200" b="1">
                <a:solidFill>
                  <a:schemeClr val="bg1"/>
                </a:solidFill>
                <a:latin typeface="+mj-lt"/>
              </a:defRPr>
            </a:lvl1pPr>
            <a:lvl2pPr>
              <a:defRPr sz="2200" b="1">
                <a:solidFill>
                  <a:schemeClr val="bg1"/>
                </a:solidFill>
                <a:latin typeface="+mj-lt"/>
              </a:defRPr>
            </a:lvl2pPr>
            <a:lvl3pPr>
              <a:defRPr sz="2200" b="1">
                <a:solidFill>
                  <a:schemeClr val="bg1"/>
                </a:solidFill>
                <a:latin typeface="+mj-lt"/>
              </a:defRPr>
            </a:lvl3pPr>
            <a:lvl4pPr>
              <a:defRPr sz="2200" b="1">
                <a:solidFill>
                  <a:schemeClr val="bg1"/>
                </a:solidFill>
                <a:latin typeface="+mj-lt"/>
              </a:defRPr>
            </a:lvl4pPr>
            <a:lvl5pPr>
              <a:defRPr sz="22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E5DF1D3E-E76E-4958-A498-E2733D4F8576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5020956" y="6514142"/>
            <a:ext cx="591374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20" name="4. Footnote" hidden="1">
            <a:extLst>
              <a:ext uri="{FF2B5EF4-FFF2-40B4-BE49-F238E27FC236}">
                <a16:creationId xmlns:a16="http://schemas.microsoft.com/office/drawing/2014/main" id="{791A7535-F641-4B29-975C-1370973EF56F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020956" y="6330793"/>
            <a:ext cx="591374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1" name="Sticker" hidden="1">
            <a:extLst>
              <a:ext uri="{FF2B5EF4-FFF2-40B4-BE49-F238E27FC236}">
                <a16:creationId xmlns:a16="http://schemas.microsoft.com/office/drawing/2014/main" id="{AECF0197-B137-4CC1-9586-C845FB6350C1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22" name="1. On-page tracker">
            <a:extLst>
              <a:ext uri="{FF2B5EF4-FFF2-40B4-BE49-F238E27FC236}">
                <a16:creationId xmlns:a16="http://schemas.microsoft.com/office/drawing/2014/main" id="{4B8FBF34-A2D2-4072-B4FE-DB770F35A082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5"/>
            </p:custDataLst>
          </p:nvPr>
        </p:nvSpPr>
        <p:spPr>
          <a:xfrm>
            <a:off x="5020956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23" name="Slide Number">
            <a:extLst>
              <a:ext uri="{FF2B5EF4-FFF2-40B4-BE49-F238E27FC236}">
                <a16:creationId xmlns:a16="http://schemas.microsoft.com/office/drawing/2014/main" id="{28CF1312-AA3D-45A7-B550-D5D878C8DD74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D1300E2-104B-4AA5-AA12-8EE63B6B8FF8}"/>
              </a:ext>
            </a:extLst>
          </p:cNvPr>
          <p:cNvPicPr>
            <a:picLocks/>
          </p:cNvPicPr>
          <p:nvPr userDrawn="1"/>
        </p:nvPicPr>
        <p:blipFill rotWithShape="1">
          <a:blip r:embed="rId1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466220" cy="6858000"/>
          </a:xfrm>
          <a:custGeom>
            <a:avLst/>
            <a:gdLst>
              <a:gd name="connsiteX0" fmla="*/ 0 w 4466220"/>
              <a:gd name="connsiteY0" fmla="*/ 0 h 6858000"/>
              <a:gd name="connsiteX1" fmla="*/ 4466220 w 4466220"/>
              <a:gd name="connsiteY1" fmla="*/ 0 h 6858000"/>
              <a:gd name="connsiteX2" fmla="*/ 4466220 w 4466220"/>
              <a:gd name="connsiteY2" fmla="*/ 6858000 h 6858000"/>
              <a:gd name="connsiteX3" fmla="*/ 0 w 446622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66220" h="6858000">
                <a:moveTo>
                  <a:pt x="0" y="0"/>
                </a:moveTo>
                <a:lnTo>
                  <a:pt x="4466220" y="0"/>
                </a:lnTo>
                <a:lnTo>
                  <a:pt x="446622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5596343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Alt.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627315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130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" name="Rectangle 34">
            <a:extLst>
              <a:ext uri="{FF2B5EF4-FFF2-40B4-BE49-F238E27FC236}">
                <a16:creationId xmlns:a16="http://schemas.microsoft.com/office/drawing/2014/main" id="{B78496BB-7D19-4F96-A5B0-D3E78E82F51F}"/>
              </a:ext>
            </a:extLst>
          </p:cNvPr>
          <p:cNvSpPr>
            <a:spLocks/>
          </p:cNvSpPr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00000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559E2A2-3D53-4409-8768-2C8C29D29A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205" name="Текст 204">
            <a:extLst>
              <a:ext uri="{FF2B5EF4-FFF2-40B4-BE49-F238E27FC236}">
                <a16:creationId xmlns:a16="http://schemas.microsoft.com/office/drawing/2014/main" id="{1CBBB01D-7F25-4F8A-9922-1BEF2E6AC5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0956" y="226624"/>
            <a:ext cx="5913744" cy="338554"/>
          </a:xfrm>
        </p:spPr>
        <p:txBody>
          <a:bodyPr wrap="square">
            <a:spAutoFit/>
          </a:bodyPr>
          <a:lstStyle>
            <a:lvl1pPr>
              <a:defRPr sz="2200" b="1">
                <a:solidFill>
                  <a:schemeClr val="bg1"/>
                </a:solidFill>
                <a:latin typeface="+mj-lt"/>
              </a:defRPr>
            </a:lvl1pPr>
            <a:lvl2pPr>
              <a:defRPr sz="2200" b="1">
                <a:solidFill>
                  <a:schemeClr val="bg1"/>
                </a:solidFill>
                <a:latin typeface="+mj-lt"/>
              </a:defRPr>
            </a:lvl2pPr>
            <a:lvl3pPr>
              <a:defRPr sz="2200" b="1">
                <a:solidFill>
                  <a:schemeClr val="bg1"/>
                </a:solidFill>
                <a:latin typeface="+mj-lt"/>
              </a:defRPr>
            </a:lvl3pPr>
            <a:lvl4pPr>
              <a:defRPr sz="2200" b="1">
                <a:solidFill>
                  <a:schemeClr val="bg1"/>
                </a:solidFill>
                <a:latin typeface="+mj-lt"/>
              </a:defRPr>
            </a:lvl4pPr>
            <a:lvl5pPr>
              <a:defRPr sz="22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4" name="5. Source" hidden="1">
            <a:extLst>
              <a:ext uri="{FF2B5EF4-FFF2-40B4-BE49-F238E27FC236}">
                <a16:creationId xmlns:a16="http://schemas.microsoft.com/office/drawing/2014/main" id="{A097E0B2-B2D3-48C4-873F-66690976F249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5020956" y="6514142"/>
            <a:ext cx="591374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15" name="4. Footnote" hidden="1">
            <a:extLst>
              <a:ext uri="{FF2B5EF4-FFF2-40B4-BE49-F238E27FC236}">
                <a16:creationId xmlns:a16="http://schemas.microsoft.com/office/drawing/2014/main" id="{DA6041E8-B95E-4599-A3B7-529B7C5CA3E2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020956" y="6330793"/>
            <a:ext cx="591374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6" name="Sticker" hidden="1">
            <a:extLst>
              <a:ext uri="{FF2B5EF4-FFF2-40B4-BE49-F238E27FC236}">
                <a16:creationId xmlns:a16="http://schemas.microsoft.com/office/drawing/2014/main" id="{7044FCD8-86A3-4546-AEA2-72398E8AAABC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C45138AA-9E35-43A1-8799-09B8BE897DE5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5"/>
            </p:custDataLst>
          </p:nvPr>
        </p:nvSpPr>
        <p:spPr>
          <a:xfrm>
            <a:off x="5020956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BF0E096E-F53C-45CF-9BA3-EBF1F2CAE888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0AEDCCF-BF58-4BB0-8782-B2B026BE8D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"/>
          <a:stretch/>
        </p:blipFill>
        <p:spPr>
          <a:xfrm>
            <a:off x="0" y="0"/>
            <a:ext cx="4466220" cy="6858000"/>
          </a:xfrm>
          <a:custGeom>
            <a:avLst/>
            <a:gdLst>
              <a:gd name="connsiteX0" fmla="*/ 0 w 4466220"/>
              <a:gd name="connsiteY0" fmla="*/ 0 h 6858000"/>
              <a:gd name="connsiteX1" fmla="*/ 4466220 w 4466220"/>
              <a:gd name="connsiteY1" fmla="*/ 0 h 6858000"/>
              <a:gd name="connsiteX2" fmla="*/ 4466220 w 4466220"/>
              <a:gd name="connsiteY2" fmla="*/ 6858000 h 6858000"/>
              <a:gd name="connsiteX3" fmla="*/ 0 w 446622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66220" h="6858000">
                <a:moveTo>
                  <a:pt x="0" y="0"/>
                </a:moveTo>
                <a:lnTo>
                  <a:pt x="4466220" y="0"/>
                </a:lnTo>
                <a:lnTo>
                  <a:pt x="446622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536476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EC6EE29E-F64A-419F-BFB0-EEDEB71953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317482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54" name="think-cell Slide" r:id="rId10" imgW="592" imgH="591" progId="TCLayout.ActiveDocument.1">
                  <p:embed/>
                </p:oleObj>
              </mc:Choice>
              <mc:Fallback>
                <p:oleObj name="think-cell Slide" r:id="rId10" imgW="592" imgH="591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EC6EE29E-F64A-419F-BFB0-EEDEB71953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740895"/>
            <a:ext cx="10131552" cy="338554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quote style</a:t>
            </a:r>
            <a:endParaRPr lang="ru-RU" dirty="0"/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130249"/>
            <a:ext cx="10131552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cs typeface="Arial" panose="020B0604020202020204" pitchFamily="34" charset="0"/>
            </a:endParaRPr>
          </a:p>
        </p:txBody>
      </p:sp>
      <p:sp>
        <p:nvSpPr>
          <p:cNvPr id="13" name="4. Footnote" hidden="1">
            <a:extLst>
              <a:ext uri="{FF2B5EF4-FFF2-40B4-BE49-F238E27FC236}">
                <a16:creationId xmlns:a16="http://schemas.microsoft.com/office/drawing/2014/main" id="{AA02EE99-53A8-4C7C-8962-0D63EC734C69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4" name="5. Source" hidden="1">
            <a:extLst>
              <a:ext uri="{FF2B5EF4-FFF2-40B4-BE49-F238E27FC236}">
                <a16:creationId xmlns:a16="http://schemas.microsoft.com/office/drawing/2014/main" id="{815E207E-5E76-49DE-8198-0BF5F72E95D4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A8C0F3-9F4A-4CE4-BA82-F177C9526AE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11BFBD22-3D51-4264-BAC4-6A790A0D38E7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8822631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067309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178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4" y="2836702"/>
            <a:ext cx="2514600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3564610"/>
            <a:ext cx="2514600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6D309B0-B7C0-4EDB-A57C-05AE358FFC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83639B85-B10A-4071-9D0B-18E8585D555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2514600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78BCB313-621A-4810-B94D-A163B11DA623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25146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21" name="4. Footnote" hidden="1">
            <a:extLst>
              <a:ext uri="{FF2B5EF4-FFF2-40B4-BE49-F238E27FC236}">
                <a16:creationId xmlns:a16="http://schemas.microsoft.com/office/drawing/2014/main" id="{F707A329-49E5-45A2-9C18-92B82B132FA0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251460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22" name="Sticker" hidden="1">
            <a:extLst>
              <a:ext uri="{FF2B5EF4-FFF2-40B4-BE49-F238E27FC236}">
                <a16:creationId xmlns:a16="http://schemas.microsoft.com/office/drawing/2014/main" id="{0B6BE4A8-DAB1-4940-9342-6B706B216FD9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24160363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95097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202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3175256"/>
            <a:ext cx="3465576" cy="338554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5" y="3564610"/>
            <a:ext cx="3465575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4CA51FD-BB10-4C86-8C3D-8CC33C24E7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92B8E4A6-BB5E-41C7-A8AA-F0BF210BBAEF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465576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1A9152F4-8076-4A4B-94FC-9CDD4C3BFE7D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3465576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6CC22208-B49D-4A7C-BDAF-7A73EE3A2109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3465576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8" name="Sticker" hidden="1">
            <a:extLst>
              <a:ext uri="{FF2B5EF4-FFF2-40B4-BE49-F238E27FC236}">
                <a16:creationId xmlns:a16="http://schemas.microsoft.com/office/drawing/2014/main" id="{4305694B-D719-4D2E-9C93-243D5CC08D38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1805419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506157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226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226624"/>
            <a:ext cx="5196840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958596"/>
            <a:ext cx="5196840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8FA71CD-6029-4DE8-A730-D314F65428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6C6CD69B-DD9B-4D8F-B28A-A3BF079820E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17765D77-292D-46F8-87E6-8AA0D3942E20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519684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2083F09A-8229-482B-A483-D6B0652B727E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519684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7" name="Sticker" hidden="1">
            <a:extLst>
              <a:ext uri="{FF2B5EF4-FFF2-40B4-BE49-F238E27FC236}">
                <a16:creationId xmlns:a16="http://schemas.microsoft.com/office/drawing/2014/main" id="{E9D7830D-0D1F-4D3E-B387-1A7B857EB899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35065338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996360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50"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6" y="226624"/>
            <a:ext cx="6967728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958596"/>
            <a:ext cx="69677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3ABF5E3-ADE3-4CAC-A6AC-7A6C6A62CF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9F7FD3DE-F517-4217-A729-83E722CCF16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3A43247D-E566-49E0-A9EF-83936FE01423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6967728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8C0980CE-43B6-4394-BE34-2990FE6F9D40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69677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8" name="Sticker" hidden="1">
            <a:extLst>
              <a:ext uri="{FF2B5EF4-FFF2-40B4-BE49-F238E27FC236}">
                <a16:creationId xmlns:a16="http://schemas.microsoft.com/office/drawing/2014/main" id="{57C2C668-559D-4A7B-ACFD-D2F34C5DCBD7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51302019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914070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274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noProof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noProof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226624"/>
            <a:ext cx="7918704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958596"/>
            <a:ext cx="7918704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DA93BEF-B154-4402-8FDE-9653313A6D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4C1C8C40-07DD-4F40-A706-2CB82346D00C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BA1F0B4D-BA89-412F-B0BF-C17FA077943C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791870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FCE000FA-ACED-44EB-8A30-630EEF9B70C6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791870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7" name="Sticker" hidden="1">
            <a:extLst>
              <a:ext uri="{FF2B5EF4-FFF2-40B4-BE49-F238E27FC236}">
                <a16:creationId xmlns:a16="http://schemas.microsoft.com/office/drawing/2014/main" id="{24BA1470-0E5D-456E-AB4D-D74E5A0FBCD1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21338118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7340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298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cs typeface="Arial" panose="020B06040202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DB8C2FC-92F3-4B49-A3ED-4A62572980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6F62F619-E79F-4E0F-8CEB-BDFB635A878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B716AAC5-462E-4171-8118-2F592D1BAAD2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3" name="4. Footnote" hidden="1">
            <a:extLst>
              <a:ext uri="{FF2B5EF4-FFF2-40B4-BE49-F238E27FC236}">
                <a16:creationId xmlns:a16="http://schemas.microsoft.com/office/drawing/2014/main" id="{3B605EB0-81B9-41D2-B4A7-7B2A506CB23F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4" name="Sticker" hidden="1">
            <a:extLst>
              <a:ext uri="{FF2B5EF4-FFF2-40B4-BE49-F238E27FC236}">
                <a16:creationId xmlns:a16="http://schemas.microsoft.com/office/drawing/2014/main" id="{892BC24A-6646-4335-BC3A-985AD1DD1767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tx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299318924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365379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322"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A954CCC1-5027-4384-BFF6-B54153C697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E11133-F6FB-4BA5-8E7B-134F665CA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30920" t="19524" r="30920" b="22511"/>
          <a:stretch/>
        </p:blipFill>
        <p:spPr>
          <a:xfrm>
            <a:off x="4349569" y="776224"/>
            <a:ext cx="3492863" cy="530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1515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Relationship Id="rId21" Type="http://schemas.openxmlformats.org/officeDocument/2006/relationships/vmlDrawing" Target="../drawings/vmlDrawing1.vml"/><Relationship Id="rId22" Type="http://schemas.openxmlformats.org/officeDocument/2006/relationships/tags" Target="../tags/tag2.xml"/><Relationship Id="rId23" Type="http://schemas.openxmlformats.org/officeDocument/2006/relationships/tags" Target="../tags/tag3.xml"/><Relationship Id="rId24" Type="http://schemas.openxmlformats.org/officeDocument/2006/relationships/tags" Target="../tags/tag4.xml"/><Relationship Id="rId25" Type="http://schemas.openxmlformats.org/officeDocument/2006/relationships/tags" Target="../tags/tag5.xml"/><Relationship Id="rId26" Type="http://schemas.openxmlformats.org/officeDocument/2006/relationships/tags" Target="../tags/tag6.xml"/><Relationship Id="rId27" Type="http://schemas.openxmlformats.org/officeDocument/2006/relationships/tags" Target="../tags/tag7.xml"/><Relationship Id="rId28" Type="http://schemas.openxmlformats.org/officeDocument/2006/relationships/tags" Target="../tags/tag8.xml"/><Relationship Id="rId29" Type="http://schemas.openxmlformats.org/officeDocument/2006/relationships/tags" Target="../tags/tag9.xml"/><Relationship Id="rId30" Type="http://schemas.openxmlformats.org/officeDocument/2006/relationships/tags" Target="../tags/tag10.xml"/><Relationship Id="rId31" Type="http://schemas.openxmlformats.org/officeDocument/2006/relationships/tags" Target="../tags/tag11.xml"/><Relationship Id="rId32" Type="http://schemas.openxmlformats.org/officeDocument/2006/relationships/tags" Target="../tags/tag12.xml"/><Relationship Id="rId33" Type="http://schemas.openxmlformats.org/officeDocument/2006/relationships/tags" Target="../tags/tag13.xml"/><Relationship Id="rId34" Type="http://schemas.openxmlformats.org/officeDocument/2006/relationships/tags" Target="../tags/tag14.xml"/><Relationship Id="rId35" Type="http://schemas.openxmlformats.org/officeDocument/2006/relationships/tags" Target="../tags/tag15.xml"/><Relationship Id="rId36" Type="http://schemas.openxmlformats.org/officeDocument/2006/relationships/tags" Target="../tags/tag16.xml"/><Relationship Id="rId37" Type="http://schemas.openxmlformats.org/officeDocument/2006/relationships/tags" Target="../tags/tag17.xml"/><Relationship Id="rId38" Type="http://schemas.openxmlformats.org/officeDocument/2006/relationships/tags" Target="../tags/tag18.xml"/><Relationship Id="rId39" Type="http://schemas.openxmlformats.org/officeDocument/2006/relationships/tags" Target="../tags/tag19.xml"/><Relationship Id="rId40" Type="http://schemas.openxmlformats.org/officeDocument/2006/relationships/tags" Target="../tags/tag20.xml"/><Relationship Id="rId41" Type="http://schemas.openxmlformats.org/officeDocument/2006/relationships/tags" Target="../tags/tag21.xml"/><Relationship Id="rId42" Type="http://schemas.openxmlformats.org/officeDocument/2006/relationships/tags" Target="../tags/tag22.xml"/><Relationship Id="rId43" Type="http://schemas.openxmlformats.org/officeDocument/2006/relationships/tags" Target="../tags/tag23.xml"/><Relationship Id="rId44" Type="http://schemas.openxmlformats.org/officeDocument/2006/relationships/tags" Target="../tags/tag24.xml"/><Relationship Id="rId45" Type="http://schemas.openxmlformats.org/officeDocument/2006/relationships/tags" Target="../tags/tag25.xml"/><Relationship Id="rId46" Type="http://schemas.openxmlformats.org/officeDocument/2006/relationships/oleObject" Target="../embeddings/oleObject1.bin"/><Relationship Id="rId47" Type="http://schemas.openxmlformats.org/officeDocument/2006/relationships/image" Target="../media/image1.emf"/><Relationship Id="rId48" Type="http://schemas.openxmlformats.org/officeDocument/2006/relationships/image" Target="../media/image2.png"/><Relationship Id="rId49" Type="http://schemas.openxmlformats.org/officeDocument/2006/relationships/image" Target="../media/image3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Relationship Id="rId9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38.xml"/><Relationship Id="rId20" Type="http://schemas.openxmlformats.org/officeDocument/2006/relationships/theme" Target="../theme/theme2.xml"/><Relationship Id="rId21" Type="http://schemas.openxmlformats.org/officeDocument/2006/relationships/vmlDrawing" Target="../drawings/vmlDrawing21.vml"/><Relationship Id="rId22" Type="http://schemas.openxmlformats.org/officeDocument/2006/relationships/tags" Target="../tags/tag140.xml"/><Relationship Id="rId23" Type="http://schemas.openxmlformats.org/officeDocument/2006/relationships/tags" Target="../tags/tag141.xml"/><Relationship Id="rId24" Type="http://schemas.openxmlformats.org/officeDocument/2006/relationships/tags" Target="../tags/tag142.xml"/><Relationship Id="rId25" Type="http://schemas.openxmlformats.org/officeDocument/2006/relationships/tags" Target="../tags/tag143.xml"/><Relationship Id="rId26" Type="http://schemas.openxmlformats.org/officeDocument/2006/relationships/tags" Target="../tags/tag144.xml"/><Relationship Id="rId27" Type="http://schemas.openxmlformats.org/officeDocument/2006/relationships/tags" Target="../tags/tag145.xml"/><Relationship Id="rId28" Type="http://schemas.openxmlformats.org/officeDocument/2006/relationships/tags" Target="../tags/tag146.xml"/><Relationship Id="rId29" Type="http://schemas.openxmlformats.org/officeDocument/2006/relationships/tags" Target="../tags/tag147.xml"/><Relationship Id="rId30" Type="http://schemas.openxmlformats.org/officeDocument/2006/relationships/tags" Target="../tags/tag148.xml"/><Relationship Id="rId31" Type="http://schemas.openxmlformats.org/officeDocument/2006/relationships/tags" Target="../tags/tag149.xml"/><Relationship Id="rId32" Type="http://schemas.openxmlformats.org/officeDocument/2006/relationships/tags" Target="../tags/tag150.xml"/><Relationship Id="rId33" Type="http://schemas.openxmlformats.org/officeDocument/2006/relationships/tags" Target="../tags/tag151.xml"/><Relationship Id="rId34" Type="http://schemas.openxmlformats.org/officeDocument/2006/relationships/tags" Target="../tags/tag152.xml"/><Relationship Id="rId35" Type="http://schemas.openxmlformats.org/officeDocument/2006/relationships/tags" Target="../tags/tag153.xml"/><Relationship Id="rId36" Type="http://schemas.openxmlformats.org/officeDocument/2006/relationships/tags" Target="../tags/tag154.xml"/><Relationship Id="rId37" Type="http://schemas.openxmlformats.org/officeDocument/2006/relationships/tags" Target="../tags/tag155.xml"/><Relationship Id="rId38" Type="http://schemas.openxmlformats.org/officeDocument/2006/relationships/tags" Target="../tags/tag156.xml"/><Relationship Id="rId39" Type="http://schemas.openxmlformats.org/officeDocument/2006/relationships/tags" Target="../tags/tag157.xml"/><Relationship Id="rId40" Type="http://schemas.openxmlformats.org/officeDocument/2006/relationships/tags" Target="../tags/tag158.xml"/><Relationship Id="rId41" Type="http://schemas.openxmlformats.org/officeDocument/2006/relationships/tags" Target="../tags/tag159.xml"/><Relationship Id="rId42" Type="http://schemas.openxmlformats.org/officeDocument/2006/relationships/tags" Target="../tags/tag160.xml"/><Relationship Id="rId43" Type="http://schemas.openxmlformats.org/officeDocument/2006/relationships/tags" Target="../tags/tag161.xml"/><Relationship Id="rId44" Type="http://schemas.openxmlformats.org/officeDocument/2006/relationships/tags" Target="../tags/tag162.xml"/><Relationship Id="rId45" Type="http://schemas.openxmlformats.org/officeDocument/2006/relationships/tags" Target="../tags/tag163.xml"/><Relationship Id="rId46" Type="http://schemas.openxmlformats.org/officeDocument/2006/relationships/oleObject" Target="../embeddings/oleObject21.bin"/><Relationship Id="rId47" Type="http://schemas.openxmlformats.org/officeDocument/2006/relationships/image" Target="../media/image1.emf"/><Relationship Id="rId48" Type="http://schemas.openxmlformats.org/officeDocument/2006/relationships/image" Target="../media/image2.png"/><Relationship Id="rId49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15766760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4" name="think-cell Slide" r:id="rId46" imgW="413" imgH="416" progId="TCLayout.ActiveDocument.1">
                  <p:embed/>
                </p:oleObj>
              </mc:Choice>
              <mc:Fallback>
                <p:oleObj name="think-cell Slide" r:id="rId46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Grid" hidden="1">
            <a:extLst>
              <a:ext uri="{FF2B5EF4-FFF2-40B4-BE49-F238E27FC236}">
                <a16:creationId xmlns:a16="http://schemas.microsoft.com/office/drawing/2014/main" id="{7769415E-00F5-4F6D-A988-C1A00A47E92F}"/>
              </a:ext>
            </a:extLst>
          </p:cNvPr>
          <p:cNvGrpSpPr/>
          <p:nvPr userDrawn="1"/>
        </p:nvGrpSpPr>
        <p:grpSpPr>
          <a:xfrm>
            <a:off x="-942096" y="-468000"/>
            <a:ext cx="12576312" cy="6735293"/>
            <a:chOff x="-942096" y="-468000"/>
            <a:chExt cx="12576312" cy="6735293"/>
          </a:xfrm>
        </p:grpSpPr>
        <p:sp>
          <p:nvSpPr>
            <p:cNvPr id="492" name="Rectangle 39">
              <a:extLst>
                <a:ext uri="{FF2B5EF4-FFF2-40B4-BE49-F238E27FC236}">
                  <a16:creationId xmlns:a16="http://schemas.microsoft.com/office/drawing/2014/main" id="{7AB01029-BE1A-4D12-98C8-6474163A4124}"/>
                </a:ext>
              </a:extLst>
            </p:cNvPr>
            <p:cNvSpPr>
              <a:spLocks/>
            </p:cNvSpPr>
            <p:nvPr/>
          </p:nvSpPr>
          <p:spPr>
            <a:xfrm>
              <a:off x="-471048" y="1335293"/>
              <a:ext cx="360000" cy="4932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493" name="Rectangle 255">
              <a:extLst>
                <a:ext uri="{FF2B5EF4-FFF2-40B4-BE49-F238E27FC236}">
                  <a16:creationId xmlns:a16="http://schemas.microsoft.com/office/drawing/2014/main" id="{F9C72C50-0243-4C1E-ACAD-C3C41D10E023}"/>
                </a:ext>
              </a:extLst>
            </p:cNvPr>
            <p:cNvSpPr>
              <a:spLocks/>
            </p:cNvSpPr>
            <p:nvPr/>
          </p:nvSpPr>
          <p:spPr>
            <a:xfrm>
              <a:off x="551688" y="-468000"/>
              <a:ext cx="11082528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Default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494" name="Rectangle 256">
              <a:extLst>
                <a:ext uri="{FF2B5EF4-FFF2-40B4-BE49-F238E27FC236}">
                  <a16:creationId xmlns:a16="http://schemas.microsoft.com/office/drawing/2014/main" id="{820B99A1-078B-431C-B2D6-55C6ADE0196F}"/>
                </a:ext>
              </a:extLst>
            </p:cNvPr>
            <p:cNvSpPr>
              <a:spLocks/>
            </p:cNvSpPr>
            <p:nvPr/>
          </p:nvSpPr>
          <p:spPr>
            <a:xfrm>
              <a:off x="3755136" y="-468000"/>
              <a:ext cx="7879080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1/4</a:t>
              </a:r>
            </a:p>
          </p:txBody>
        </p:sp>
        <p:sp>
          <p:nvSpPr>
            <p:cNvPr id="499" name="Rectangle 257">
              <a:extLst>
                <a:ext uri="{FF2B5EF4-FFF2-40B4-BE49-F238E27FC236}">
                  <a16:creationId xmlns:a16="http://schemas.microsoft.com/office/drawing/2014/main" id="{C237AC56-0A6A-4CA4-8811-2DC1AA2F5F2B}"/>
                </a:ext>
              </a:extLst>
            </p:cNvPr>
            <p:cNvSpPr>
              <a:spLocks/>
            </p:cNvSpPr>
            <p:nvPr/>
          </p:nvSpPr>
          <p:spPr>
            <a:xfrm>
              <a:off x="4706112" y="-468000"/>
              <a:ext cx="6928104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1/3</a:t>
              </a:r>
            </a:p>
          </p:txBody>
        </p:sp>
        <p:sp>
          <p:nvSpPr>
            <p:cNvPr id="501" name="Rectangle 258">
              <a:extLst>
                <a:ext uri="{FF2B5EF4-FFF2-40B4-BE49-F238E27FC236}">
                  <a16:creationId xmlns:a16="http://schemas.microsoft.com/office/drawing/2014/main" id="{0B750C24-AB1D-45E2-9FAA-F72D0EDAE9CA}"/>
                </a:ext>
              </a:extLst>
            </p:cNvPr>
            <p:cNvSpPr>
              <a:spLocks/>
            </p:cNvSpPr>
            <p:nvPr/>
          </p:nvSpPr>
          <p:spPr>
            <a:xfrm>
              <a:off x="6437376" y="-468000"/>
              <a:ext cx="5196840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1/2</a:t>
              </a:r>
            </a:p>
          </p:txBody>
        </p:sp>
        <p:sp>
          <p:nvSpPr>
            <p:cNvPr id="502" name="Rectangle 259">
              <a:extLst>
                <a:ext uri="{FF2B5EF4-FFF2-40B4-BE49-F238E27FC236}">
                  <a16:creationId xmlns:a16="http://schemas.microsoft.com/office/drawing/2014/main" id="{A69B3C8F-944E-4B66-9F3B-6F0F901FC982}"/>
                </a:ext>
              </a:extLst>
            </p:cNvPr>
            <p:cNvSpPr>
              <a:spLocks/>
            </p:cNvSpPr>
            <p:nvPr/>
          </p:nvSpPr>
          <p:spPr>
            <a:xfrm>
              <a:off x="8171688" y="-468000"/>
              <a:ext cx="3462528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2/3</a:t>
              </a:r>
            </a:p>
          </p:txBody>
        </p:sp>
        <p:sp>
          <p:nvSpPr>
            <p:cNvPr id="503" name="Rectangle 260">
              <a:extLst>
                <a:ext uri="{FF2B5EF4-FFF2-40B4-BE49-F238E27FC236}">
                  <a16:creationId xmlns:a16="http://schemas.microsoft.com/office/drawing/2014/main" id="{4A49E8FD-44E2-4108-B17F-A0806FFC72B5}"/>
                </a:ext>
              </a:extLst>
            </p:cNvPr>
            <p:cNvSpPr>
              <a:spLocks/>
            </p:cNvSpPr>
            <p:nvPr/>
          </p:nvSpPr>
          <p:spPr>
            <a:xfrm>
              <a:off x="9122792" y="-468000"/>
              <a:ext cx="2511424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3/4</a:t>
              </a:r>
            </a:p>
          </p:txBody>
        </p:sp>
        <p:cxnSp>
          <p:nvCxnSpPr>
            <p:cNvPr id="504" name="Straight Connector 266">
              <a:extLst>
                <a:ext uri="{FF2B5EF4-FFF2-40B4-BE49-F238E27FC236}">
                  <a16:creationId xmlns:a16="http://schemas.microsoft.com/office/drawing/2014/main" id="{B61EB039-E078-4C94-941A-17F64A4129EF}"/>
                </a:ext>
              </a:extLst>
            </p:cNvPr>
            <p:cNvCxnSpPr>
              <a:cxnSpLocks/>
            </p:cNvCxnSpPr>
            <p:nvPr/>
          </p:nvCxnSpPr>
          <p:spPr>
            <a:xfrm>
              <a:off x="3755136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Straight Connector 276">
              <a:extLst>
                <a:ext uri="{FF2B5EF4-FFF2-40B4-BE49-F238E27FC236}">
                  <a16:creationId xmlns:a16="http://schemas.microsoft.com/office/drawing/2014/main" id="{76016E4E-6253-4258-B930-366BA463BD46}"/>
                </a:ext>
              </a:extLst>
            </p:cNvPr>
            <p:cNvCxnSpPr>
              <a:cxnSpLocks/>
            </p:cNvCxnSpPr>
            <p:nvPr/>
          </p:nvCxnSpPr>
          <p:spPr>
            <a:xfrm>
              <a:off x="4706112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Straight Connector 278">
              <a:extLst>
                <a:ext uri="{FF2B5EF4-FFF2-40B4-BE49-F238E27FC236}">
                  <a16:creationId xmlns:a16="http://schemas.microsoft.com/office/drawing/2014/main" id="{36FD8DB4-A6A7-4716-B1B1-95447A670CAE}"/>
                </a:ext>
              </a:extLst>
            </p:cNvPr>
            <p:cNvCxnSpPr>
              <a:cxnSpLocks/>
            </p:cNvCxnSpPr>
            <p:nvPr/>
          </p:nvCxnSpPr>
          <p:spPr>
            <a:xfrm>
              <a:off x="6437376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279">
              <a:extLst>
                <a:ext uri="{FF2B5EF4-FFF2-40B4-BE49-F238E27FC236}">
                  <a16:creationId xmlns:a16="http://schemas.microsoft.com/office/drawing/2014/main" id="{A4432A82-F213-4459-A6C8-0E1BB6278536}"/>
                </a:ext>
              </a:extLst>
            </p:cNvPr>
            <p:cNvCxnSpPr>
              <a:cxnSpLocks/>
            </p:cNvCxnSpPr>
            <p:nvPr/>
          </p:nvCxnSpPr>
          <p:spPr>
            <a:xfrm>
              <a:off x="8171688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Connector 282">
              <a:extLst>
                <a:ext uri="{FF2B5EF4-FFF2-40B4-BE49-F238E27FC236}">
                  <a16:creationId xmlns:a16="http://schemas.microsoft.com/office/drawing/2014/main" id="{42B42A20-48D0-4010-9233-1E6DA64125F4}"/>
                </a:ext>
              </a:extLst>
            </p:cNvPr>
            <p:cNvCxnSpPr>
              <a:cxnSpLocks/>
            </p:cNvCxnSpPr>
            <p:nvPr/>
          </p:nvCxnSpPr>
          <p:spPr>
            <a:xfrm>
              <a:off x="9122792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60">
              <a:extLst>
                <a:ext uri="{FF2B5EF4-FFF2-40B4-BE49-F238E27FC236}">
                  <a16:creationId xmlns:a16="http://schemas.microsoft.com/office/drawing/2014/main" id="{CC331B95-A61A-4301-B483-5E1B636797D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856412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Straight Connector 61">
              <a:extLst>
                <a:ext uri="{FF2B5EF4-FFF2-40B4-BE49-F238E27FC236}">
                  <a16:creationId xmlns:a16="http://schemas.microsoft.com/office/drawing/2014/main" id="{81252EF6-817B-413E-BF50-78FA60EECDD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1329497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Straight Connector 62">
              <a:extLst>
                <a:ext uri="{FF2B5EF4-FFF2-40B4-BE49-F238E27FC236}">
                  <a16:creationId xmlns:a16="http://schemas.microsoft.com/office/drawing/2014/main" id="{8457240E-FECD-437D-BFF2-1CD5FFE0EDC7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808511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63">
              <a:extLst>
                <a:ext uri="{FF2B5EF4-FFF2-40B4-BE49-F238E27FC236}">
                  <a16:creationId xmlns:a16="http://schemas.microsoft.com/office/drawing/2014/main" id="{2C855D13-FF65-4A36-A54B-7EE566366A86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2760610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64">
              <a:extLst>
                <a:ext uri="{FF2B5EF4-FFF2-40B4-BE49-F238E27FC236}">
                  <a16:creationId xmlns:a16="http://schemas.microsoft.com/office/drawing/2014/main" id="{971C91BD-2B01-4688-8655-12DE44AE393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3712709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Straight Connector 65">
              <a:extLst>
                <a:ext uri="{FF2B5EF4-FFF2-40B4-BE49-F238E27FC236}">
                  <a16:creationId xmlns:a16="http://schemas.microsoft.com/office/drawing/2014/main" id="{37DB673F-7FB9-47C0-9896-C6415C92B4B4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4664808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Straight Connector 66">
              <a:extLst>
                <a:ext uri="{FF2B5EF4-FFF2-40B4-BE49-F238E27FC236}">
                  <a16:creationId xmlns:a16="http://schemas.microsoft.com/office/drawing/2014/main" id="{1D94801E-03CF-409D-B2D7-C4934CA6AED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616907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Straight Connector 67">
              <a:extLst>
                <a:ext uri="{FF2B5EF4-FFF2-40B4-BE49-F238E27FC236}">
                  <a16:creationId xmlns:a16="http://schemas.microsoft.com/office/drawing/2014/main" id="{406AF5AA-AEB5-4B03-87DC-D624774BD0A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6569006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" name="Straight Connector 68">
              <a:extLst>
                <a:ext uri="{FF2B5EF4-FFF2-40B4-BE49-F238E27FC236}">
                  <a16:creationId xmlns:a16="http://schemas.microsoft.com/office/drawing/2014/main" id="{1506C05F-0E1D-432C-851F-3C6C2A589B88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7521105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Straight Connector 69">
              <a:extLst>
                <a:ext uri="{FF2B5EF4-FFF2-40B4-BE49-F238E27FC236}">
                  <a16:creationId xmlns:a16="http://schemas.microsoft.com/office/drawing/2014/main" id="{22E8DF73-AE58-4ACD-9F5A-6167A696C01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8473204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70">
              <a:extLst>
                <a:ext uri="{FF2B5EF4-FFF2-40B4-BE49-F238E27FC236}">
                  <a16:creationId xmlns:a16="http://schemas.microsoft.com/office/drawing/2014/main" id="{5EC4A6E0-9063-4DCD-9568-DF835018877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9425303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71">
              <a:extLst>
                <a:ext uri="{FF2B5EF4-FFF2-40B4-BE49-F238E27FC236}">
                  <a16:creationId xmlns:a16="http://schemas.microsoft.com/office/drawing/2014/main" id="{6BE4E790-EA45-46F8-ACC2-790CAE4E92C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0377402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6" name="Freeform: Shape 73">
              <a:extLst>
                <a:ext uri="{FF2B5EF4-FFF2-40B4-BE49-F238E27FC236}">
                  <a16:creationId xmlns:a16="http://schemas.microsoft.com/office/drawing/2014/main" id="{81835182-EC1E-47F9-885D-B8D67B156A3A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64337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47" name="Freeform: Shape 74">
              <a:extLst>
                <a:ext uri="{FF2B5EF4-FFF2-40B4-BE49-F238E27FC236}">
                  <a16:creationId xmlns:a16="http://schemas.microsoft.com/office/drawing/2014/main" id="{4DFCC5EF-6644-40E7-8F1C-1DF6C19CC43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116436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56" name="Freeform: Shape 75">
              <a:extLst>
                <a:ext uri="{FF2B5EF4-FFF2-40B4-BE49-F238E27FC236}">
                  <a16:creationId xmlns:a16="http://schemas.microsoft.com/office/drawing/2014/main" id="{3FA6276F-F950-48BA-9BC7-47DCF69A926C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3068535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57" name="Freeform: Shape 76">
              <a:extLst>
                <a:ext uri="{FF2B5EF4-FFF2-40B4-BE49-F238E27FC236}">
                  <a16:creationId xmlns:a16="http://schemas.microsoft.com/office/drawing/2014/main" id="{DDFDFDBB-F95C-4999-B842-5B9EECE55425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020633" y="1335293"/>
              <a:ext cx="339450" cy="4932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2" name="Freeform: Shape 77">
              <a:extLst>
                <a:ext uri="{FF2B5EF4-FFF2-40B4-BE49-F238E27FC236}">
                  <a16:creationId xmlns:a16="http://schemas.microsoft.com/office/drawing/2014/main" id="{B565470E-EDB5-442F-8862-C3789BAED552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972732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3" name="Freeform: Shape 78">
              <a:extLst>
                <a:ext uri="{FF2B5EF4-FFF2-40B4-BE49-F238E27FC236}">
                  <a16:creationId xmlns:a16="http://schemas.microsoft.com/office/drawing/2014/main" id="{358E3AB8-ACBE-4528-B64E-449C9C254DC9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924831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4" name="Freeform: Shape 79">
              <a:extLst>
                <a:ext uri="{FF2B5EF4-FFF2-40B4-BE49-F238E27FC236}">
                  <a16:creationId xmlns:a16="http://schemas.microsoft.com/office/drawing/2014/main" id="{432E7EF9-777D-4529-A992-F3E9422EBFA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6876930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5" name="Freeform: Shape 80">
              <a:extLst>
                <a:ext uri="{FF2B5EF4-FFF2-40B4-BE49-F238E27FC236}">
                  <a16:creationId xmlns:a16="http://schemas.microsoft.com/office/drawing/2014/main" id="{F477DFA6-CAFA-4CFC-A6D3-E3F16B23756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7829029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6" name="Freeform: Shape 81">
              <a:extLst>
                <a:ext uri="{FF2B5EF4-FFF2-40B4-BE49-F238E27FC236}">
                  <a16:creationId xmlns:a16="http://schemas.microsoft.com/office/drawing/2014/main" id="{BFB4D320-A99C-4659-BD42-AFFD73EA3E0E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8781128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7" name="Freeform: Shape 82">
              <a:extLst>
                <a:ext uri="{FF2B5EF4-FFF2-40B4-BE49-F238E27FC236}">
                  <a16:creationId xmlns:a16="http://schemas.microsoft.com/office/drawing/2014/main" id="{3AE92649-771D-4F4B-863D-000487FC4682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9733226" y="1335293"/>
              <a:ext cx="339450" cy="4932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8" name="Freeform: Shape 83">
              <a:extLst>
                <a:ext uri="{FF2B5EF4-FFF2-40B4-BE49-F238E27FC236}">
                  <a16:creationId xmlns:a16="http://schemas.microsoft.com/office/drawing/2014/main" id="{5089235D-5D84-4976-8882-C54B54FF822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685324" y="1335293"/>
              <a:ext cx="336244" cy="4932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69" name="Straight Connector 104">
              <a:extLst>
                <a:ext uri="{FF2B5EF4-FFF2-40B4-BE49-F238E27FC236}">
                  <a16:creationId xmlns:a16="http://schemas.microsoft.com/office/drawing/2014/main" id="{5218256A-384B-497C-8561-BF751BAB4F8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81258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0" name="Straight Connector 107">
              <a:extLst>
                <a:ext uri="{FF2B5EF4-FFF2-40B4-BE49-F238E27FC236}">
                  <a16:creationId xmlns:a16="http://schemas.microsoft.com/office/drawing/2014/main" id="{55B270F9-ABAE-46F8-9F1E-C7E7C2A1A39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44897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Straight Connector 108">
              <a:extLst>
                <a:ext uri="{FF2B5EF4-FFF2-40B4-BE49-F238E27FC236}">
                  <a16:creationId xmlns:a16="http://schemas.microsoft.com/office/drawing/2014/main" id="{0EF34567-C702-44AC-BF97-8BBF334D314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13077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2" name="Straight Connector 109">
              <a:extLst>
                <a:ext uri="{FF2B5EF4-FFF2-40B4-BE49-F238E27FC236}">
                  <a16:creationId xmlns:a16="http://schemas.microsoft.com/office/drawing/2014/main" id="{5A52D20F-113D-4435-81FE-C2B60897700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08536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Straight Connector 110">
              <a:extLst>
                <a:ext uri="{FF2B5EF4-FFF2-40B4-BE49-F238E27FC236}">
                  <a16:creationId xmlns:a16="http://schemas.microsoft.com/office/drawing/2014/main" id="{320B392D-366B-4660-8143-D0AF058D31F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76716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Straight Connector 111">
              <a:extLst>
                <a:ext uri="{FF2B5EF4-FFF2-40B4-BE49-F238E27FC236}">
                  <a16:creationId xmlns:a16="http://schemas.microsoft.com/office/drawing/2014/main" id="{6D15FD1A-F5A5-41DC-A393-CC01036FEB9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72174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Straight Connector 112">
              <a:extLst>
                <a:ext uri="{FF2B5EF4-FFF2-40B4-BE49-F238E27FC236}">
                  <a16:creationId xmlns:a16="http://schemas.microsoft.com/office/drawing/2014/main" id="{E3232F3C-AE3D-4522-AEA3-D60CCB5B351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40355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Straight Connector 113">
              <a:extLst>
                <a:ext uri="{FF2B5EF4-FFF2-40B4-BE49-F238E27FC236}">
                  <a16:creationId xmlns:a16="http://schemas.microsoft.com/office/drawing/2014/main" id="{2FF0D93E-19F3-4D59-987C-A226E6E4C9E4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35813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Straight Connector 114">
              <a:extLst>
                <a:ext uri="{FF2B5EF4-FFF2-40B4-BE49-F238E27FC236}">
                  <a16:creationId xmlns:a16="http://schemas.microsoft.com/office/drawing/2014/main" id="{CD9A50FF-5138-401F-8A5F-C093495496A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03994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Straight Connector 115">
              <a:extLst>
                <a:ext uri="{FF2B5EF4-FFF2-40B4-BE49-F238E27FC236}">
                  <a16:creationId xmlns:a16="http://schemas.microsoft.com/office/drawing/2014/main" id="{3454A8A3-E730-4E77-A046-64A75C632D6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99452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Straight Connector 116">
              <a:extLst>
                <a:ext uri="{FF2B5EF4-FFF2-40B4-BE49-F238E27FC236}">
                  <a16:creationId xmlns:a16="http://schemas.microsoft.com/office/drawing/2014/main" id="{6F60DA80-FDA3-403B-B763-C09C4EB7E8C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67633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Straight Connector 117">
              <a:extLst>
                <a:ext uri="{FF2B5EF4-FFF2-40B4-BE49-F238E27FC236}">
                  <a16:creationId xmlns:a16="http://schemas.microsoft.com/office/drawing/2014/main" id="{81F97174-21FF-466D-8379-E1C18A166E40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63091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" name="Straight Connector 118">
              <a:extLst>
                <a:ext uri="{FF2B5EF4-FFF2-40B4-BE49-F238E27FC236}">
                  <a16:creationId xmlns:a16="http://schemas.microsoft.com/office/drawing/2014/main" id="{0C567629-60D2-4967-8601-B78F80ACD2D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31271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120">
              <a:extLst>
                <a:ext uri="{FF2B5EF4-FFF2-40B4-BE49-F238E27FC236}">
                  <a16:creationId xmlns:a16="http://schemas.microsoft.com/office/drawing/2014/main" id="{8A52D172-096A-492A-AB6E-1D0FD70500B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94910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Straight Connector 106">
              <a:extLst>
                <a:ext uri="{FF2B5EF4-FFF2-40B4-BE49-F238E27FC236}">
                  <a16:creationId xmlns:a16="http://schemas.microsoft.com/office/drawing/2014/main" id="{DEAFE245-F3DA-40DC-A577-C1C4819480C8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49439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Straight Connector 127">
              <a:extLst>
                <a:ext uri="{FF2B5EF4-FFF2-40B4-BE49-F238E27FC236}">
                  <a16:creationId xmlns:a16="http://schemas.microsoft.com/office/drawing/2014/main" id="{0B6F44CF-26A9-4692-99BE-82A2E63D8F0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97168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Straight Connector 128">
              <a:extLst>
                <a:ext uri="{FF2B5EF4-FFF2-40B4-BE49-F238E27FC236}">
                  <a16:creationId xmlns:a16="http://schemas.microsoft.com/office/drawing/2014/main" id="{953BA5C6-1A84-4488-AFAD-F6135688176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65348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Straight Connector 129">
              <a:extLst>
                <a:ext uri="{FF2B5EF4-FFF2-40B4-BE49-F238E27FC236}">
                  <a16:creationId xmlns:a16="http://schemas.microsoft.com/office/drawing/2014/main" id="{DD485B68-358E-4AA4-B9A9-2DB928A635BC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60806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Connector 130">
              <a:extLst>
                <a:ext uri="{FF2B5EF4-FFF2-40B4-BE49-F238E27FC236}">
                  <a16:creationId xmlns:a16="http://schemas.microsoft.com/office/drawing/2014/main" id="{666E9725-3C56-43E8-8E8F-F76DF8F8C47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28987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Straight Connector 131">
              <a:extLst>
                <a:ext uri="{FF2B5EF4-FFF2-40B4-BE49-F238E27FC236}">
                  <a16:creationId xmlns:a16="http://schemas.microsoft.com/office/drawing/2014/main" id="{0D566977-5CF4-4840-BFEF-3B1D4B331E57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24445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Straight Connector 132">
              <a:extLst>
                <a:ext uri="{FF2B5EF4-FFF2-40B4-BE49-F238E27FC236}">
                  <a16:creationId xmlns:a16="http://schemas.microsoft.com/office/drawing/2014/main" id="{60D94E9A-2055-4DAB-80F7-BC9A7838F3A6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92626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Straight Connector 133">
              <a:extLst>
                <a:ext uri="{FF2B5EF4-FFF2-40B4-BE49-F238E27FC236}">
                  <a16:creationId xmlns:a16="http://schemas.microsoft.com/office/drawing/2014/main" id="{E7E44CA3-56D6-4E4C-B25D-983903918C6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88084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Straight Connector 134">
              <a:extLst>
                <a:ext uri="{FF2B5EF4-FFF2-40B4-BE49-F238E27FC236}">
                  <a16:creationId xmlns:a16="http://schemas.microsoft.com/office/drawing/2014/main" id="{317B9324-946F-48AB-BEBA-9CFDA77E1A6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56265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Straight Connector 135">
              <a:extLst>
                <a:ext uri="{FF2B5EF4-FFF2-40B4-BE49-F238E27FC236}">
                  <a16:creationId xmlns:a16="http://schemas.microsoft.com/office/drawing/2014/main" id="{8BBBA0AA-20AA-4AB8-BC92-5128CA686F4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51723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" name="Straight Connector 136">
              <a:extLst>
                <a:ext uri="{FF2B5EF4-FFF2-40B4-BE49-F238E27FC236}">
                  <a16:creationId xmlns:a16="http://schemas.microsoft.com/office/drawing/2014/main" id="{80F42740-6B4B-4299-951A-7ED7CB3A41F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19903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137">
              <a:extLst>
                <a:ext uri="{FF2B5EF4-FFF2-40B4-BE49-F238E27FC236}">
                  <a16:creationId xmlns:a16="http://schemas.microsoft.com/office/drawing/2014/main" id="{2E5C5DC2-9800-4304-A93C-B9557F5F76B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15362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Straight Connector 138">
              <a:extLst>
                <a:ext uri="{FF2B5EF4-FFF2-40B4-BE49-F238E27FC236}">
                  <a16:creationId xmlns:a16="http://schemas.microsoft.com/office/drawing/2014/main" id="{F82DA68F-11CF-4FCD-AFF1-1EB1F6544AA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83542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Straight Connector 139">
              <a:extLst>
                <a:ext uri="{FF2B5EF4-FFF2-40B4-BE49-F238E27FC236}">
                  <a16:creationId xmlns:a16="http://schemas.microsoft.com/office/drawing/2014/main" id="{6E51F342-11D3-469A-9EA4-38F844ED74C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79000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" name="Straight Connector 140">
              <a:extLst>
                <a:ext uri="{FF2B5EF4-FFF2-40B4-BE49-F238E27FC236}">
                  <a16:creationId xmlns:a16="http://schemas.microsoft.com/office/drawing/2014/main" id="{90C738A5-CD8E-4BAA-B917-ECE9DA28355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47181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Straight Connector 142">
              <a:extLst>
                <a:ext uri="{FF2B5EF4-FFF2-40B4-BE49-F238E27FC236}">
                  <a16:creationId xmlns:a16="http://schemas.microsoft.com/office/drawing/2014/main" id="{B5122834-4562-467E-A77A-C39663C63B6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610820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9" name="Area">
              <a:extLst>
                <a:ext uri="{FF2B5EF4-FFF2-40B4-BE49-F238E27FC236}">
                  <a16:creationId xmlns:a16="http://schemas.microsoft.com/office/drawing/2014/main" id="{D1274368-1619-4985-8611-3C12F1E34931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51688" y="1335293"/>
              <a:ext cx="11082528" cy="4932000"/>
            </a:xfrm>
            <a:prstGeom prst="rect">
              <a:avLst/>
            </a:prstGeom>
            <a:noFill/>
            <a:ln w="6350">
              <a:solidFill>
                <a:srgbClr val="00B0F0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600" name="Rectangle 39">
              <a:extLst>
                <a:ext uri="{FF2B5EF4-FFF2-40B4-BE49-F238E27FC236}">
                  <a16:creationId xmlns:a16="http://schemas.microsoft.com/office/drawing/2014/main" id="{7BBA4E68-EC38-486F-8CFC-47F6E40A624D}"/>
                </a:ext>
              </a:extLst>
            </p:cNvPr>
            <p:cNvSpPr>
              <a:spLocks/>
            </p:cNvSpPr>
            <p:nvPr userDrawn="1"/>
          </p:nvSpPr>
          <p:spPr>
            <a:xfrm>
              <a:off x="-942096" y="1335293"/>
              <a:ext cx="360000" cy="4932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1L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601" name="Rectangle 39">
              <a:extLst>
                <a:ext uri="{FF2B5EF4-FFF2-40B4-BE49-F238E27FC236}">
                  <a16:creationId xmlns:a16="http://schemas.microsoft.com/office/drawing/2014/main" id="{C35119EC-EB00-4FF9-BC26-55A966F95306}"/>
                </a:ext>
              </a:extLst>
            </p:cNvPr>
            <p:cNvSpPr>
              <a:spLocks/>
            </p:cNvSpPr>
            <p:nvPr userDrawn="1"/>
          </p:nvSpPr>
          <p:spPr>
            <a:xfrm>
              <a:off x="-942096" y="1671379"/>
              <a:ext cx="360000" cy="4595914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2L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602" name="Rectangle 39">
              <a:extLst>
                <a:ext uri="{FF2B5EF4-FFF2-40B4-BE49-F238E27FC236}">
                  <a16:creationId xmlns:a16="http://schemas.microsoft.com/office/drawing/2014/main" id="{3E2FA8D6-F3E2-45D0-9E00-64B767F36C75}"/>
                </a:ext>
              </a:extLst>
            </p:cNvPr>
            <p:cNvSpPr>
              <a:spLocks/>
            </p:cNvSpPr>
            <p:nvPr userDrawn="1"/>
          </p:nvSpPr>
          <p:spPr>
            <a:xfrm>
              <a:off x="-942096" y="2007465"/>
              <a:ext cx="360000" cy="4259828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3L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cxnSp>
          <p:nvCxnSpPr>
            <p:cNvPr id="603" name="Straight Connector 602">
              <a:extLst>
                <a:ext uri="{FF2B5EF4-FFF2-40B4-BE49-F238E27FC236}">
                  <a16:creationId xmlns:a16="http://schemas.microsoft.com/office/drawing/2014/main" id="{A2A75E2F-CDF7-4263-8161-E3353F3BDC6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942096" y="1671379"/>
              <a:ext cx="360000" cy="0"/>
            </a:xfrm>
            <a:prstGeom prst="line">
              <a:avLst/>
            </a:prstGeom>
            <a:ln w="9525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Straight Connector 603">
              <a:extLst>
                <a:ext uri="{FF2B5EF4-FFF2-40B4-BE49-F238E27FC236}">
                  <a16:creationId xmlns:a16="http://schemas.microsoft.com/office/drawing/2014/main" id="{9C3F2890-B6FA-419A-B551-26456B6C4D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942096" y="2007465"/>
              <a:ext cx="360000" cy="0"/>
            </a:xfrm>
            <a:prstGeom prst="line">
              <a:avLst/>
            </a:prstGeom>
            <a:ln w="9525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5" name="TextBox 604">
              <a:extLst>
                <a:ext uri="{FF2B5EF4-FFF2-40B4-BE49-F238E27FC236}">
                  <a16:creationId xmlns:a16="http://schemas.microsoft.com/office/drawing/2014/main" id="{FA61C5D6-7B43-4A12-9FFC-11F832CEB912}"/>
                </a:ext>
              </a:extLst>
            </p:cNvPr>
            <p:cNvSpPr txBox="1"/>
            <p:nvPr userDrawn="1"/>
          </p:nvSpPr>
          <p:spPr>
            <a:xfrm>
              <a:off x="-869818" y="75506"/>
              <a:ext cx="215444" cy="1195264"/>
            </a:xfrm>
            <a:prstGeom prst="rect">
              <a:avLst/>
            </a:prstGeom>
          </p:spPr>
          <p:txBody>
            <a:bodyPr vert="vert270" wrap="non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dirty="0">
                  <a:solidFill>
                    <a:srgbClr val="7F7F7F"/>
                  </a:solidFill>
                </a:rPr>
                <a:t>Custom &gt; Grey</a:t>
              </a:r>
              <a:endParaRPr lang="ru-RU" dirty="0">
                <a:solidFill>
                  <a:srgbClr val="7F7F7F"/>
                </a:solidFill>
              </a:endParaRPr>
            </a:p>
          </p:txBody>
        </p:sp>
      </p:grp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>
            <a:spLocks/>
          </p:cNvSpPr>
          <p:nvPr userDrawn="1">
            <p:custDataLst>
              <p:tags r:id="rId23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>
          <a:xfrm>
            <a:off x="554736" y="1282776"/>
            <a:ext cx="3049253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Above Chart Exhibit Title</a:t>
            </a:r>
            <a:br>
              <a:rPr lang="en-US" dirty="0"/>
            </a:br>
            <a:r>
              <a:rPr lang="en-US" sz="1400" b="0" dirty="0"/>
              <a:t>Units of measure</a:t>
            </a:r>
            <a:endParaRPr lang="ru-RU" sz="1400" b="0" dirty="0"/>
          </a:p>
        </p:txBody>
      </p:sp>
      <p:sp>
        <p:nvSpPr>
          <p:cNvPr id="150" name="5. Source" hidden="1">
            <a:extLst>
              <a:ext uri="{FF2B5EF4-FFF2-40B4-BE49-F238E27FC236}">
                <a16:creationId xmlns:a16="http://schemas.microsoft.com/office/drawing/2014/main" id="{1B5DE5A7-2D1D-4A40-BE7D-BB40C3D416B3}"/>
              </a:ext>
            </a:extLst>
          </p:cNvPr>
          <p:cNvSpPr txBox="1">
            <a:spLocks/>
          </p:cNvSpPr>
          <p:nvPr userDrawn="1">
            <p:custDataLst>
              <p:tags r:id="rId25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79" name="TrackerAlphaWhite" hidden="1">
            <a:extLst>
              <a:ext uri="{FF2B5EF4-FFF2-40B4-BE49-F238E27FC236}">
                <a16:creationId xmlns:a16="http://schemas.microsoft.com/office/drawing/2014/main" id="{7D10F85E-A89F-412A-9970-7FA5C42BFB5F}"/>
              </a:ext>
            </a:extLst>
          </p:cNvPr>
          <p:cNvSpPr/>
          <p:nvPr userDrawn="1">
            <p:custDataLst>
              <p:tags r:id="rId26"/>
            </p:custDataLst>
          </p:nvPr>
        </p:nvSpPr>
        <p:spPr>
          <a:xfrm>
            <a:off x="554736" y="3266780"/>
            <a:ext cx="279340" cy="279340"/>
          </a:xfrm>
          <a:prstGeom prst="ellipse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0" name="TrackerAlphaBlue" hidden="1">
            <a:extLst>
              <a:ext uri="{FF2B5EF4-FFF2-40B4-BE49-F238E27FC236}">
                <a16:creationId xmlns:a16="http://schemas.microsoft.com/office/drawing/2014/main" id="{26869F53-96A2-49F7-96E0-1DD89AB0021B}"/>
              </a:ext>
            </a:extLst>
          </p:cNvPr>
          <p:cNvSpPr/>
          <p:nvPr userDrawn="1">
            <p:custDataLst>
              <p:tags r:id="rId27"/>
            </p:custDataLst>
          </p:nvPr>
        </p:nvSpPr>
        <p:spPr>
          <a:xfrm>
            <a:off x="933716" y="3266780"/>
            <a:ext cx="279340" cy="279340"/>
          </a:xfrm>
          <a:prstGeom prst="ellipse">
            <a:avLst/>
          </a:prstGeom>
          <a:solidFill>
            <a:schemeClr val="tx1"/>
          </a:solidFill>
          <a:ln w="6350" cap="sq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81" name="TrackerNumWhite" hidden="1">
            <a:extLst>
              <a:ext uri="{FF2B5EF4-FFF2-40B4-BE49-F238E27FC236}">
                <a16:creationId xmlns:a16="http://schemas.microsoft.com/office/drawing/2014/main" id="{BF1EE75D-A530-4BDB-A4D3-659E6C74551D}"/>
              </a:ext>
            </a:extLst>
          </p:cNvPr>
          <p:cNvSpPr/>
          <p:nvPr userDrawn="1">
            <p:custDataLst>
              <p:tags r:id="rId28"/>
            </p:custDataLst>
          </p:nvPr>
        </p:nvSpPr>
        <p:spPr>
          <a:xfrm>
            <a:off x="554736" y="3682416"/>
            <a:ext cx="279340" cy="279340"/>
          </a:xfrm>
          <a:prstGeom prst="ellipse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>
                <a:solidFill>
                  <a:schemeClr val="tx1"/>
                </a:solidFill>
              </a:rPr>
              <a:t>1</a:t>
            </a:r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182" name="TrackerNumBlue" hidden="1">
            <a:extLst>
              <a:ext uri="{FF2B5EF4-FFF2-40B4-BE49-F238E27FC236}">
                <a16:creationId xmlns:a16="http://schemas.microsoft.com/office/drawing/2014/main" id="{D4CBE4BE-5A17-4E4F-8518-D2314867CB3E}"/>
              </a:ext>
            </a:extLst>
          </p:cNvPr>
          <p:cNvSpPr/>
          <p:nvPr userDrawn="1">
            <p:custDataLst>
              <p:tags r:id="rId29"/>
            </p:custDataLst>
          </p:nvPr>
        </p:nvSpPr>
        <p:spPr>
          <a:xfrm>
            <a:off x="933716" y="3682416"/>
            <a:ext cx="279340" cy="279340"/>
          </a:xfrm>
          <a:prstGeom prst="ellipse">
            <a:avLst/>
          </a:prstGeom>
          <a:solidFill>
            <a:schemeClr val="tx1"/>
          </a:solidFill>
          <a:ln w="6350" cap="sq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grpSp>
        <p:nvGrpSpPr>
          <p:cNvPr id="190" name="MoonEmpty" hidden="1">
            <a:extLst>
              <a:ext uri="{FF2B5EF4-FFF2-40B4-BE49-F238E27FC236}">
                <a16:creationId xmlns:a16="http://schemas.microsoft.com/office/drawing/2014/main" id="{217E634A-1E0C-4232-8364-5B7D9B436238}"/>
              </a:ext>
            </a:extLst>
          </p:cNvPr>
          <p:cNvGrpSpPr>
            <a:grpSpLocks/>
          </p:cNvGrpSpPr>
          <p:nvPr userDrawn="1">
            <p:custDataLst>
              <p:tags r:id="rId30"/>
            </p:custDataLst>
          </p:nvPr>
        </p:nvGrpSpPr>
        <p:grpSpPr>
          <a:xfrm>
            <a:off x="8973903" y="3260116"/>
            <a:ext cx="288000" cy="288000"/>
            <a:chOff x="762000" y="1270000"/>
            <a:chExt cx="254000" cy="254000"/>
          </a:xfrm>
        </p:grpSpPr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3C0D1B1A-5CB6-4F42-9858-8FCFEEF4DCB4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92" name="Arc 191">
              <a:extLst>
                <a:ext uri="{FF2B5EF4-FFF2-40B4-BE49-F238E27FC236}">
                  <a16:creationId xmlns:a16="http://schemas.microsoft.com/office/drawing/2014/main" id="{F19B0948-5ACD-46BF-A5D0-4D78C02044F7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6229547"/>
              </a:avLst>
            </a:prstGeom>
            <a:solidFill>
              <a:schemeClr val="tx1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170" name="MoonQuater" hidden="1">
            <a:extLst>
              <a:ext uri="{FF2B5EF4-FFF2-40B4-BE49-F238E27FC236}">
                <a16:creationId xmlns:a16="http://schemas.microsoft.com/office/drawing/2014/main" id="{79C4F1A7-3BA6-4DE9-990D-56F7568AF3D5}"/>
              </a:ext>
            </a:extLst>
          </p:cNvPr>
          <p:cNvGrpSpPr>
            <a:grpSpLocks/>
          </p:cNvGrpSpPr>
          <p:nvPr userDrawn="1">
            <p:custDataLst>
              <p:tags r:id="rId31"/>
            </p:custDataLst>
          </p:nvPr>
        </p:nvGrpSpPr>
        <p:grpSpPr>
          <a:xfrm>
            <a:off x="9362161" y="3260116"/>
            <a:ext cx="288000" cy="288000"/>
            <a:chOff x="762000" y="1270000"/>
            <a:chExt cx="254000" cy="254000"/>
          </a:xfrm>
        </p:grpSpPr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59E630A5-DC56-4165-A400-FABB4C8F2657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72" name="Arc 171">
              <a:extLst>
                <a:ext uri="{FF2B5EF4-FFF2-40B4-BE49-F238E27FC236}">
                  <a16:creationId xmlns:a16="http://schemas.microsoft.com/office/drawing/2014/main" id="{C98134F9-A949-43AC-8CDC-EAE921C7808C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3" name="MoonHalf" hidden="1">
            <a:extLst>
              <a:ext uri="{FF2B5EF4-FFF2-40B4-BE49-F238E27FC236}">
                <a16:creationId xmlns:a16="http://schemas.microsoft.com/office/drawing/2014/main" id="{2714B939-F474-44D5-8B49-B47A0217F09E}"/>
              </a:ext>
            </a:extLst>
          </p:cNvPr>
          <p:cNvGrpSpPr>
            <a:grpSpLocks/>
          </p:cNvGrpSpPr>
          <p:nvPr userDrawn="1">
            <p:custDataLst>
              <p:tags r:id="rId32"/>
            </p:custDataLst>
          </p:nvPr>
        </p:nvGrpSpPr>
        <p:grpSpPr>
          <a:xfrm>
            <a:off x="9748418" y="3260711"/>
            <a:ext cx="288000" cy="288000"/>
            <a:chOff x="762000" y="1270000"/>
            <a:chExt cx="254000" cy="254000"/>
          </a:xfrm>
        </p:grpSpPr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22EC967B-B647-4BCF-9C0C-A8D545E4C817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75" name="Arc 174">
              <a:extLst>
                <a:ext uri="{FF2B5EF4-FFF2-40B4-BE49-F238E27FC236}">
                  <a16:creationId xmlns:a16="http://schemas.microsoft.com/office/drawing/2014/main" id="{FA00262A-FCFD-4DB6-B921-E9B02991FF8A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6" name="Moon3Quater" hidden="1">
            <a:extLst>
              <a:ext uri="{FF2B5EF4-FFF2-40B4-BE49-F238E27FC236}">
                <a16:creationId xmlns:a16="http://schemas.microsoft.com/office/drawing/2014/main" id="{B81E11B2-1A34-4631-BD81-A79E13BAA4F8}"/>
              </a:ext>
            </a:extLst>
          </p:cNvPr>
          <p:cNvGrpSpPr>
            <a:grpSpLocks/>
          </p:cNvGrpSpPr>
          <p:nvPr userDrawn="1">
            <p:custDataLst>
              <p:tags r:id="rId33"/>
            </p:custDataLst>
          </p:nvPr>
        </p:nvGrpSpPr>
        <p:grpSpPr>
          <a:xfrm>
            <a:off x="10134675" y="3260116"/>
            <a:ext cx="288000" cy="288000"/>
            <a:chOff x="762000" y="1270000"/>
            <a:chExt cx="254000" cy="254000"/>
          </a:xfrm>
        </p:grpSpPr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5D5E5590-A897-419C-85F3-C5E6B6BADDA1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78" name="Arc 177">
              <a:extLst>
                <a:ext uri="{FF2B5EF4-FFF2-40B4-BE49-F238E27FC236}">
                  <a16:creationId xmlns:a16="http://schemas.microsoft.com/office/drawing/2014/main" id="{2DA30F73-36DC-49E0-87B5-F183D3E9231F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080000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6" name="MoonFull" hidden="1">
            <a:extLst>
              <a:ext uri="{FF2B5EF4-FFF2-40B4-BE49-F238E27FC236}">
                <a16:creationId xmlns:a16="http://schemas.microsoft.com/office/drawing/2014/main" id="{9C646595-AAE9-4CF9-8065-5D333DB4AA3D}"/>
              </a:ext>
            </a:extLst>
          </p:cNvPr>
          <p:cNvGrpSpPr>
            <a:grpSpLocks/>
          </p:cNvGrpSpPr>
          <p:nvPr userDrawn="1">
            <p:custDataLst>
              <p:tags r:id="rId34"/>
            </p:custDataLst>
          </p:nvPr>
        </p:nvGrpSpPr>
        <p:grpSpPr>
          <a:xfrm>
            <a:off x="10520932" y="3260114"/>
            <a:ext cx="288000" cy="288001"/>
            <a:chOff x="762000" y="1269999"/>
            <a:chExt cx="254000" cy="254001"/>
          </a:xfrm>
          <a:solidFill>
            <a:schemeClr val="accent5"/>
          </a:solidFill>
        </p:grpSpPr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45B76197-6D16-4092-B902-DE7FD857CAF0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762000" y="1269999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99" name="Arc 198">
              <a:extLst>
                <a:ext uri="{FF2B5EF4-FFF2-40B4-BE49-F238E27FC236}">
                  <a16:creationId xmlns:a16="http://schemas.microsoft.com/office/drawing/2014/main" id="{5125949A-3C65-48C8-BF1F-12C78DE93858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StatusGauge" hidden="1">
            <a:extLst>
              <a:ext uri="{FF2B5EF4-FFF2-40B4-BE49-F238E27FC236}">
                <a16:creationId xmlns:a16="http://schemas.microsoft.com/office/drawing/2014/main" id="{AC87BF6A-0CC1-4B7B-9115-F8C8E5B93B66}"/>
              </a:ext>
            </a:extLst>
          </p:cNvPr>
          <p:cNvGrpSpPr/>
          <p:nvPr userDrawn="1"/>
        </p:nvGrpSpPr>
        <p:grpSpPr>
          <a:xfrm>
            <a:off x="1662669" y="3333780"/>
            <a:ext cx="115517" cy="220533"/>
            <a:chOff x="427408" y="3815098"/>
            <a:chExt cx="312580" cy="596744"/>
          </a:xfrm>
        </p:grpSpPr>
        <p:sp>
          <p:nvSpPr>
            <p:cNvPr id="366" name="Line 56">
              <a:extLst>
                <a:ext uri="{FF2B5EF4-FFF2-40B4-BE49-F238E27FC236}">
                  <a16:creationId xmlns:a16="http://schemas.microsoft.com/office/drawing/2014/main" id="{22B23B9D-517D-4A32-857E-DA0E3889A7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408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67" name="Line 57">
              <a:extLst>
                <a:ext uri="{FF2B5EF4-FFF2-40B4-BE49-F238E27FC236}">
                  <a16:creationId xmlns:a16="http://schemas.microsoft.com/office/drawing/2014/main" id="{CC30D8CA-C04D-4E6C-95A7-DE65B0F4A9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83697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69" name="Line 59">
              <a:extLst>
                <a:ext uri="{FF2B5EF4-FFF2-40B4-BE49-F238E27FC236}">
                  <a16:creationId xmlns:a16="http://schemas.microsoft.com/office/drawing/2014/main" id="{9363A779-2D9F-4A05-A7A1-72E00C647D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3697" y="3815098"/>
              <a:ext cx="0" cy="596744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5" name="StatusGaugeWhite" hidden="1">
            <a:extLst>
              <a:ext uri="{FF2B5EF4-FFF2-40B4-BE49-F238E27FC236}">
                <a16:creationId xmlns:a16="http://schemas.microsoft.com/office/drawing/2014/main" id="{C2FDB2E7-0636-494B-B6D7-A3C17942E83A}"/>
              </a:ext>
            </a:extLst>
          </p:cNvPr>
          <p:cNvGrpSpPr/>
          <p:nvPr userDrawn="1"/>
        </p:nvGrpSpPr>
        <p:grpSpPr>
          <a:xfrm>
            <a:off x="2021702" y="3245932"/>
            <a:ext cx="396228" cy="396228"/>
            <a:chOff x="2021702" y="3245932"/>
            <a:chExt cx="396228" cy="396228"/>
          </a:xfrm>
          <a:solidFill>
            <a:schemeClr val="bg1"/>
          </a:solidFill>
        </p:grpSpPr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8D7CB2DC-1025-4762-8415-58E55B605671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80" name="Group 379">
              <a:extLst>
                <a:ext uri="{FF2B5EF4-FFF2-40B4-BE49-F238E27FC236}">
                  <a16:creationId xmlns:a16="http://schemas.microsoft.com/office/drawing/2014/main" id="{CD30E1A4-95BF-40FE-A480-7647E845DAFB}"/>
                </a:ext>
              </a:extLst>
            </p:cNvPr>
            <p:cNvGrpSpPr/>
            <p:nvPr userDrawn="1"/>
          </p:nvGrpSpPr>
          <p:grpSpPr>
            <a:xfrm>
              <a:off x="2162058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381" name="Line 56">
                <a:extLst>
                  <a:ext uri="{FF2B5EF4-FFF2-40B4-BE49-F238E27FC236}">
                    <a16:creationId xmlns:a16="http://schemas.microsoft.com/office/drawing/2014/main" id="{912FDF49-5006-4BE9-A241-14FC58A10C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2" name="Line 57">
                <a:extLst>
                  <a:ext uri="{FF2B5EF4-FFF2-40B4-BE49-F238E27FC236}">
                    <a16:creationId xmlns:a16="http://schemas.microsoft.com/office/drawing/2014/main" id="{A685424E-07A2-4C23-A9AB-A1AB3E5A69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3" name="Line 59">
                <a:extLst>
                  <a:ext uri="{FF2B5EF4-FFF2-40B4-BE49-F238E27FC236}">
                    <a16:creationId xmlns:a16="http://schemas.microsoft.com/office/drawing/2014/main" id="{DF153F60-37D9-415E-92DF-84BB547F32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14" name="StatusGaugeBlue" hidden="1">
            <a:extLst>
              <a:ext uri="{FF2B5EF4-FFF2-40B4-BE49-F238E27FC236}">
                <a16:creationId xmlns:a16="http://schemas.microsoft.com/office/drawing/2014/main" id="{3787D2E5-45BD-47CD-AEC1-EDDD0B6DC06B}"/>
              </a:ext>
            </a:extLst>
          </p:cNvPr>
          <p:cNvGrpSpPr/>
          <p:nvPr userDrawn="1"/>
        </p:nvGrpSpPr>
        <p:grpSpPr>
          <a:xfrm>
            <a:off x="2521091" y="3245932"/>
            <a:ext cx="396228" cy="396228"/>
            <a:chOff x="2521091" y="3245932"/>
            <a:chExt cx="396228" cy="396228"/>
          </a:xfrm>
          <a:solidFill>
            <a:schemeClr val="tx1"/>
          </a:solidFill>
        </p:grpSpPr>
        <p:sp>
          <p:nvSpPr>
            <p:cNvPr id="371" name="Oval 370">
              <a:extLst>
                <a:ext uri="{FF2B5EF4-FFF2-40B4-BE49-F238E27FC236}">
                  <a16:creationId xmlns:a16="http://schemas.microsoft.com/office/drawing/2014/main" id="{C8D381C3-2015-4AD0-B6F9-81620A837CC5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84" name="Group 383">
              <a:extLst>
                <a:ext uri="{FF2B5EF4-FFF2-40B4-BE49-F238E27FC236}">
                  <a16:creationId xmlns:a16="http://schemas.microsoft.com/office/drawing/2014/main" id="{1CF546FB-B2BA-4883-AF98-FBF5F2C28FCF}"/>
                </a:ext>
              </a:extLst>
            </p:cNvPr>
            <p:cNvGrpSpPr/>
            <p:nvPr userDrawn="1"/>
          </p:nvGrpSpPr>
          <p:grpSpPr>
            <a:xfrm>
              <a:off x="2661447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385" name="Line 56">
                <a:extLst>
                  <a:ext uri="{FF2B5EF4-FFF2-40B4-BE49-F238E27FC236}">
                    <a16:creationId xmlns:a16="http://schemas.microsoft.com/office/drawing/2014/main" id="{70CA23CD-0391-40AB-9740-9A091B4B3C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6" name="Line 57">
                <a:extLst>
                  <a:ext uri="{FF2B5EF4-FFF2-40B4-BE49-F238E27FC236}">
                    <a16:creationId xmlns:a16="http://schemas.microsoft.com/office/drawing/2014/main" id="{DBAD38C3-D1BC-4FC1-9D49-0B162C1F26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7" name="Line 59">
                <a:extLst>
                  <a:ext uri="{FF2B5EF4-FFF2-40B4-BE49-F238E27FC236}">
                    <a16:creationId xmlns:a16="http://schemas.microsoft.com/office/drawing/2014/main" id="{7D0C093E-6BFA-4A22-81E5-2D0D4D31B0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275" name="Checkmark" hidden="1">
            <a:extLst>
              <a:ext uri="{FF2B5EF4-FFF2-40B4-BE49-F238E27FC236}">
                <a16:creationId xmlns:a16="http://schemas.microsoft.com/office/drawing/2014/main" id="{BB004E0D-569F-46D6-AB54-9BBB7A63320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598577" y="3869635"/>
            <a:ext cx="243701" cy="147600"/>
          </a:xfrm>
          <a:custGeom>
            <a:avLst/>
            <a:gdLst>
              <a:gd name="T0" fmla="*/ 0 w 65"/>
              <a:gd name="T1" fmla="*/ 16 h 39"/>
              <a:gd name="T2" fmla="*/ 25 w 65"/>
              <a:gd name="T3" fmla="*/ 39 h 39"/>
              <a:gd name="T4" fmla="*/ 65 w 65"/>
              <a:gd name="T5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5" h="39">
                <a:moveTo>
                  <a:pt x="0" y="16"/>
                </a:moveTo>
                <a:lnTo>
                  <a:pt x="25" y="39"/>
                </a:lnTo>
                <a:lnTo>
                  <a:pt x="65" y="0"/>
                </a:lnTo>
              </a:path>
            </a:pathLst>
          </a:custGeom>
          <a:noFill/>
          <a:ln w="635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21" name="CheckmarkWhite" hidden="1">
            <a:extLst>
              <a:ext uri="{FF2B5EF4-FFF2-40B4-BE49-F238E27FC236}">
                <a16:creationId xmlns:a16="http://schemas.microsoft.com/office/drawing/2014/main" id="{F07BF092-B974-4EB6-A1FD-990BE5E53701}"/>
              </a:ext>
            </a:extLst>
          </p:cNvPr>
          <p:cNvGrpSpPr/>
          <p:nvPr userDrawn="1"/>
        </p:nvGrpSpPr>
        <p:grpSpPr>
          <a:xfrm>
            <a:off x="2021702" y="3745321"/>
            <a:ext cx="396228" cy="396228"/>
            <a:chOff x="2021702" y="3745321"/>
            <a:chExt cx="396228" cy="396228"/>
          </a:xfrm>
          <a:solidFill>
            <a:schemeClr val="bg1"/>
          </a:solidFill>
        </p:grpSpPr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92B6E5FD-CE05-4863-BB94-17F85BCF0806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3745321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88" name="Freeform 39">
              <a:extLst>
                <a:ext uri="{FF2B5EF4-FFF2-40B4-BE49-F238E27FC236}">
                  <a16:creationId xmlns:a16="http://schemas.microsoft.com/office/drawing/2014/main" id="{DBC4A7F2-275F-448A-A2CE-92F398D30958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097966" y="3869635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20" name="CheckmarkBlue" hidden="1">
            <a:extLst>
              <a:ext uri="{FF2B5EF4-FFF2-40B4-BE49-F238E27FC236}">
                <a16:creationId xmlns:a16="http://schemas.microsoft.com/office/drawing/2014/main" id="{A705E7FE-8FE8-4F2D-9FA1-5637B89B73F7}"/>
              </a:ext>
            </a:extLst>
          </p:cNvPr>
          <p:cNvGrpSpPr/>
          <p:nvPr userDrawn="1"/>
        </p:nvGrpSpPr>
        <p:grpSpPr>
          <a:xfrm>
            <a:off x="2521091" y="3745321"/>
            <a:ext cx="396228" cy="396228"/>
            <a:chOff x="2521091" y="3745321"/>
            <a:chExt cx="396228" cy="396228"/>
          </a:xfrm>
          <a:solidFill>
            <a:schemeClr val="tx1"/>
          </a:solidFill>
        </p:grpSpPr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9DF2EDC3-BFC6-448A-9C1D-7324C7EF9146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3745321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89" name="Freeform 39">
              <a:extLst>
                <a:ext uri="{FF2B5EF4-FFF2-40B4-BE49-F238E27FC236}">
                  <a16:creationId xmlns:a16="http://schemas.microsoft.com/office/drawing/2014/main" id="{285841C2-3368-45B4-9105-40D539B18E93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597355" y="3869635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390" name="CheckmarkDash" hidden="1">
            <a:extLst>
              <a:ext uri="{FF2B5EF4-FFF2-40B4-BE49-F238E27FC236}">
                <a16:creationId xmlns:a16="http://schemas.microsoft.com/office/drawing/2014/main" id="{2D882A09-8E9B-4679-ADCB-6CAE84605CA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598577" y="4369024"/>
            <a:ext cx="243701" cy="147600"/>
          </a:xfrm>
          <a:custGeom>
            <a:avLst/>
            <a:gdLst>
              <a:gd name="T0" fmla="*/ 0 w 65"/>
              <a:gd name="T1" fmla="*/ 16 h 39"/>
              <a:gd name="T2" fmla="*/ 25 w 65"/>
              <a:gd name="T3" fmla="*/ 39 h 39"/>
              <a:gd name="T4" fmla="*/ 65 w 65"/>
              <a:gd name="T5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5" h="39">
                <a:moveTo>
                  <a:pt x="0" y="16"/>
                </a:moveTo>
                <a:lnTo>
                  <a:pt x="25" y="39"/>
                </a:lnTo>
                <a:lnTo>
                  <a:pt x="65" y="0"/>
                </a:lnTo>
              </a:path>
            </a:pathLst>
          </a:custGeom>
          <a:noFill/>
          <a:ln w="6350" cap="rnd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23" name="CheckmarkDashWhite" hidden="1">
            <a:extLst>
              <a:ext uri="{FF2B5EF4-FFF2-40B4-BE49-F238E27FC236}">
                <a16:creationId xmlns:a16="http://schemas.microsoft.com/office/drawing/2014/main" id="{A04BB5EF-2087-418E-BF29-3E463D8DAC95}"/>
              </a:ext>
            </a:extLst>
          </p:cNvPr>
          <p:cNvGrpSpPr/>
          <p:nvPr userDrawn="1"/>
        </p:nvGrpSpPr>
        <p:grpSpPr>
          <a:xfrm>
            <a:off x="2021702" y="4244710"/>
            <a:ext cx="396228" cy="396228"/>
            <a:chOff x="2021702" y="6293259"/>
            <a:chExt cx="396228" cy="396228"/>
          </a:xfrm>
          <a:solidFill>
            <a:schemeClr val="bg1"/>
          </a:solidFill>
        </p:grpSpPr>
        <p:sp>
          <p:nvSpPr>
            <p:cNvPr id="392" name="Oval 391">
              <a:extLst>
                <a:ext uri="{FF2B5EF4-FFF2-40B4-BE49-F238E27FC236}">
                  <a16:creationId xmlns:a16="http://schemas.microsoft.com/office/drawing/2014/main" id="{47F5EC55-9665-438E-9860-C3E2F47C8B13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629325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prstDash val="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93" name="Freeform 39">
              <a:extLst>
                <a:ext uri="{FF2B5EF4-FFF2-40B4-BE49-F238E27FC236}">
                  <a16:creationId xmlns:a16="http://schemas.microsoft.com/office/drawing/2014/main" id="{894EAAFA-EEA4-4D90-8F75-17F21B6BFCC1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097966" y="6417573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24" name="CheckmarkDashBlue" hidden="1">
            <a:extLst>
              <a:ext uri="{FF2B5EF4-FFF2-40B4-BE49-F238E27FC236}">
                <a16:creationId xmlns:a16="http://schemas.microsoft.com/office/drawing/2014/main" id="{481DC344-3017-462D-9A3B-4E65710C17D0}"/>
              </a:ext>
            </a:extLst>
          </p:cNvPr>
          <p:cNvGrpSpPr/>
          <p:nvPr userDrawn="1"/>
        </p:nvGrpSpPr>
        <p:grpSpPr>
          <a:xfrm>
            <a:off x="2521091" y="4244710"/>
            <a:ext cx="396228" cy="396228"/>
            <a:chOff x="2521091" y="6293259"/>
            <a:chExt cx="396228" cy="396228"/>
          </a:xfrm>
          <a:solidFill>
            <a:schemeClr val="tx1"/>
          </a:solidFill>
        </p:grpSpPr>
        <p:sp>
          <p:nvSpPr>
            <p:cNvPr id="395" name="Oval 394">
              <a:extLst>
                <a:ext uri="{FF2B5EF4-FFF2-40B4-BE49-F238E27FC236}">
                  <a16:creationId xmlns:a16="http://schemas.microsoft.com/office/drawing/2014/main" id="{3123CA39-9EFF-49E5-8B43-5BCDA3B0E657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629325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96" name="Freeform 39">
              <a:extLst>
                <a:ext uri="{FF2B5EF4-FFF2-40B4-BE49-F238E27FC236}">
                  <a16:creationId xmlns:a16="http://schemas.microsoft.com/office/drawing/2014/main" id="{1A25A5C6-7B1D-45B1-9C1F-F3B654A13FC7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597355" y="6417573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bg1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0" name="X" hidden="1">
            <a:extLst>
              <a:ext uri="{FF2B5EF4-FFF2-40B4-BE49-F238E27FC236}">
                <a16:creationId xmlns:a16="http://schemas.microsoft.com/office/drawing/2014/main" id="{E0CB3199-8B88-41C4-AFDC-5D6AE5641F2F}"/>
              </a:ext>
            </a:extLst>
          </p:cNvPr>
          <p:cNvGrpSpPr/>
          <p:nvPr userDrawn="1"/>
        </p:nvGrpSpPr>
        <p:grpSpPr>
          <a:xfrm>
            <a:off x="1625999" y="4847785"/>
            <a:ext cx="188856" cy="188856"/>
            <a:chOff x="316162" y="5992979"/>
            <a:chExt cx="188856" cy="188856"/>
          </a:xfrm>
        </p:grpSpPr>
        <p:sp>
          <p:nvSpPr>
            <p:cNvPr id="271" name="Line 36">
              <a:extLst>
                <a:ext uri="{FF2B5EF4-FFF2-40B4-BE49-F238E27FC236}">
                  <a16:creationId xmlns:a16="http://schemas.microsoft.com/office/drawing/2014/main" id="{33CA4828-3A35-4C8A-9E12-883F4B7CDA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162" y="5992979"/>
              <a:ext cx="188856" cy="188856"/>
            </a:xfrm>
            <a:prstGeom prst="line">
              <a:avLst/>
            </a:prstGeom>
            <a:solidFill>
              <a:srgbClr val="C00000"/>
            </a:solidFill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72" name="Line 37">
              <a:extLst>
                <a:ext uri="{FF2B5EF4-FFF2-40B4-BE49-F238E27FC236}">
                  <a16:creationId xmlns:a16="http://schemas.microsoft.com/office/drawing/2014/main" id="{B2BDD54A-21A5-4098-A847-B11FF7E5F2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162" y="5992979"/>
              <a:ext cx="188856" cy="188856"/>
            </a:xfrm>
            <a:prstGeom prst="line">
              <a:avLst/>
            </a:prstGeom>
            <a:solidFill>
              <a:srgbClr val="C00000"/>
            </a:solidFill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2" name="XWhite" hidden="1">
            <a:extLst>
              <a:ext uri="{FF2B5EF4-FFF2-40B4-BE49-F238E27FC236}">
                <a16:creationId xmlns:a16="http://schemas.microsoft.com/office/drawing/2014/main" id="{D78505AA-B3C9-4D02-94A2-A14B6C6FE76E}"/>
              </a:ext>
            </a:extLst>
          </p:cNvPr>
          <p:cNvGrpSpPr/>
          <p:nvPr userDrawn="1"/>
        </p:nvGrpSpPr>
        <p:grpSpPr>
          <a:xfrm>
            <a:off x="2021702" y="4744099"/>
            <a:ext cx="396228" cy="396228"/>
            <a:chOff x="2021702" y="4744099"/>
            <a:chExt cx="396228" cy="396228"/>
          </a:xfrm>
          <a:solidFill>
            <a:schemeClr val="bg1"/>
          </a:solidFill>
        </p:grpSpPr>
        <p:sp>
          <p:nvSpPr>
            <p:cNvPr id="376" name="Oval 375">
              <a:extLst>
                <a:ext uri="{FF2B5EF4-FFF2-40B4-BE49-F238E27FC236}">
                  <a16:creationId xmlns:a16="http://schemas.microsoft.com/office/drawing/2014/main" id="{67CB00F6-8D83-4DDB-9D28-9A9E984FCEA6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97" name="Group 396">
              <a:extLst>
                <a:ext uri="{FF2B5EF4-FFF2-40B4-BE49-F238E27FC236}">
                  <a16:creationId xmlns:a16="http://schemas.microsoft.com/office/drawing/2014/main" id="{D68695E2-2F6C-4984-97B3-84770AAE8461}"/>
                </a:ext>
              </a:extLst>
            </p:cNvPr>
            <p:cNvGrpSpPr/>
            <p:nvPr userDrawn="1"/>
          </p:nvGrpSpPr>
          <p:grpSpPr>
            <a:xfrm>
              <a:off x="2125388" y="4847785"/>
              <a:ext cx="188856" cy="188856"/>
              <a:chOff x="316162" y="5992979"/>
              <a:chExt cx="188856" cy="188856"/>
            </a:xfrm>
            <a:grpFill/>
          </p:grpSpPr>
          <p:sp>
            <p:nvSpPr>
              <p:cNvPr id="398" name="Line 36">
                <a:extLst>
                  <a:ext uri="{FF2B5EF4-FFF2-40B4-BE49-F238E27FC236}">
                    <a16:creationId xmlns:a16="http://schemas.microsoft.com/office/drawing/2014/main" id="{549AFA66-8395-44EF-B1D0-40122F2AAC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99" name="Line 37">
                <a:extLst>
                  <a:ext uri="{FF2B5EF4-FFF2-40B4-BE49-F238E27FC236}">
                    <a16:creationId xmlns:a16="http://schemas.microsoft.com/office/drawing/2014/main" id="{932BACAB-BF4D-4B3B-9F68-4A070C57D0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/>
              </a:p>
            </p:txBody>
          </p:sp>
        </p:grpSp>
      </p:grpSp>
      <p:grpSp>
        <p:nvGrpSpPr>
          <p:cNvPr id="51" name="XBlue" hidden="1">
            <a:extLst>
              <a:ext uri="{FF2B5EF4-FFF2-40B4-BE49-F238E27FC236}">
                <a16:creationId xmlns:a16="http://schemas.microsoft.com/office/drawing/2014/main" id="{76D87419-7600-4669-8612-AD69B00B998F}"/>
              </a:ext>
            </a:extLst>
          </p:cNvPr>
          <p:cNvGrpSpPr/>
          <p:nvPr userDrawn="1"/>
        </p:nvGrpSpPr>
        <p:grpSpPr>
          <a:xfrm>
            <a:off x="2521091" y="4744099"/>
            <a:ext cx="396228" cy="396228"/>
            <a:chOff x="2521091" y="4744099"/>
            <a:chExt cx="396228" cy="396228"/>
          </a:xfrm>
          <a:solidFill>
            <a:schemeClr val="tx1"/>
          </a:solidFill>
        </p:grpSpPr>
        <p:sp>
          <p:nvSpPr>
            <p:cNvPr id="377" name="Oval 376">
              <a:extLst>
                <a:ext uri="{FF2B5EF4-FFF2-40B4-BE49-F238E27FC236}">
                  <a16:creationId xmlns:a16="http://schemas.microsoft.com/office/drawing/2014/main" id="{BB9902CA-4422-4618-8399-530EF424A116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00" name="Group 399">
              <a:extLst>
                <a:ext uri="{FF2B5EF4-FFF2-40B4-BE49-F238E27FC236}">
                  <a16:creationId xmlns:a16="http://schemas.microsoft.com/office/drawing/2014/main" id="{FEE69EF9-A1B1-4554-AC08-9507A7FFAF0E}"/>
                </a:ext>
              </a:extLst>
            </p:cNvPr>
            <p:cNvGrpSpPr/>
            <p:nvPr userDrawn="1"/>
          </p:nvGrpSpPr>
          <p:grpSpPr>
            <a:xfrm>
              <a:off x="2624777" y="4847785"/>
              <a:ext cx="188856" cy="188856"/>
              <a:chOff x="316162" y="5992979"/>
              <a:chExt cx="188856" cy="188856"/>
            </a:xfrm>
            <a:grpFill/>
          </p:grpSpPr>
          <p:sp>
            <p:nvSpPr>
              <p:cNvPr id="401" name="Line 36">
                <a:extLst>
                  <a:ext uri="{FF2B5EF4-FFF2-40B4-BE49-F238E27FC236}">
                    <a16:creationId xmlns:a16="http://schemas.microsoft.com/office/drawing/2014/main" id="{D3DFE64B-BFEB-4977-BA46-BA408F58A0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02" name="Line 37">
                <a:extLst>
                  <a:ext uri="{FF2B5EF4-FFF2-40B4-BE49-F238E27FC236}">
                    <a16:creationId xmlns:a16="http://schemas.microsoft.com/office/drawing/2014/main" id="{47E9FAEC-0A8C-4624-809F-B10C0D72EF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403" name="Filter" hidden="1">
            <a:extLst>
              <a:ext uri="{FF2B5EF4-FFF2-40B4-BE49-F238E27FC236}">
                <a16:creationId xmlns:a16="http://schemas.microsoft.com/office/drawing/2014/main" id="{FCC81E52-D915-4AC6-8504-B6F39D77D2C2}"/>
              </a:ext>
            </a:extLst>
          </p:cNvPr>
          <p:cNvSpPr>
            <a:spLocks noChangeAspect="1"/>
          </p:cNvSpPr>
          <p:nvPr userDrawn="1"/>
        </p:nvSpPr>
        <p:spPr>
          <a:xfrm>
            <a:off x="1620562" y="5331802"/>
            <a:ext cx="199731" cy="219600"/>
          </a:xfrm>
          <a:custGeom>
            <a:avLst/>
            <a:gdLst>
              <a:gd name="connsiteX0" fmla="*/ 0 w 2728913"/>
              <a:gd name="connsiteY0" fmla="*/ 0 h 3000375"/>
              <a:gd name="connsiteX1" fmla="*/ 2728913 w 2728913"/>
              <a:gd name="connsiteY1" fmla="*/ 0 h 3000375"/>
              <a:gd name="connsiteX2" fmla="*/ 1662113 w 2728913"/>
              <a:gd name="connsiteY2" fmla="*/ 1662113 h 3000375"/>
              <a:gd name="connsiteX3" fmla="*/ 1662113 w 2728913"/>
              <a:gd name="connsiteY3" fmla="*/ 2633663 h 3000375"/>
              <a:gd name="connsiteX4" fmla="*/ 1104900 w 2728913"/>
              <a:gd name="connsiteY4" fmla="*/ 3000375 h 3000375"/>
              <a:gd name="connsiteX5" fmla="*/ 1104900 w 2728913"/>
              <a:gd name="connsiteY5" fmla="*/ 1652588 h 3000375"/>
              <a:gd name="connsiteX6" fmla="*/ 0 w 2728913"/>
              <a:gd name="connsiteY6" fmla="*/ 0 h 3000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8913" h="3000375">
                <a:moveTo>
                  <a:pt x="0" y="0"/>
                </a:moveTo>
                <a:lnTo>
                  <a:pt x="2728913" y="0"/>
                </a:lnTo>
                <a:lnTo>
                  <a:pt x="1662113" y="1662113"/>
                </a:lnTo>
                <a:lnTo>
                  <a:pt x="1662113" y="2633663"/>
                </a:lnTo>
                <a:lnTo>
                  <a:pt x="1104900" y="3000375"/>
                </a:lnTo>
                <a:lnTo>
                  <a:pt x="1104900" y="1652588"/>
                </a:lnTo>
                <a:lnTo>
                  <a:pt x="0" y="0"/>
                </a:lnTo>
                <a:close/>
              </a:path>
            </a:pathLst>
          </a:custGeom>
          <a:noFill/>
          <a:ln w="6350" cap="rnd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grpSp>
        <p:nvGrpSpPr>
          <p:cNvPr id="78" name="FilterWhite" hidden="1">
            <a:extLst>
              <a:ext uri="{FF2B5EF4-FFF2-40B4-BE49-F238E27FC236}">
                <a16:creationId xmlns:a16="http://schemas.microsoft.com/office/drawing/2014/main" id="{A92387E2-8902-4EF2-B95B-AF7E54C27F40}"/>
              </a:ext>
            </a:extLst>
          </p:cNvPr>
          <p:cNvGrpSpPr/>
          <p:nvPr userDrawn="1"/>
        </p:nvGrpSpPr>
        <p:grpSpPr>
          <a:xfrm>
            <a:off x="2021702" y="5243488"/>
            <a:ext cx="396228" cy="396228"/>
            <a:chOff x="2021702" y="5243488"/>
            <a:chExt cx="396228" cy="396228"/>
          </a:xfrm>
          <a:solidFill>
            <a:schemeClr val="bg1"/>
          </a:solidFill>
        </p:grpSpPr>
        <p:sp>
          <p:nvSpPr>
            <p:cNvPr id="378" name="Oval 377">
              <a:extLst>
                <a:ext uri="{FF2B5EF4-FFF2-40B4-BE49-F238E27FC236}">
                  <a16:creationId xmlns:a16="http://schemas.microsoft.com/office/drawing/2014/main" id="{5C14B0BF-5703-4646-A37A-812A93C873AB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B0CE3FDC-1428-4F4B-A89D-5F57D8E4EFE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119951" y="5331802"/>
              <a:ext cx="199731" cy="219600"/>
            </a:xfrm>
            <a:custGeom>
              <a:avLst/>
              <a:gdLst>
                <a:gd name="connsiteX0" fmla="*/ 0 w 2728913"/>
                <a:gd name="connsiteY0" fmla="*/ 0 h 3000375"/>
                <a:gd name="connsiteX1" fmla="*/ 2728913 w 2728913"/>
                <a:gd name="connsiteY1" fmla="*/ 0 h 3000375"/>
                <a:gd name="connsiteX2" fmla="*/ 1662113 w 2728913"/>
                <a:gd name="connsiteY2" fmla="*/ 1662113 h 3000375"/>
                <a:gd name="connsiteX3" fmla="*/ 1662113 w 2728913"/>
                <a:gd name="connsiteY3" fmla="*/ 2633663 h 3000375"/>
                <a:gd name="connsiteX4" fmla="*/ 1104900 w 2728913"/>
                <a:gd name="connsiteY4" fmla="*/ 3000375 h 3000375"/>
                <a:gd name="connsiteX5" fmla="*/ 1104900 w 2728913"/>
                <a:gd name="connsiteY5" fmla="*/ 1652588 h 3000375"/>
                <a:gd name="connsiteX6" fmla="*/ 0 w 2728913"/>
                <a:gd name="connsiteY6" fmla="*/ 0 h 3000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28913" h="3000375">
                  <a:moveTo>
                    <a:pt x="0" y="0"/>
                  </a:moveTo>
                  <a:lnTo>
                    <a:pt x="2728913" y="0"/>
                  </a:lnTo>
                  <a:lnTo>
                    <a:pt x="1662113" y="1662113"/>
                  </a:lnTo>
                  <a:lnTo>
                    <a:pt x="1662113" y="2633663"/>
                  </a:lnTo>
                  <a:lnTo>
                    <a:pt x="1104900" y="3000375"/>
                  </a:lnTo>
                  <a:lnTo>
                    <a:pt x="1104900" y="165258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ap="rnd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77" name="FilterBlue" hidden="1">
            <a:extLst>
              <a:ext uri="{FF2B5EF4-FFF2-40B4-BE49-F238E27FC236}">
                <a16:creationId xmlns:a16="http://schemas.microsoft.com/office/drawing/2014/main" id="{17B222B6-07D0-441A-BC80-31FF13A1A259}"/>
              </a:ext>
            </a:extLst>
          </p:cNvPr>
          <p:cNvGrpSpPr/>
          <p:nvPr userDrawn="1"/>
        </p:nvGrpSpPr>
        <p:grpSpPr>
          <a:xfrm>
            <a:off x="2521091" y="5243488"/>
            <a:ext cx="396228" cy="396228"/>
            <a:chOff x="2521091" y="5243488"/>
            <a:chExt cx="396228" cy="396228"/>
          </a:xfrm>
          <a:solidFill>
            <a:schemeClr val="tx1"/>
          </a:solidFill>
        </p:grpSpPr>
        <p:sp>
          <p:nvSpPr>
            <p:cNvPr id="379" name="Oval 378">
              <a:extLst>
                <a:ext uri="{FF2B5EF4-FFF2-40B4-BE49-F238E27FC236}">
                  <a16:creationId xmlns:a16="http://schemas.microsoft.com/office/drawing/2014/main" id="{32B521BD-77C9-41CF-B65A-53B53C069FDE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195CEB40-859D-4652-A677-1B81120AC53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619340" y="5331802"/>
              <a:ext cx="199731" cy="219600"/>
            </a:xfrm>
            <a:custGeom>
              <a:avLst/>
              <a:gdLst>
                <a:gd name="connsiteX0" fmla="*/ 0 w 2728913"/>
                <a:gd name="connsiteY0" fmla="*/ 0 h 3000375"/>
                <a:gd name="connsiteX1" fmla="*/ 2728913 w 2728913"/>
                <a:gd name="connsiteY1" fmla="*/ 0 h 3000375"/>
                <a:gd name="connsiteX2" fmla="*/ 1662113 w 2728913"/>
                <a:gd name="connsiteY2" fmla="*/ 1662113 h 3000375"/>
                <a:gd name="connsiteX3" fmla="*/ 1662113 w 2728913"/>
                <a:gd name="connsiteY3" fmla="*/ 2633663 h 3000375"/>
                <a:gd name="connsiteX4" fmla="*/ 1104900 w 2728913"/>
                <a:gd name="connsiteY4" fmla="*/ 3000375 h 3000375"/>
                <a:gd name="connsiteX5" fmla="*/ 1104900 w 2728913"/>
                <a:gd name="connsiteY5" fmla="*/ 1652588 h 3000375"/>
                <a:gd name="connsiteX6" fmla="*/ 0 w 2728913"/>
                <a:gd name="connsiteY6" fmla="*/ 0 h 3000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28913" h="3000375">
                  <a:moveTo>
                    <a:pt x="0" y="0"/>
                  </a:moveTo>
                  <a:lnTo>
                    <a:pt x="2728913" y="0"/>
                  </a:lnTo>
                  <a:lnTo>
                    <a:pt x="1662113" y="1662113"/>
                  </a:lnTo>
                  <a:lnTo>
                    <a:pt x="1662113" y="2633663"/>
                  </a:lnTo>
                  <a:lnTo>
                    <a:pt x="1104900" y="3000375"/>
                  </a:lnTo>
                  <a:lnTo>
                    <a:pt x="1104900" y="165258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ap="rnd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90" name="Chevron" hidden="1">
            <a:extLst>
              <a:ext uri="{FF2B5EF4-FFF2-40B4-BE49-F238E27FC236}">
                <a16:creationId xmlns:a16="http://schemas.microsoft.com/office/drawing/2014/main" id="{683A82B1-8416-4870-80C4-C50D2FA332BF}"/>
              </a:ext>
            </a:extLst>
          </p:cNvPr>
          <p:cNvSpPr>
            <a:spLocks/>
          </p:cNvSpPr>
          <p:nvPr userDrawn="1"/>
        </p:nvSpPr>
        <p:spPr bwMode="auto">
          <a:xfrm>
            <a:off x="3271959" y="3339382"/>
            <a:ext cx="103686" cy="209328"/>
          </a:xfrm>
          <a:custGeom>
            <a:avLst/>
            <a:gdLst>
              <a:gd name="T0" fmla="*/ 0 w 28"/>
              <a:gd name="T1" fmla="*/ 56 h 56"/>
              <a:gd name="T2" fmla="*/ 28 w 28"/>
              <a:gd name="T3" fmla="*/ 27 h 56"/>
              <a:gd name="T4" fmla="*/ 0 w 28"/>
              <a:gd name="T5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8" h="56">
                <a:moveTo>
                  <a:pt x="0" y="56"/>
                </a:moveTo>
                <a:lnTo>
                  <a:pt x="28" y="27"/>
                </a:lnTo>
                <a:lnTo>
                  <a:pt x="0" y="0"/>
                </a:lnTo>
              </a:path>
            </a:pathLst>
          </a:custGeom>
          <a:noFill/>
          <a:ln w="635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498" name="ChevronWhite" hidden="1">
            <a:extLst>
              <a:ext uri="{FF2B5EF4-FFF2-40B4-BE49-F238E27FC236}">
                <a16:creationId xmlns:a16="http://schemas.microsoft.com/office/drawing/2014/main" id="{9A20823A-F450-4AED-A121-57216DD67FB2}"/>
              </a:ext>
            </a:extLst>
          </p:cNvPr>
          <p:cNvGrpSpPr>
            <a:grpSpLocks/>
          </p:cNvGrpSpPr>
          <p:nvPr userDrawn="1"/>
        </p:nvGrpSpPr>
        <p:grpSpPr>
          <a:xfrm>
            <a:off x="3625077" y="3245932"/>
            <a:ext cx="396228" cy="396228"/>
            <a:chOff x="5856774" y="4285094"/>
            <a:chExt cx="288000" cy="288000"/>
          </a:xfrm>
          <a:solidFill>
            <a:schemeClr val="bg1"/>
          </a:solidFill>
        </p:grpSpPr>
        <p:sp>
          <p:nvSpPr>
            <p:cNvPr id="495" name="Oval 52">
              <a:extLst>
                <a:ext uri="{FF2B5EF4-FFF2-40B4-BE49-F238E27FC236}">
                  <a16:creationId xmlns:a16="http://schemas.microsoft.com/office/drawing/2014/main" id="{17D5830D-3739-46F8-BBAB-9E6358AFE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6774" y="4285094"/>
              <a:ext cx="288000" cy="288000"/>
            </a:xfrm>
            <a:prstGeom prst="ellipse">
              <a:avLst/>
            </a:prstGeom>
            <a:grp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96" name="Freeform 51">
              <a:extLst>
                <a:ext uri="{FF2B5EF4-FFF2-40B4-BE49-F238E27FC236}">
                  <a16:creationId xmlns:a16="http://schemas.microsoft.com/office/drawing/2014/main" id="{AE2E968F-56DB-4B61-BBC9-BCE3BA9F2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9821" y="4353019"/>
              <a:ext cx="75365" cy="152151"/>
            </a:xfrm>
            <a:custGeom>
              <a:avLst/>
              <a:gdLst>
                <a:gd name="T0" fmla="*/ 0 w 28"/>
                <a:gd name="T1" fmla="*/ 56 h 56"/>
                <a:gd name="T2" fmla="*/ 28 w 28"/>
                <a:gd name="T3" fmla="*/ 27 h 56"/>
                <a:gd name="T4" fmla="*/ 0 w 28"/>
                <a:gd name="T5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" h="56">
                  <a:moveTo>
                    <a:pt x="0" y="56"/>
                  </a:moveTo>
                  <a:lnTo>
                    <a:pt x="28" y="27"/>
                  </a:lnTo>
                  <a:lnTo>
                    <a:pt x="0" y="0"/>
                  </a:lnTo>
                </a:path>
              </a:pathLst>
            </a:custGeom>
            <a:grp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97" name="ChevronBlue" hidden="1">
            <a:extLst>
              <a:ext uri="{FF2B5EF4-FFF2-40B4-BE49-F238E27FC236}">
                <a16:creationId xmlns:a16="http://schemas.microsoft.com/office/drawing/2014/main" id="{4AE2AA89-98EF-4202-B26E-A25AFCD62BA4}"/>
              </a:ext>
            </a:extLst>
          </p:cNvPr>
          <p:cNvGrpSpPr/>
          <p:nvPr userDrawn="1"/>
        </p:nvGrpSpPr>
        <p:grpSpPr>
          <a:xfrm>
            <a:off x="4677969" y="3245932"/>
            <a:ext cx="288000" cy="2366324"/>
            <a:chOff x="4677969" y="3245932"/>
            <a:chExt cx="288000" cy="2366324"/>
          </a:xfrm>
        </p:grpSpPr>
        <p:cxnSp>
          <p:nvCxnSpPr>
            <p:cNvPr id="466" name="Straight Connector 465">
              <a:extLst>
                <a:ext uri="{FF2B5EF4-FFF2-40B4-BE49-F238E27FC236}">
                  <a16:creationId xmlns:a16="http://schemas.microsoft.com/office/drawing/2014/main" id="{1E2E238F-AD56-4762-A22C-7AFB173EEAF9}"/>
                </a:ext>
              </a:extLst>
            </p:cNvPr>
            <p:cNvCxnSpPr>
              <a:cxnSpLocks/>
            </p:cNvCxnSpPr>
            <p:nvPr/>
          </p:nvCxnSpPr>
          <p:spPr>
            <a:xfrm>
              <a:off x="4821969" y="3245932"/>
              <a:ext cx="0" cy="2366324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A95F5214-EE37-4851-B406-BCB643C3D03C}"/>
                </a:ext>
              </a:extLst>
            </p:cNvPr>
            <p:cNvSpPr/>
            <p:nvPr/>
          </p:nvSpPr>
          <p:spPr>
            <a:xfrm>
              <a:off x="4761627" y="4222887"/>
              <a:ext cx="120685" cy="412415"/>
            </a:xfrm>
            <a:prstGeom prst="rect">
              <a:avLst/>
            </a:prstGeom>
            <a:solidFill>
              <a:schemeClr val="bg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69" name="Oval 52">
              <a:extLst>
                <a:ext uri="{FF2B5EF4-FFF2-40B4-BE49-F238E27FC236}">
                  <a16:creationId xmlns:a16="http://schemas.microsoft.com/office/drawing/2014/main" id="{62F5C4BB-77E6-4C14-BFF1-493280CE03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7969" y="4285094"/>
              <a:ext cx="288000" cy="288000"/>
            </a:xfrm>
            <a:prstGeom prst="ellipse">
              <a:avLst/>
            </a:prstGeom>
            <a:solidFill>
              <a:schemeClr val="accent1"/>
            </a:solidFill>
            <a:ln w="63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70" name="Freeform 51">
              <a:extLst>
                <a:ext uri="{FF2B5EF4-FFF2-40B4-BE49-F238E27FC236}">
                  <a16:creationId xmlns:a16="http://schemas.microsoft.com/office/drawing/2014/main" id="{4AD7068E-D77F-4C3D-A295-D393BB0FBE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016" y="4353019"/>
              <a:ext cx="75365" cy="152151"/>
            </a:xfrm>
            <a:custGeom>
              <a:avLst/>
              <a:gdLst>
                <a:gd name="T0" fmla="*/ 0 w 28"/>
                <a:gd name="T1" fmla="*/ 56 h 56"/>
                <a:gd name="T2" fmla="*/ 28 w 28"/>
                <a:gd name="T3" fmla="*/ 27 h 56"/>
                <a:gd name="T4" fmla="*/ 0 w 28"/>
                <a:gd name="T5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" h="56">
                  <a:moveTo>
                    <a:pt x="0" y="56"/>
                  </a:moveTo>
                  <a:lnTo>
                    <a:pt x="28" y="27"/>
                  </a:lnTo>
                  <a:lnTo>
                    <a:pt x="0" y="0"/>
                  </a:lnTo>
                </a:path>
              </a:pathLst>
            </a:custGeom>
            <a:no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08" name="LineArrow" hidden="1">
            <a:extLst>
              <a:ext uri="{FF2B5EF4-FFF2-40B4-BE49-F238E27FC236}">
                <a16:creationId xmlns:a16="http://schemas.microsoft.com/office/drawing/2014/main" id="{0124A46F-FCAD-4F4A-91E4-8DD92F3D22F5}"/>
              </a:ext>
            </a:extLst>
          </p:cNvPr>
          <p:cNvGrpSpPr/>
          <p:nvPr userDrawn="1"/>
        </p:nvGrpSpPr>
        <p:grpSpPr>
          <a:xfrm rot="5400000">
            <a:off x="3266044" y="3833168"/>
            <a:ext cx="115517" cy="220533"/>
            <a:chOff x="427408" y="3815098"/>
            <a:chExt cx="312580" cy="596744"/>
          </a:xfrm>
        </p:grpSpPr>
        <p:sp>
          <p:nvSpPr>
            <p:cNvPr id="409" name="Line 56">
              <a:extLst>
                <a:ext uri="{FF2B5EF4-FFF2-40B4-BE49-F238E27FC236}">
                  <a16:creationId xmlns:a16="http://schemas.microsoft.com/office/drawing/2014/main" id="{ED21B92A-6C6B-47C5-A57E-62EA9E0206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408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0" name="Line 57">
              <a:extLst>
                <a:ext uri="{FF2B5EF4-FFF2-40B4-BE49-F238E27FC236}">
                  <a16:creationId xmlns:a16="http://schemas.microsoft.com/office/drawing/2014/main" id="{5515D700-F4F6-479D-B24F-F1CEF531A3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83697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1" name="Line 59">
              <a:extLst>
                <a:ext uri="{FF2B5EF4-FFF2-40B4-BE49-F238E27FC236}">
                  <a16:creationId xmlns:a16="http://schemas.microsoft.com/office/drawing/2014/main" id="{14711298-8A19-4E9D-99C9-9EA612F115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3697" y="3815098"/>
              <a:ext cx="0" cy="596744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12" name="LineArrowWhite" hidden="1">
            <a:extLst>
              <a:ext uri="{FF2B5EF4-FFF2-40B4-BE49-F238E27FC236}">
                <a16:creationId xmlns:a16="http://schemas.microsoft.com/office/drawing/2014/main" id="{6196A327-D3F6-4130-AFA6-3D2EB29723BF}"/>
              </a:ext>
            </a:extLst>
          </p:cNvPr>
          <p:cNvGrpSpPr/>
          <p:nvPr userDrawn="1"/>
        </p:nvGrpSpPr>
        <p:grpSpPr>
          <a:xfrm rot="5400000">
            <a:off x="3625077" y="3745321"/>
            <a:ext cx="396228" cy="396228"/>
            <a:chOff x="2021702" y="3245932"/>
            <a:chExt cx="396228" cy="396228"/>
          </a:xfrm>
          <a:solidFill>
            <a:schemeClr val="bg1"/>
          </a:solidFill>
        </p:grpSpPr>
        <p:sp>
          <p:nvSpPr>
            <p:cNvPr id="413" name="Oval 412">
              <a:extLst>
                <a:ext uri="{FF2B5EF4-FFF2-40B4-BE49-F238E27FC236}">
                  <a16:creationId xmlns:a16="http://schemas.microsoft.com/office/drawing/2014/main" id="{57A8EBA1-9795-4C02-B553-39BA611C597A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14" name="Group 413">
              <a:extLst>
                <a:ext uri="{FF2B5EF4-FFF2-40B4-BE49-F238E27FC236}">
                  <a16:creationId xmlns:a16="http://schemas.microsoft.com/office/drawing/2014/main" id="{5A5FCF76-A671-447E-B2CE-6832D29BDA06}"/>
                </a:ext>
              </a:extLst>
            </p:cNvPr>
            <p:cNvGrpSpPr/>
            <p:nvPr userDrawn="1"/>
          </p:nvGrpSpPr>
          <p:grpSpPr>
            <a:xfrm>
              <a:off x="2162058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415" name="Line 56">
                <a:extLst>
                  <a:ext uri="{FF2B5EF4-FFF2-40B4-BE49-F238E27FC236}">
                    <a16:creationId xmlns:a16="http://schemas.microsoft.com/office/drawing/2014/main" id="{0F85B57B-C33F-4A26-8F0E-7C9FE52B97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16" name="Line 57">
                <a:extLst>
                  <a:ext uri="{FF2B5EF4-FFF2-40B4-BE49-F238E27FC236}">
                    <a16:creationId xmlns:a16="http://schemas.microsoft.com/office/drawing/2014/main" id="{61FF35EB-0D3C-4B49-85B7-73B202B643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17" name="Line 59">
                <a:extLst>
                  <a:ext uri="{FF2B5EF4-FFF2-40B4-BE49-F238E27FC236}">
                    <a16:creationId xmlns:a16="http://schemas.microsoft.com/office/drawing/2014/main" id="{ABA825E6-D893-4500-9C8B-8B8AD01F92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418" name="LineArrowBlue" hidden="1">
            <a:extLst>
              <a:ext uri="{FF2B5EF4-FFF2-40B4-BE49-F238E27FC236}">
                <a16:creationId xmlns:a16="http://schemas.microsoft.com/office/drawing/2014/main" id="{54C013E7-3242-42AD-998E-302CC25870A5}"/>
              </a:ext>
            </a:extLst>
          </p:cNvPr>
          <p:cNvGrpSpPr/>
          <p:nvPr userDrawn="1"/>
        </p:nvGrpSpPr>
        <p:grpSpPr>
          <a:xfrm rot="5400000">
            <a:off x="4124466" y="3745320"/>
            <a:ext cx="396228" cy="396228"/>
            <a:chOff x="2521091" y="3245932"/>
            <a:chExt cx="396228" cy="396228"/>
          </a:xfrm>
          <a:solidFill>
            <a:schemeClr val="tx1"/>
          </a:solidFill>
        </p:grpSpPr>
        <p:sp>
          <p:nvSpPr>
            <p:cNvPr id="419" name="Oval 418">
              <a:extLst>
                <a:ext uri="{FF2B5EF4-FFF2-40B4-BE49-F238E27FC236}">
                  <a16:creationId xmlns:a16="http://schemas.microsoft.com/office/drawing/2014/main" id="{219C1E05-0F1B-4452-B23B-EE8E39CD486F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20" name="Group 419">
              <a:extLst>
                <a:ext uri="{FF2B5EF4-FFF2-40B4-BE49-F238E27FC236}">
                  <a16:creationId xmlns:a16="http://schemas.microsoft.com/office/drawing/2014/main" id="{4257B84C-50F5-4FB1-89D4-424523828643}"/>
                </a:ext>
              </a:extLst>
            </p:cNvPr>
            <p:cNvGrpSpPr/>
            <p:nvPr userDrawn="1"/>
          </p:nvGrpSpPr>
          <p:grpSpPr>
            <a:xfrm>
              <a:off x="2661447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421" name="Line 56">
                <a:extLst>
                  <a:ext uri="{FF2B5EF4-FFF2-40B4-BE49-F238E27FC236}">
                    <a16:creationId xmlns:a16="http://schemas.microsoft.com/office/drawing/2014/main" id="{D27D2571-32AE-4429-AF3C-828A7DDF71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2" name="Line 57">
                <a:extLst>
                  <a:ext uri="{FF2B5EF4-FFF2-40B4-BE49-F238E27FC236}">
                    <a16:creationId xmlns:a16="http://schemas.microsoft.com/office/drawing/2014/main" id="{4625AA99-226B-4049-8D38-1B6511BDA7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3" name="Line 59">
                <a:extLst>
                  <a:ext uri="{FF2B5EF4-FFF2-40B4-BE49-F238E27FC236}">
                    <a16:creationId xmlns:a16="http://schemas.microsoft.com/office/drawing/2014/main" id="{E89D5AEA-948C-4B40-86B8-4833AD527E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450" name="DoubleArrow" hidden="1">
            <a:extLst>
              <a:ext uri="{FF2B5EF4-FFF2-40B4-BE49-F238E27FC236}">
                <a16:creationId xmlns:a16="http://schemas.microsoft.com/office/drawing/2014/main" id="{D8EAE1B9-242C-4245-8ABB-55AC63A710A7}"/>
              </a:ext>
            </a:extLst>
          </p:cNvPr>
          <p:cNvGrpSpPr/>
          <p:nvPr userDrawn="1"/>
        </p:nvGrpSpPr>
        <p:grpSpPr>
          <a:xfrm>
            <a:off x="3213535" y="4385066"/>
            <a:ext cx="220534" cy="115517"/>
            <a:chOff x="3213535" y="4609576"/>
            <a:chExt cx="220534" cy="115517"/>
          </a:xfrm>
        </p:grpSpPr>
        <p:sp>
          <p:nvSpPr>
            <p:cNvPr id="444" name="Line 56">
              <a:extLst>
                <a:ext uri="{FF2B5EF4-FFF2-40B4-BE49-F238E27FC236}">
                  <a16:creationId xmlns:a16="http://schemas.microsoft.com/office/drawing/2014/main" id="{6B08453B-3826-4319-AA35-9E19BE63CF3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3375785" y="4609051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5" name="Line 57">
              <a:extLst>
                <a:ext uri="{FF2B5EF4-FFF2-40B4-BE49-F238E27FC236}">
                  <a16:creationId xmlns:a16="http://schemas.microsoft.com/office/drawing/2014/main" id="{C008B8C4-B001-4B0C-BBC1-1AB464D4710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3375785" y="4666809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6" name="Line 59">
              <a:extLst>
                <a:ext uri="{FF2B5EF4-FFF2-40B4-BE49-F238E27FC236}">
                  <a16:creationId xmlns:a16="http://schemas.microsoft.com/office/drawing/2014/main" id="{F785F36B-C4FD-4C31-B2F4-7FC7DE534E6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3323802" y="4557068"/>
              <a:ext cx="0" cy="220533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7" name="Line 56">
              <a:extLst>
                <a:ext uri="{FF2B5EF4-FFF2-40B4-BE49-F238E27FC236}">
                  <a16:creationId xmlns:a16="http://schemas.microsoft.com/office/drawing/2014/main" id="{31830510-8559-448A-9B32-360B3AF05BF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rot="16200000" flipH="1" flipV="1">
              <a:off x="3214060" y="4609051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8" name="Line 57">
              <a:extLst>
                <a:ext uri="{FF2B5EF4-FFF2-40B4-BE49-F238E27FC236}">
                  <a16:creationId xmlns:a16="http://schemas.microsoft.com/office/drawing/2014/main" id="{4AF49A31-9252-4ED3-9E98-E38D877801F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rot="16200000" flipV="1">
              <a:off x="3214060" y="4666809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63" name="DoubleArrowWhite" hidden="1">
            <a:extLst>
              <a:ext uri="{FF2B5EF4-FFF2-40B4-BE49-F238E27FC236}">
                <a16:creationId xmlns:a16="http://schemas.microsoft.com/office/drawing/2014/main" id="{3ABE37EC-79A3-4E2F-8210-54E8CDD37B4C}"/>
              </a:ext>
            </a:extLst>
          </p:cNvPr>
          <p:cNvGrpSpPr/>
          <p:nvPr userDrawn="1"/>
        </p:nvGrpSpPr>
        <p:grpSpPr>
          <a:xfrm>
            <a:off x="3625077" y="4244710"/>
            <a:ext cx="396228" cy="396228"/>
            <a:chOff x="3625077" y="4244710"/>
            <a:chExt cx="396228" cy="396228"/>
          </a:xfrm>
          <a:solidFill>
            <a:schemeClr val="bg1"/>
          </a:solidFill>
        </p:grpSpPr>
        <p:sp>
          <p:nvSpPr>
            <p:cNvPr id="432" name="Oval 431">
              <a:extLst>
                <a:ext uri="{FF2B5EF4-FFF2-40B4-BE49-F238E27FC236}">
                  <a16:creationId xmlns:a16="http://schemas.microsoft.com/office/drawing/2014/main" id="{5918518C-8900-4C64-A92E-B5603F230788}"/>
                </a:ext>
              </a:extLst>
            </p:cNvPr>
            <p:cNvSpPr>
              <a:spLocks/>
            </p:cNvSpPr>
            <p:nvPr userDrawn="1"/>
          </p:nvSpPr>
          <p:spPr>
            <a:xfrm rot="5400000">
              <a:off x="3625077" y="424471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51" name="Group 450">
              <a:extLst>
                <a:ext uri="{FF2B5EF4-FFF2-40B4-BE49-F238E27FC236}">
                  <a16:creationId xmlns:a16="http://schemas.microsoft.com/office/drawing/2014/main" id="{866C5881-5153-4E21-B013-5A516E184B2C}"/>
                </a:ext>
              </a:extLst>
            </p:cNvPr>
            <p:cNvGrpSpPr/>
            <p:nvPr userDrawn="1"/>
          </p:nvGrpSpPr>
          <p:grpSpPr>
            <a:xfrm>
              <a:off x="3712924" y="4385066"/>
              <a:ext cx="220534" cy="115517"/>
              <a:chOff x="3213535" y="4609576"/>
              <a:chExt cx="220534" cy="115517"/>
            </a:xfrm>
            <a:grpFill/>
          </p:grpSpPr>
          <p:sp>
            <p:nvSpPr>
              <p:cNvPr id="452" name="Line 56">
                <a:extLst>
                  <a:ext uri="{FF2B5EF4-FFF2-40B4-BE49-F238E27FC236}">
                    <a16:creationId xmlns:a16="http://schemas.microsoft.com/office/drawing/2014/main" id="{649C447E-3E71-4C7C-A62B-27CF3B2B15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75785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3" name="Line 57">
                <a:extLst>
                  <a:ext uri="{FF2B5EF4-FFF2-40B4-BE49-F238E27FC236}">
                    <a16:creationId xmlns:a16="http://schemas.microsoft.com/office/drawing/2014/main" id="{64110E85-1561-4EDC-9916-6748492DE4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3375785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4" name="Line 59">
                <a:extLst>
                  <a:ext uri="{FF2B5EF4-FFF2-40B4-BE49-F238E27FC236}">
                    <a16:creationId xmlns:a16="http://schemas.microsoft.com/office/drawing/2014/main" id="{D39A4010-FEDF-4E0E-8492-0716F35E1D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23802" y="4557068"/>
                <a:ext cx="0" cy="220533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5" name="Line 56">
                <a:extLst>
                  <a:ext uri="{FF2B5EF4-FFF2-40B4-BE49-F238E27FC236}">
                    <a16:creationId xmlns:a16="http://schemas.microsoft.com/office/drawing/2014/main" id="{4A7A158C-0EFE-4D40-9C07-A8EE811D3F4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H="1" flipV="1">
                <a:off x="3214060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6" name="Line 57">
                <a:extLst>
                  <a:ext uri="{FF2B5EF4-FFF2-40B4-BE49-F238E27FC236}">
                    <a16:creationId xmlns:a16="http://schemas.microsoft.com/office/drawing/2014/main" id="{7ED0904F-5940-4C51-A8C9-33147180354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V="1">
                <a:off x="3214060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464" name="DoubleArrowBlue" hidden="1">
            <a:extLst>
              <a:ext uri="{FF2B5EF4-FFF2-40B4-BE49-F238E27FC236}">
                <a16:creationId xmlns:a16="http://schemas.microsoft.com/office/drawing/2014/main" id="{7E1DFD1E-758C-428A-9BB9-52845C1B80B4}"/>
              </a:ext>
            </a:extLst>
          </p:cNvPr>
          <p:cNvGrpSpPr/>
          <p:nvPr userDrawn="1"/>
        </p:nvGrpSpPr>
        <p:grpSpPr>
          <a:xfrm>
            <a:off x="4124466" y="4244710"/>
            <a:ext cx="396228" cy="396228"/>
            <a:chOff x="4124466" y="4244710"/>
            <a:chExt cx="396228" cy="396228"/>
          </a:xfrm>
          <a:solidFill>
            <a:schemeClr val="tx1"/>
          </a:solidFill>
        </p:grpSpPr>
        <p:sp>
          <p:nvSpPr>
            <p:cNvPr id="438" name="Oval 437">
              <a:extLst>
                <a:ext uri="{FF2B5EF4-FFF2-40B4-BE49-F238E27FC236}">
                  <a16:creationId xmlns:a16="http://schemas.microsoft.com/office/drawing/2014/main" id="{D43B777C-52CC-4D48-9B90-07F1C161A495}"/>
                </a:ext>
              </a:extLst>
            </p:cNvPr>
            <p:cNvSpPr>
              <a:spLocks/>
            </p:cNvSpPr>
            <p:nvPr userDrawn="1"/>
          </p:nvSpPr>
          <p:spPr>
            <a:xfrm rot="5400000">
              <a:off x="4124466" y="424471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57" name="Group 456">
              <a:extLst>
                <a:ext uri="{FF2B5EF4-FFF2-40B4-BE49-F238E27FC236}">
                  <a16:creationId xmlns:a16="http://schemas.microsoft.com/office/drawing/2014/main" id="{890EED57-E244-4781-993F-B5407609B370}"/>
                </a:ext>
              </a:extLst>
            </p:cNvPr>
            <p:cNvGrpSpPr/>
            <p:nvPr userDrawn="1"/>
          </p:nvGrpSpPr>
          <p:grpSpPr>
            <a:xfrm>
              <a:off x="4212313" y="4385066"/>
              <a:ext cx="220534" cy="115517"/>
              <a:chOff x="3213535" y="4609576"/>
              <a:chExt cx="220534" cy="115517"/>
            </a:xfrm>
            <a:grpFill/>
          </p:grpSpPr>
          <p:sp>
            <p:nvSpPr>
              <p:cNvPr id="458" name="Line 56">
                <a:extLst>
                  <a:ext uri="{FF2B5EF4-FFF2-40B4-BE49-F238E27FC236}">
                    <a16:creationId xmlns:a16="http://schemas.microsoft.com/office/drawing/2014/main" id="{01DE3768-0293-42BF-AAE5-490E416657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75785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9" name="Line 57">
                <a:extLst>
                  <a:ext uri="{FF2B5EF4-FFF2-40B4-BE49-F238E27FC236}">
                    <a16:creationId xmlns:a16="http://schemas.microsoft.com/office/drawing/2014/main" id="{C8C5CC6F-6445-44D1-A181-D4AFAD3181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3375785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60" name="Line 59">
                <a:extLst>
                  <a:ext uri="{FF2B5EF4-FFF2-40B4-BE49-F238E27FC236}">
                    <a16:creationId xmlns:a16="http://schemas.microsoft.com/office/drawing/2014/main" id="{63C1F4BE-D7B0-47D3-A517-BEF3087A11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23802" y="4557068"/>
                <a:ext cx="0" cy="220533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61" name="Line 56">
                <a:extLst>
                  <a:ext uri="{FF2B5EF4-FFF2-40B4-BE49-F238E27FC236}">
                    <a16:creationId xmlns:a16="http://schemas.microsoft.com/office/drawing/2014/main" id="{203302A7-6AA1-42F7-8851-43C88E5B820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H="1" flipV="1">
                <a:off x="3214060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62" name="Line 57">
                <a:extLst>
                  <a:ext uri="{FF2B5EF4-FFF2-40B4-BE49-F238E27FC236}">
                    <a16:creationId xmlns:a16="http://schemas.microsoft.com/office/drawing/2014/main" id="{4A80DF25-09D9-441D-B372-771EB84392F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V="1">
                <a:off x="3214060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533" name="PlusSign" hidden="1">
            <a:extLst>
              <a:ext uri="{FF2B5EF4-FFF2-40B4-BE49-F238E27FC236}">
                <a16:creationId xmlns:a16="http://schemas.microsoft.com/office/drawing/2014/main" id="{4549EAC5-AA56-4BE0-AD79-CDF901320BAB}"/>
              </a:ext>
            </a:extLst>
          </p:cNvPr>
          <p:cNvGrpSpPr/>
          <p:nvPr userDrawn="1"/>
        </p:nvGrpSpPr>
        <p:grpSpPr>
          <a:xfrm>
            <a:off x="7194634" y="3340361"/>
            <a:ext cx="211076" cy="207370"/>
            <a:chOff x="9884922" y="4691051"/>
            <a:chExt cx="211076" cy="207370"/>
          </a:xfrm>
        </p:grpSpPr>
        <p:sp>
          <p:nvSpPr>
            <p:cNvPr id="534" name="Line 41">
              <a:extLst>
                <a:ext uri="{FF2B5EF4-FFF2-40B4-BE49-F238E27FC236}">
                  <a16:creationId xmlns:a16="http://schemas.microsoft.com/office/drawing/2014/main" id="{C0219510-C9F5-4442-B9D9-FEB0C61833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90460" y="4691051"/>
              <a:ext cx="0" cy="20737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35" name="Line 42">
              <a:extLst>
                <a:ext uri="{FF2B5EF4-FFF2-40B4-BE49-F238E27FC236}">
                  <a16:creationId xmlns:a16="http://schemas.microsoft.com/office/drawing/2014/main" id="{C9858D1D-0885-4A41-AF89-065DCD55AE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84922" y="4794736"/>
              <a:ext cx="211076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54" name="PlusSignWhite" hidden="1">
            <a:extLst>
              <a:ext uri="{FF2B5EF4-FFF2-40B4-BE49-F238E27FC236}">
                <a16:creationId xmlns:a16="http://schemas.microsoft.com/office/drawing/2014/main" id="{CF89EC44-08F5-45A1-89B2-F388346DC997}"/>
              </a:ext>
            </a:extLst>
          </p:cNvPr>
          <p:cNvGrpSpPr/>
          <p:nvPr userDrawn="1"/>
        </p:nvGrpSpPr>
        <p:grpSpPr>
          <a:xfrm>
            <a:off x="7601447" y="3245932"/>
            <a:ext cx="396228" cy="396228"/>
            <a:chOff x="7601447" y="3245932"/>
            <a:chExt cx="396228" cy="396228"/>
          </a:xfrm>
          <a:solidFill>
            <a:schemeClr val="bg1"/>
          </a:solidFill>
        </p:grpSpPr>
        <p:sp>
          <p:nvSpPr>
            <p:cNvPr id="500" name="Oval 499">
              <a:extLst>
                <a:ext uri="{FF2B5EF4-FFF2-40B4-BE49-F238E27FC236}">
                  <a16:creationId xmlns:a16="http://schemas.microsoft.com/office/drawing/2014/main" id="{1253B479-0F8F-4409-8F5F-CC7C55B8D8B7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31" name="Group 530">
              <a:extLst>
                <a:ext uri="{FF2B5EF4-FFF2-40B4-BE49-F238E27FC236}">
                  <a16:creationId xmlns:a16="http://schemas.microsoft.com/office/drawing/2014/main" id="{8B2BAD3B-1973-4E5B-833D-94CF707C2677}"/>
                </a:ext>
              </a:extLst>
            </p:cNvPr>
            <p:cNvGrpSpPr/>
            <p:nvPr userDrawn="1"/>
          </p:nvGrpSpPr>
          <p:grpSpPr>
            <a:xfrm>
              <a:off x="7694023" y="3340361"/>
              <a:ext cx="211076" cy="207370"/>
              <a:chOff x="9884922" y="4691051"/>
              <a:chExt cx="211076" cy="207370"/>
            </a:xfrm>
            <a:grpFill/>
          </p:grpSpPr>
          <p:sp>
            <p:nvSpPr>
              <p:cNvPr id="281" name="Line 41">
                <a:extLst>
                  <a:ext uri="{FF2B5EF4-FFF2-40B4-BE49-F238E27FC236}">
                    <a16:creationId xmlns:a16="http://schemas.microsoft.com/office/drawing/2014/main" id="{74DC9063-F6CF-430D-B845-F4F3EA557E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90460" y="4691051"/>
                <a:ext cx="0" cy="20737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82" name="Line 42">
                <a:extLst>
                  <a:ext uri="{FF2B5EF4-FFF2-40B4-BE49-F238E27FC236}">
                    <a16:creationId xmlns:a16="http://schemas.microsoft.com/office/drawing/2014/main" id="{BFB31165-3C17-4F97-8D1B-5ABFE15799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84922" y="4794736"/>
                <a:ext cx="211076" cy="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555" name="PlusSignBlue" hidden="1">
            <a:extLst>
              <a:ext uri="{FF2B5EF4-FFF2-40B4-BE49-F238E27FC236}">
                <a16:creationId xmlns:a16="http://schemas.microsoft.com/office/drawing/2014/main" id="{0BCEA5A7-1BB1-473A-8A99-6200AC101E29}"/>
              </a:ext>
            </a:extLst>
          </p:cNvPr>
          <p:cNvGrpSpPr/>
          <p:nvPr userDrawn="1"/>
        </p:nvGrpSpPr>
        <p:grpSpPr>
          <a:xfrm>
            <a:off x="8100836" y="3245932"/>
            <a:ext cx="396228" cy="396228"/>
            <a:chOff x="8100836" y="3245932"/>
            <a:chExt cx="396228" cy="396228"/>
          </a:xfrm>
          <a:solidFill>
            <a:schemeClr val="accent2"/>
          </a:solidFill>
        </p:grpSpPr>
        <p:sp>
          <p:nvSpPr>
            <p:cNvPr id="506" name="Oval 505">
              <a:extLst>
                <a:ext uri="{FF2B5EF4-FFF2-40B4-BE49-F238E27FC236}">
                  <a16:creationId xmlns:a16="http://schemas.microsoft.com/office/drawing/2014/main" id="{E8FDED5E-218F-4C40-945B-37C1CDC2D20A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44" name="Group 543">
              <a:extLst>
                <a:ext uri="{FF2B5EF4-FFF2-40B4-BE49-F238E27FC236}">
                  <a16:creationId xmlns:a16="http://schemas.microsoft.com/office/drawing/2014/main" id="{A85E6A96-C09A-4086-B990-56A83AB24FB7}"/>
                </a:ext>
              </a:extLst>
            </p:cNvPr>
            <p:cNvGrpSpPr/>
            <p:nvPr userDrawn="1"/>
          </p:nvGrpSpPr>
          <p:grpSpPr>
            <a:xfrm>
              <a:off x="8193412" y="3340361"/>
              <a:ext cx="211076" cy="207370"/>
              <a:chOff x="9884922" y="4691051"/>
              <a:chExt cx="211076" cy="207370"/>
            </a:xfrm>
            <a:grpFill/>
          </p:grpSpPr>
          <p:sp>
            <p:nvSpPr>
              <p:cNvPr id="545" name="Line 41">
                <a:extLst>
                  <a:ext uri="{FF2B5EF4-FFF2-40B4-BE49-F238E27FC236}">
                    <a16:creationId xmlns:a16="http://schemas.microsoft.com/office/drawing/2014/main" id="{4E697264-B730-4939-89A1-01BC954E59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90460" y="4691051"/>
                <a:ext cx="0" cy="20737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46" name="Line 42">
                <a:extLst>
                  <a:ext uri="{FF2B5EF4-FFF2-40B4-BE49-F238E27FC236}">
                    <a16:creationId xmlns:a16="http://schemas.microsoft.com/office/drawing/2014/main" id="{B8209229-F20E-47FC-BABC-7F856BE328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84922" y="4794736"/>
                <a:ext cx="211076" cy="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8" name="DivisionSign" hidden="1">
            <a:extLst>
              <a:ext uri="{FF2B5EF4-FFF2-40B4-BE49-F238E27FC236}">
                <a16:creationId xmlns:a16="http://schemas.microsoft.com/office/drawing/2014/main" id="{127E2593-2CF1-47BB-87D4-D3FC929C3BBC}"/>
              </a:ext>
            </a:extLst>
          </p:cNvPr>
          <p:cNvGrpSpPr/>
          <p:nvPr userDrawn="1"/>
        </p:nvGrpSpPr>
        <p:grpSpPr>
          <a:xfrm>
            <a:off x="7220556" y="3877065"/>
            <a:ext cx="159233" cy="132738"/>
            <a:chOff x="7220556" y="3877065"/>
            <a:chExt cx="159233" cy="132738"/>
          </a:xfrm>
        </p:grpSpPr>
        <p:sp>
          <p:nvSpPr>
            <p:cNvPr id="537" name="Line 44">
              <a:extLst>
                <a:ext uri="{FF2B5EF4-FFF2-40B4-BE49-F238E27FC236}">
                  <a16:creationId xmlns:a16="http://schemas.microsoft.com/office/drawing/2014/main" id="{040A4712-9EAE-49E5-922B-013C3B22F32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220556" y="3943435"/>
              <a:ext cx="159233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38" name="Line 44">
              <a:extLst>
                <a:ext uri="{FF2B5EF4-FFF2-40B4-BE49-F238E27FC236}">
                  <a16:creationId xmlns:a16="http://schemas.microsoft.com/office/drawing/2014/main" id="{AA48AB3A-827F-4662-B02D-055FBFC78ECB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300173" y="3877065"/>
              <a:ext cx="0" cy="0"/>
            </a:xfrm>
            <a:prstGeom prst="line">
              <a:avLst/>
            </a:prstGeom>
            <a:solidFill>
              <a:schemeClr val="accent3"/>
            </a:solidFill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39" name="Line 44">
              <a:extLst>
                <a:ext uri="{FF2B5EF4-FFF2-40B4-BE49-F238E27FC236}">
                  <a16:creationId xmlns:a16="http://schemas.microsoft.com/office/drawing/2014/main" id="{E18D6863-804B-4B57-B232-BA5927AACBF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300173" y="4009803"/>
              <a:ext cx="0" cy="0"/>
            </a:xfrm>
            <a:prstGeom prst="line">
              <a:avLst/>
            </a:prstGeom>
            <a:solidFill>
              <a:schemeClr val="accent3"/>
            </a:solidFill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7" name="DivisionSignWhite" hidden="1">
            <a:extLst>
              <a:ext uri="{FF2B5EF4-FFF2-40B4-BE49-F238E27FC236}">
                <a16:creationId xmlns:a16="http://schemas.microsoft.com/office/drawing/2014/main" id="{2B9FFF55-19BA-4480-98EE-9D61D3BA8D1B}"/>
              </a:ext>
            </a:extLst>
          </p:cNvPr>
          <p:cNvGrpSpPr/>
          <p:nvPr userDrawn="1"/>
        </p:nvGrpSpPr>
        <p:grpSpPr>
          <a:xfrm>
            <a:off x="7601447" y="3745320"/>
            <a:ext cx="396228" cy="396228"/>
            <a:chOff x="7601447" y="3745320"/>
            <a:chExt cx="396228" cy="396228"/>
          </a:xfrm>
          <a:solidFill>
            <a:schemeClr val="bg1"/>
          </a:solidFill>
        </p:grpSpPr>
        <p:sp>
          <p:nvSpPr>
            <p:cNvPr id="512" name="Oval 511">
              <a:extLst>
                <a:ext uri="{FF2B5EF4-FFF2-40B4-BE49-F238E27FC236}">
                  <a16:creationId xmlns:a16="http://schemas.microsoft.com/office/drawing/2014/main" id="{EA760D56-5081-4757-BA3E-CD6AD6829783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374532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85" name="Line 44">
              <a:extLst>
                <a:ext uri="{FF2B5EF4-FFF2-40B4-BE49-F238E27FC236}">
                  <a16:creationId xmlns:a16="http://schemas.microsoft.com/office/drawing/2014/main" id="{4B1F19ED-9100-46F3-91B0-EA130A77BA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9945" y="3943435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6" name="Line 44">
              <a:extLst>
                <a:ext uri="{FF2B5EF4-FFF2-40B4-BE49-F238E27FC236}">
                  <a16:creationId xmlns:a16="http://schemas.microsoft.com/office/drawing/2014/main" id="{4B170E92-24B4-4E04-8132-07F94FE9ED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9562" y="3877065"/>
              <a:ext cx="0" cy="0"/>
            </a:xfrm>
            <a:prstGeom prst="line">
              <a:avLst/>
            </a:prstGeom>
            <a:grpFill/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7" name="Line 44">
              <a:extLst>
                <a:ext uri="{FF2B5EF4-FFF2-40B4-BE49-F238E27FC236}">
                  <a16:creationId xmlns:a16="http://schemas.microsoft.com/office/drawing/2014/main" id="{54BEADD6-EFA5-4FC3-8BCE-8C7907766F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9562" y="4009803"/>
              <a:ext cx="0" cy="0"/>
            </a:xfrm>
            <a:prstGeom prst="line">
              <a:avLst/>
            </a:prstGeom>
            <a:grpFill/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6" name="DivisionSignBlue" hidden="1">
            <a:extLst>
              <a:ext uri="{FF2B5EF4-FFF2-40B4-BE49-F238E27FC236}">
                <a16:creationId xmlns:a16="http://schemas.microsoft.com/office/drawing/2014/main" id="{5E62F941-8334-4B00-BABF-BDA2353532DA}"/>
              </a:ext>
            </a:extLst>
          </p:cNvPr>
          <p:cNvGrpSpPr/>
          <p:nvPr userDrawn="1"/>
        </p:nvGrpSpPr>
        <p:grpSpPr>
          <a:xfrm>
            <a:off x="8100836" y="3745320"/>
            <a:ext cx="396228" cy="396228"/>
            <a:chOff x="8100836" y="3745320"/>
            <a:chExt cx="396228" cy="396228"/>
          </a:xfrm>
          <a:solidFill>
            <a:schemeClr val="accent2"/>
          </a:solidFill>
        </p:grpSpPr>
        <p:sp>
          <p:nvSpPr>
            <p:cNvPr id="513" name="Oval 512">
              <a:extLst>
                <a:ext uri="{FF2B5EF4-FFF2-40B4-BE49-F238E27FC236}">
                  <a16:creationId xmlns:a16="http://schemas.microsoft.com/office/drawing/2014/main" id="{5E9DF3EF-B779-4E19-BA1D-FD1EC42723CF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374532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548" name="Line 44">
              <a:extLst>
                <a:ext uri="{FF2B5EF4-FFF2-40B4-BE49-F238E27FC236}">
                  <a16:creationId xmlns:a16="http://schemas.microsoft.com/office/drawing/2014/main" id="{A7125CCC-6317-44EF-A6E0-47A36E1D4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19334" y="3943435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49" name="Line 44">
              <a:extLst>
                <a:ext uri="{FF2B5EF4-FFF2-40B4-BE49-F238E27FC236}">
                  <a16:creationId xmlns:a16="http://schemas.microsoft.com/office/drawing/2014/main" id="{D892180A-815A-4E7C-AE22-FCAD7499E5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98951" y="3877065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50" name="Line 44">
              <a:extLst>
                <a:ext uri="{FF2B5EF4-FFF2-40B4-BE49-F238E27FC236}">
                  <a16:creationId xmlns:a16="http://schemas.microsoft.com/office/drawing/2014/main" id="{2E4398B0-02DF-47CC-BA42-8D8A997DE7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98951" y="4009803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40" name="EqualSign" hidden="1">
            <a:extLst>
              <a:ext uri="{FF2B5EF4-FFF2-40B4-BE49-F238E27FC236}">
                <a16:creationId xmlns:a16="http://schemas.microsoft.com/office/drawing/2014/main" id="{8FACBB98-73B7-47FC-BE9E-7D52815FDBB5}"/>
              </a:ext>
            </a:extLst>
          </p:cNvPr>
          <p:cNvGrpSpPr/>
          <p:nvPr userDrawn="1"/>
        </p:nvGrpSpPr>
        <p:grpSpPr>
          <a:xfrm>
            <a:off x="7220556" y="4909028"/>
            <a:ext cx="159233" cy="66370"/>
            <a:chOff x="10052352" y="5798217"/>
            <a:chExt cx="159233" cy="66370"/>
          </a:xfrm>
        </p:grpSpPr>
        <p:sp>
          <p:nvSpPr>
            <p:cNvPr id="541" name="Line 44">
              <a:extLst>
                <a:ext uri="{FF2B5EF4-FFF2-40B4-BE49-F238E27FC236}">
                  <a16:creationId xmlns:a16="http://schemas.microsoft.com/office/drawing/2014/main" id="{FBDD8AB6-8E3C-4502-993F-7E40413113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52352" y="5864587"/>
              <a:ext cx="159233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42" name="Line 44">
              <a:extLst>
                <a:ext uri="{FF2B5EF4-FFF2-40B4-BE49-F238E27FC236}">
                  <a16:creationId xmlns:a16="http://schemas.microsoft.com/office/drawing/2014/main" id="{B28F13C5-BAC8-41D7-AE60-F221BACC9D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52352" y="5798217"/>
              <a:ext cx="159233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60" name="EqualSignWhite" hidden="1">
            <a:extLst>
              <a:ext uri="{FF2B5EF4-FFF2-40B4-BE49-F238E27FC236}">
                <a16:creationId xmlns:a16="http://schemas.microsoft.com/office/drawing/2014/main" id="{A5B0BC82-9180-4E42-A533-1C6E03F58E20}"/>
              </a:ext>
            </a:extLst>
          </p:cNvPr>
          <p:cNvGrpSpPr/>
          <p:nvPr userDrawn="1"/>
        </p:nvGrpSpPr>
        <p:grpSpPr>
          <a:xfrm>
            <a:off x="7601447" y="4744099"/>
            <a:ext cx="396228" cy="396228"/>
            <a:chOff x="7601447" y="4744099"/>
            <a:chExt cx="396228" cy="396228"/>
          </a:xfrm>
          <a:solidFill>
            <a:schemeClr val="bg1"/>
          </a:solidFill>
        </p:grpSpPr>
        <p:sp>
          <p:nvSpPr>
            <p:cNvPr id="524" name="Oval 523">
              <a:extLst>
                <a:ext uri="{FF2B5EF4-FFF2-40B4-BE49-F238E27FC236}">
                  <a16:creationId xmlns:a16="http://schemas.microsoft.com/office/drawing/2014/main" id="{C074CE03-7491-43AF-88DD-7C37B3EBA777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29" name="Group 528">
              <a:extLst>
                <a:ext uri="{FF2B5EF4-FFF2-40B4-BE49-F238E27FC236}">
                  <a16:creationId xmlns:a16="http://schemas.microsoft.com/office/drawing/2014/main" id="{F9EFC8D0-E234-40B0-91B9-9B3BC0FB890A}"/>
                </a:ext>
              </a:extLst>
            </p:cNvPr>
            <p:cNvGrpSpPr/>
            <p:nvPr userDrawn="1"/>
          </p:nvGrpSpPr>
          <p:grpSpPr>
            <a:xfrm>
              <a:off x="7719945" y="4909028"/>
              <a:ext cx="159233" cy="66370"/>
              <a:chOff x="10052352" y="5798217"/>
              <a:chExt cx="159233" cy="66370"/>
            </a:xfrm>
            <a:grpFill/>
          </p:grpSpPr>
          <p:sp>
            <p:nvSpPr>
              <p:cNvPr id="294" name="Line 44">
                <a:extLst>
                  <a:ext uri="{FF2B5EF4-FFF2-40B4-BE49-F238E27FC236}">
                    <a16:creationId xmlns:a16="http://schemas.microsoft.com/office/drawing/2014/main" id="{F0F2B96D-E390-45E2-B380-D8F593FD0D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86458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95" name="Line 44">
                <a:extLst>
                  <a:ext uri="{FF2B5EF4-FFF2-40B4-BE49-F238E27FC236}">
                    <a16:creationId xmlns:a16="http://schemas.microsoft.com/office/drawing/2014/main" id="{1949A518-178C-4A27-8258-7B1BAD8005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79821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558" name="EqualSignBlue" hidden="1">
            <a:extLst>
              <a:ext uri="{FF2B5EF4-FFF2-40B4-BE49-F238E27FC236}">
                <a16:creationId xmlns:a16="http://schemas.microsoft.com/office/drawing/2014/main" id="{4084A8A2-730B-4CB4-BD6D-9C34AAB07CDD}"/>
              </a:ext>
            </a:extLst>
          </p:cNvPr>
          <p:cNvGrpSpPr/>
          <p:nvPr userDrawn="1"/>
        </p:nvGrpSpPr>
        <p:grpSpPr>
          <a:xfrm>
            <a:off x="8100836" y="4744099"/>
            <a:ext cx="396228" cy="396228"/>
            <a:chOff x="8100836" y="4744099"/>
            <a:chExt cx="396228" cy="396228"/>
          </a:xfrm>
          <a:solidFill>
            <a:schemeClr val="accent2"/>
          </a:solidFill>
        </p:grpSpPr>
        <p:sp>
          <p:nvSpPr>
            <p:cNvPr id="525" name="Oval 524">
              <a:extLst>
                <a:ext uri="{FF2B5EF4-FFF2-40B4-BE49-F238E27FC236}">
                  <a16:creationId xmlns:a16="http://schemas.microsoft.com/office/drawing/2014/main" id="{B1F8505F-6C4F-44DD-90E8-CE2EE23BC40D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51" name="Group 550">
              <a:extLst>
                <a:ext uri="{FF2B5EF4-FFF2-40B4-BE49-F238E27FC236}">
                  <a16:creationId xmlns:a16="http://schemas.microsoft.com/office/drawing/2014/main" id="{A386F1C4-358C-4112-9940-F244183FD730}"/>
                </a:ext>
              </a:extLst>
            </p:cNvPr>
            <p:cNvGrpSpPr/>
            <p:nvPr userDrawn="1"/>
          </p:nvGrpSpPr>
          <p:grpSpPr>
            <a:xfrm>
              <a:off x="8219334" y="4909028"/>
              <a:ext cx="159233" cy="66370"/>
              <a:chOff x="10052352" y="5798217"/>
              <a:chExt cx="159233" cy="66370"/>
            </a:xfrm>
            <a:grpFill/>
          </p:grpSpPr>
          <p:sp>
            <p:nvSpPr>
              <p:cNvPr id="552" name="Line 44">
                <a:extLst>
                  <a:ext uri="{FF2B5EF4-FFF2-40B4-BE49-F238E27FC236}">
                    <a16:creationId xmlns:a16="http://schemas.microsoft.com/office/drawing/2014/main" id="{BC994C33-9755-4465-BAC3-8345CE3DA1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86458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53" name="Line 44">
                <a:extLst>
                  <a:ext uri="{FF2B5EF4-FFF2-40B4-BE49-F238E27FC236}">
                    <a16:creationId xmlns:a16="http://schemas.microsoft.com/office/drawing/2014/main" id="{987FB51E-5838-4460-B101-9C7951D030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79821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532" name="MinusSign" hidden="1">
            <a:extLst>
              <a:ext uri="{FF2B5EF4-FFF2-40B4-BE49-F238E27FC236}">
                <a16:creationId xmlns:a16="http://schemas.microsoft.com/office/drawing/2014/main" id="{DE06822A-4668-4996-86BA-956CB6CECE7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220556" y="5441602"/>
            <a:ext cx="159233" cy="0"/>
          </a:xfrm>
          <a:prstGeom prst="line">
            <a:avLst/>
          </a:prstGeom>
          <a:solidFill>
            <a:schemeClr val="accent3"/>
          </a:solidFill>
          <a:ln w="6350" cap="rnd">
            <a:solidFill>
              <a:schemeClr val="accent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561" name="MinusSignWhite" hidden="1">
            <a:extLst>
              <a:ext uri="{FF2B5EF4-FFF2-40B4-BE49-F238E27FC236}">
                <a16:creationId xmlns:a16="http://schemas.microsoft.com/office/drawing/2014/main" id="{F7DA4D8C-36F2-49B8-B973-DDAFC645E476}"/>
              </a:ext>
            </a:extLst>
          </p:cNvPr>
          <p:cNvGrpSpPr/>
          <p:nvPr userDrawn="1"/>
        </p:nvGrpSpPr>
        <p:grpSpPr>
          <a:xfrm>
            <a:off x="7601447" y="5243488"/>
            <a:ext cx="396228" cy="396228"/>
            <a:chOff x="7601447" y="5243488"/>
            <a:chExt cx="396228" cy="396228"/>
          </a:xfrm>
          <a:solidFill>
            <a:schemeClr val="bg1"/>
          </a:solidFill>
        </p:grpSpPr>
        <p:sp>
          <p:nvSpPr>
            <p:cNvPr id="526" name="Oval 525">
              <a:extLst>
                <a:ext uri="{FF2B5EF4-FFF2-40B4-BE49-F238E27FC236}">
                  <a16:creationId xmlns:a16="http://schemas.microsoft.com/office/drawing/2014/main" id="{1BF6B12B-AED2-4C2F-ABCB-B2646C4D477C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78" name="Line 44">
              <a:extLst>
                <a:ext uri="{FF2B5EF4-FFF2-40B4-BE49-F238E27FC236}">
                  <a16:creationId xmlns:a16="http://schemas.microsoft.com/office/drawing/2014/main" id="{BAEC7FD7-DCD6-42D2-AFFF-22420FF746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9945" y="5441602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59" name="MinusSignBlue" hidden="1">
            <a:extLst>
              <a:ext uri="{FF2B5EF4-FFF2-40B4-BE49-F238E27FC236}">
                <a16:creationId xmlns:a16="http://schemas.microsoft.com/office/drawing/2014/main" id="{91F13460-73AA-4435-9D7C-4308BD46CC49}"/>
              </a:ext>
            </a:extLst>
          </p:cNvPr>
          <p:cNvGrpSpPr/>
          <p:nvPr userDrawn="1"/>
        </p:nvGrpSpPr>
        <p:grpSpPr>
          <a:xfrm>
            <a:off x="8100836" y="5243488"/>
            <a:ext cx="396228" cy="396228"/>
            <a:chOff x="8100836" y="5243488"/>
            <a:chExt cx="396228" cy="396228"/>
          </a:xfrm>
          <a:solidFill>
            <a:schemeClr val="accent2"/>
          </a:solidFill>
        </p:grpSpPr>
        <p:sp>
          <p:nvSpPr>
            <p:cNvPr id="527" name="Oval 526">
              <a:extLst>
                <a:ext uri="{FF2B5EF4-FFF2-40B4-BE49-F238E27FC236}">
                  <a16:creationId xmlns:a16="http://schemas.microsoft.com/office/drawing/2014/main" id="{361919CD-6F79-4579-9EA9-C35DC186131D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543" name="Line 44">
              <a:extLst>
                <a:ext uri="{FF2B5EF4-FFF2-40B4-BE49-F238E27FC236}">
                  <a16:creationId xmlns:a16="http://schemas.microsoft.com/office/drawing/2014/main" id="{245FAA86-00FC-4C71-8721-59C67DAB0EB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219334" y="5441602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27" name="Asterisk" hidden="1">
            <a:extLst>
              <a:ext uri="{FF2B5EF4-FFF2-40B4-BE49-F238E27FC236}">
                <a16:creationId xmlns:a16="http://schemas.microsoft.com/office/drawing/2014/main" id="{91AF7B05-5D0E-4617-9BCF-EDAAA44A450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570797" y="3817434"/>
            <a:ext cx="252000" cy="252000"/>
            <a:chOff x="4615598" y="8751036"/>
            <a:chExt cx="360000" cy="360000"/>
          </a:xfrm>
          <a:solidFill>
            <a:schemeClr val="accent2"/>
          </a:solidFill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15B22C-899F-4EF1-835C-22637613B9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5598" y="8751036"/>
              <a:ext cx="0" cy="360000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07744C2D-AB2B-47CD-B7F3-FAA6646DA79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795598" y="8751036"/>
              <a:ext cx="0" cy="360000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0F8C6304-E54B-4868-8A58-04F035562A96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4668319" y="8803757"/>
              <a:ext cx="254558" cy="254558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4277E7C9-4451-4291-9CD3-43D72ECF6EF2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4668319" y="8803757"/>
              <a:ext cx="254558" cy="254558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AsteriskWhite" hidden="1">
            <a:extLst>
              <a:ext uri="{FF2B5EF4-FFF2-40B4-BE49-F238E27FC236}">
                <a16:creationId xmlns:a16="http://schemas.microsoft.com/office/drawing/2014/main" id="{2359EEEB-EDE0-42E9-AE4E-4905181B4C02}"/>
              </a:ext>
            </a:extLst>
          </p:cNvPr>
          <p:cNvGrpSpPr/>
          <p:nvPr userDrawn="1"/>
        </p:nvGrpSpPr>
        <p:grpSpPr>
          <a:xfrm>
            <a:off x="5998072" y="3745320"/>
            <a:ext cx="396228" cy="396228"/>
            <a:chOff x="5998072" y="3745320"/>
            <a:chExt cx="396228" cy="396228"/>
          </a:xfrm>
          <a:solidFill>
            <a:schemeClr val="bg1"/>
          </a:solidFill>
        </p:grpSpPr>
        <p:sp>
          <p:nvSpPr>
            <p:cNvPr id="518" name="Oval 517">
              <a:extLst>
                <a:ext uri="{FF2B5EF4-FFF2-40B4-BE49-F238E27FC236}">
                  <a16:creationId xmlns:a16="http://schemas.microsoft.com/office/drawing/2014/main" id="{6D8EFC5F-6F2A-420C-930C-58BE9326AA09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374532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94" name="Group 393">
              <a:extLst>
                <a:ext uri="{FF2B5EF4-FFF2-40B4-BE49-F238E27FC236}">
                  <a16:creationId xmlns:a16="http://schemas.microsoft.com/office/drawing/2014/main" id="{79282164-8339-4054-8C1D-AAF5C1CD0E46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070186" y="3817434"/>
              <a:ext cx="252000" cy="252000"/>
              <a:chOff x="4615598" y="8751036"/>
              <a:chExt cx="360000" cy="360000"/>
            </a:xfrm>
            <a:grpFill/>
          </p:grpSpPr>
          <p:cxnSp>
            <p:nvCxnSpPr>
              <p:cNvPr id="404" name="Straight Connector 403">
                <a:extLst>
                  <a:ext uri="{FF2B5EF4-FFF2-40B4-BE49-F238E27FC236}">
                    <a16:creationId xmlns:a16="http://schemas.microsoft.com/office/drawing/2014/main" id="{BFF3B25A-F787-4B97-886D-2BC4AFF04DB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5" name="Straight Connector 404">
                <a:extLst>
                  <a:ext uri="{FF2B5EF4-FFF2-40B4-BE49-F238E27FC236}">
                    <a16:creationId xmlns:a16="http://schemas.microsoft.com/office/drawing/2014/main" id="{2977569C-37BB-4E57-8166-E21C637BE7F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4" name="Straight Connector 423">
                <a:extLst>
                  <a:ext uri="{FF2B5EF4-FFF2-40B4-BE49-F238E27FC236}">
                    <a16:creationId xmlns:a16="http://schemas.microsoft.com/office/drawing/2014/main" id="{C98D1B4C-A909-4C4B-BF70-294A9E1AF9B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5" name="Straight Connector 424">
                <a:extLst>
                  <a:ext uri="{FF2B5EF4-FFF2-40B4-BE49-F238E27FC236}">
                    <a16:creationId xmlns:a16="http://schemas.microsoft.com/office/drawing/2014/main" id="{5DD1F894-22D5-4806-B1E3-0710D905B1E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1" name="AsteriskBlue" hidden="1">
            <a:extLst>
              <a:ext uri="{FF2B5EF4-FFF2-40B4-BE49-F238E27FC236}">
                <a16:creationId xmlns:a16="http://schemas.microsoft.com/office/drawing/2014/main" id="{A958E321-8D14-476D-BA45-D31EB422D889}"/>
              </a:ext>
            </a:extLst>
          </p:cNvPr>
          <p:cNvGrpSpPr/>
          <p:nvPr userDrawn="1"/>
        </p:nvGrpSpPr>
        <p:grpSpPr>
          <a:xfrm>
            <a:off x="6497461" y="3745320"/>
            <a:ext cx="396228" cy="396228"/>
            <a:chOff x="6497461" y="3745320"/>
            <a:chExt cx="396228" cy="396228"/>
          </a:xfrm>
          <a:solidFill>
            <a:schemeClr val="accent1"/>
          </a:solidFill>
        </p:grpSpPr>
        <p:sp>
          <p:nvSpPr>
            <p:cNvPr id="519" name="Oval 518">
              <a:extLst>
                <a:ext uri="{FF2B5EF4-FFF2-40B4-BE49-F238E27FC236}">
                  <a16:creationId xmlns:a16="http://schemas.microsoft.com/office/drawing/2014/main" id="{9EBE7062-1F2B-4D34-AF3D-ECBD9A0F870E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3745320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26" name="Group 425">
              <a:extLst>
                <a:ext uri="{FF2B5EF4-FFF2-40B4-BE49-F238E27FC236}">
                  <a16:creationId xmlns:a16="http://schemas.microsoft.com/office/drawing/2014/main" id="{B3F4CA77-10F2-4E33-A4F1-BE1EF7A85D9F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569575" y="3817434"/>
              <a:ext cx="252000" cy="252000"/>
              <a:chOff x="4615598" y="8751036"/>
              <a:chExt cx="360000" cy="360000"/>
            </a:xfrm>
            <a:grpFill/>
          </p:grpSpPr>
          <p:cxnSp>
            <p:nvCxnSpPr>
              <p:cNvPr id="427" name="Straight Connector 426">
                <a:extLst>
                  <a:ext uri="{FF2B5EF4-FFF2-40B4-BE49-F238E27FC236}">
                    <a16:creationId xmlns:a16="http://schemas.microsoft.com/office/drawing/2014/main" id="{52F87DBC-B2BF-482D-941B-E8E938CE58B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8" name="Straight Connector 427">
                <a:extLst>
                  <a:ext uri="{FF2B5EF4-FFF2-40B4-BE49-F238E27FC236}">
                    <a16:creationId xmlns:a16="http://schemas.microsoft.com/office/drawing/2014/main" id="{7EC6B4FF-6100-42F6-B18B-CD04F7445AC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9" name="Straight Connector 428">
                <a:extLst>
                  <a:ext uri="{FF2B5EF4-FFF2-40B4-BE49-F238E27FC236}">
                    <a16:creationId xmlns:a16="http://schemas.microsoft.com/office/drawing/2014/main" id="{A780AD65-6D81-4E6F-A7F2-EF456D8E186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" name="Straight Connector 429">
                <a:extLst>
                  <a:ext uri="{FF2B5EF4-FFF2-40B4-BE49-F238E27FC236}">
                    <a16:creationId xmlns:a16="http://schemas.microsoft.com/office/drawing/2014/main" id="{75FF65FA-96A3-4EBA-97A4-EA00F1BF77D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QuotationMarks" hidden="1">
            <a:extLst>
              <a:ext uri="{FF2B5EF4-FFF2-40B4-BE49-F238E27FC236}">
                <a16:creationId xmlns:a16="http://schemas.microsoft.com/office/drawing/2014/main" id="{8939EC80-B353-4EBC-9343-27DB960B0C2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552390" y="4868069"/>
            <a:ext cx="288816" cy="148288"/>
            <a:chOff x="5223110" y="5455799"/>
            <a:chExt cx="377575" cy="193859"/>
          </a:xfrm>
          <a:solidFill>
            <a:schemeClr val="accent1"/>
          </a:solidFill>
        </p:grpSpPr>
        <p:grpSp>
          <p:nvGrpSpPr>
            <p:cNvPr id="268" name="Group 267">
              <a:extLst>
                <a:ext uri="{FF2B5EF4-FFF2-40B4-BE49-F238E27FC236}">
                  <a16:creationId xmlns:a16="http://schemas.microsoft.com/office/drawing/2014/main" id="{1B794894-2187-4A03-94CE-07DF50AFC2CE}"/>
                </a:ext>
              </a:extLst>
            </p:cNvPr>
            <p:cNvGrpSpPr/>
            <p:nvPr userDrawn="1"/>
          </p:nvGrpSpPr>
          <p:grpSpPr>
            <a:xfrm>
              <a:off x="5223110" y="5455799"/>
              <a:ext cx="171228" cy="95155"/>
              <a:chOff x="3128963" y="4700588"/>
              <a:chExt cx="1068387" cy="593725"/>
            </a:xfrm>
            <a:grpFill/>
          </p:grpSpPr>
          <p:sp>
            <p:nvSpPr>
              <p:cNvPr id="269" name="Freeform 12">
                <a:extLst>
                  <a:ext uri="{FF2B5EF4-FFF2-40B4-BE49-F238E27FC236}">
                    <a16:creationId xmlns:a16="http://schemas.microsoft.com/office/drawing/2014/main" id="{54D57132-C44E-4020-9EE5-4B77AA658A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7925" y="4700588"/>
                <a:ext cx="479425" cy="593725"/>
              </a:xfrm>
              <a:custGeom>
                <a:avLst/>
                <a:gdLst>
                  <a:gd name="T0" fmla="*/ 302 w 302"/>
                  <a:gd name="T1" fmla="*/ 374 h 374"/>
                  <a:gd name="T2" fmla="*/ 0 w 302"/>
                  <a:gd name="T3" fmla="*/ 374 h 374"/>
                  <a:gd name="T4" fmla="*/ 0 w 302"/>
                  <a:gd name="T5" fmla="*/ 123 h 374"/>
                  <a:gd name="T6" fmla="*/ 152 w 302"/>
                  <a:gd name="T7" fmla="*/ 0 h 374"/>
                  <a:gd name="T8" fmla="*/ 152 w 302"/>
                  <a:gd name="T9" fmla="*/ 103 h 374"/>
                  <a:gd name="T10" fmla="*/ 302 w 302"/>
                  <a:gd name="T11" fmla="*/ 103 h 374"/>
                  <a:gd name="T12" fmla="*/ 302 w 302"/>
                  <a:gd name="T13" fmla="*/ 374 h 374"/>
                  <a:gd name="T14" fmla="*/ 302 w 302"/>
                  <a:gd name="T15" fmla="*/ 374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302" y="374"/>
                    </a:moveTo>
                    <a:lnTo>
                      <a:pt x="0" y="374"/>
                    </a:lnTo>
                    <a:lnTo>
                      <a:pt x="0" y="123"/>
                    </a:lnTo>
                    <a:lnTo>
                      <a:pt x="152" y="0"/>
                    </a:lnTo>
                    <a:lnTo>
                      <a:pt x="152" y="103"/>
                    </a:lnTo>
                    <a:lnTo>
                      <a:pt x="302" y="103"/>
                    </a:lnTo>
                    <a:lnTo>
                      <a:pt x="302" y="374"/>
                    </a:lnTo>
                    <a:lnTo>
                      <a:pt x="302" y="37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0" name="Freeform 13">
                <a:extLst>
                  <a:ext uri="{FF2B5EF4-FFF2-40B4-BE49-F238E27FC236}">
                    <a16:creationId xmlns:a16="http://schemas.microsoft.com/office/drawing/2014/main" id="{DDDB8164-7220-4AEC-910F-B8C0D16D0A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8963" y="4700588"/>
                <a:ext cx="479425" cy="593725"/>
              </a:xfrm>
              <a:custGeom>
                <a:avLst/>
                <a:gdLst>
                  <a:gd name="T0" fmla="*/ 302 w 302"/>
                  <a:gd name="T1" fmla="*/ 374 h 374"/>
                  <a:gd name="T2" fmla="*/ 0 w 302"/>
                  <a:gd name="T3" fmla="*/ 374 h 374"/>
                  <a:gd name="T4" fmla="*/ 0 w 302"/>
                  <a:gd name="T5" fmla="*/ 123 h 374"/>
                  <a:gd name="T6" fmla="*/ 152 w 302"/>
                  <a:gd name="T7" fmla="*/ 0 h 374"/>
                  <a:gd name="T8" fmla="*/ 152 w 302"/>
                  <a:gd name="T9" fmla="*/ 103 h 374"/>
                  <a:gd name="T10" fmla="*/ 302 w 302"/>
                  <a:gd name="T11" fmla="*/ 103 h 374"/>
                  <a:gd name="T12" fmla="*/ 302 w 302"/>
                  <a:gd name="T13" fmla="*/ 374 h 374"/>
                  <a:gd name="T14" fmla="*/ 302 w 302"/>
                  <a:gd name="T15" fmla="*/ 374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302" y="374"/>
                    </a:moveTo>
                    <a:lnTo>
                      <a:pt x="0" y="374"/>
                    </a:lnTo>
                    <a:lnTo>
                      <a:pt x="0" y="123"/>
                    </a:lnTo>
                    <a:lnTo>
                      <a:pt x="152" y="0"/>
                    </a:lnTo>
                    <a:lnTo>
                      <a:pt x="152" y="103"/>
                    </a:lnTo>
                    <a:lnTo>
                      <a:pt x="302" y="103"/>
                    </a:lnTo>
                    <a:lnTo>
                      <a:pt x="302" y="374"/>
                    </a:lnTo>
                    <a:lnTo>
                      <a:pt x="302" y="37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id="{1722420D-6BB8-4B94-8B0F-A8A5A3E2025B}"/>
                </a:ext>
              </a:extLst>
            </p:cNvPr>
            <p:cNvGrpSpPr/>
            <p:nvPr userDrawn="1"/>
          </p:nvGrpSpPr>
          <p:grpSpPr>
            <a:xfrm>
              <a:off x="5429457" y="5554503"/>
              <a:ext cx="171228" cy="95155"/>
              <a:chOff x="4941888" y="5127625"/>
              <a:chExt cx="1068387" cy="593725"/>
            </a:xfrm>
            <a:grpFill/>
          </p:grpSpPr>
          <p:sp>
            <p:nvSpPr>
              <p:cNvPr id="274" name="Freeform 14">
                <a:extLst>
                  <a:ext uri="{FF2B5EF4-FFF2-40B4-BE49-F238E27FC236}">
                    <a16:creationId xmlns:a16="http://schemas.microsoft.com/office/drawing/2014/main" id="{F8AE064C-4840-4D24-A05F-19D8BA77EC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1888" y="5127625"/>
                <a:ext cx="479425" cy="593725"/>
              </a:xfrm>
              <a:custGeom>
                <a:avLst/>
                <a:gdLst>
                  <a:gd name="T0" fmla="*/ 0 w 302"/>
                  <a:gd name="T1" fmla="*/ 0 h 374"/>
                  <a:gd name="T2" fmla="*/ 302 w 302"/>
                  <a:gd name="T3" fmla="*/ 0 h 374"/>
                  <a:gd name="T4" fmla="*/ 302 w 302"/>
                  <a:gd name="T5" fmla="*/ 251 h 374"/>
                  <a:gd name="T6" fmla="*/ 152 w 302"/>
                  <a:gd name="T7" fmla="*/ 374 h 374"/>
                  <a:gd name="T8" fmla="*/ 152 w 302"/>
                  <a:gd name="T9" fmla="*/ 268 h 374"/>
                  <a:gd name="T10" fmla="*/ 0 w 302"/>
                  <a:gd name="T11" fmla="*/ 268 h 374"/>
                  <a:gd name="T12" fmla="*/ 0 w 302"/>
                  <a:gd name="T13" fmla="*/ 0 h 374"/>
                  <a:gd name="T14" fmla="*/ 0 w 302"/>
                  <a:gd name="T1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0" y="0"/>
                    </a:moveTo>
                    <a:lnTo>
                      <a:pt x="302" y="0"/>
                    </a:lnTo>
                    <a:lnTo>
                      <a:pt x="302" y="251"/>
                    </a:lnTo>
                    <a:lnTo>
                      <a:pt x="152" y="374"/>
                    </a:lnTo>
                    <a:lnTo>
                      <a:pt x="152" y="268"/>
                    </a:lnTo>
                    <a:lnTo>
                      <a:pt x="0" y="268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6" name="Freeform 15">
                <a:extLst>
                  <a:ext uri="{FF2B5EF4-FFF2-40B4-BE49-F238E27FC236}">
                    <a16:creationId xmlns:a16="http://schemas.microsoft.com/office/drawing/2014/main" id="{C4FEB4BE-C09E-4C4E-B7D0-9A07162920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30850" y="5127625"/>
                <a:ext cx="479425" cy="593725"/>
              </a:xfrm>
              <a:custGeom>
                <a:avLst/>
                <a:gdLst>
                  <a:gd name="T0" fmla="*/ 0 w 302"/>
                  <a:gd name="T1" fmla="*/ 0 h 374"/>
                  <a:gd name="T2" fmla="*/ 302 w 302"/>
                  <a:gd name="T3" fmla="*/ 0 h 374"/>
                  <a:gd name="T4" fmla="*/ 302 w 302"/>
                  <a:gd name="T5" fmla="*/ 251 h 374"/>
                  <a:gd name="T6" fmla="*/ 152 w 302"/>
                  <a:gd name="T7" fmla="*/ 374 h 374"/>
                  <a:gd name="T8" fmla="*/ 152 w 302"/>
                  <a:gd name="T9" fmla="*/ 268 h 374"/>
                  <a:gd name="T10" fmla="*/ 0 w 302"/>
                  <a:gd name="T11" fmla="*/ 268 h 374"/>
                  <a:gd name="T12" fmla="*/ 0 w 302"/>
                  <a:gd name="T13" fmla="*/ 0 h 374"/>
                  <a:gd name="T14" fmla="*/ 0 w 302"/>
                  <a:gd name="T1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0" y="0"/>
                    </a:moveTo>
                    <a:lnTo>
                      <a:pt x="302" y="0"/>
                    </a:lnTo>
                    <a:lnTo>
                      <a:pt x="302" y="251"/>
                    </a:lnTo>
                    <a:lnTo>
                      <a:pt x="152" y="374"/>
                    </a:lnTo>
                    <a:lnTo>
                      <a:pt x="152" y="268"/>
                    </a:lnTo>
                    <a:lnTo>
                      <a:pt x="0" y="268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2" name="QuotationMarksWhite" hidden="1">
            <a:extLst>
              <a:ext uri="{FF2B5EF4-FFF2-40B4-BE49-F238E27FC236}">
                <a16:creationId xmlns:a16="http://schemas.microsoft.com/office/drawing/2014/main" id="{EDDEE52E-DC3C-4D5A-8E19-06C354CFE27F}"/>
              </a:ext>
            </a:extLst>
          </p:cNvPr>
          <p:cNvGrpSpPr/>
          <p:nvPr userDrawn="1"/>
        </p:nvGrpSpPr>
        <p:grpSpPr>
          <a:xfrm>
            <a:off x="5998072" y="4744099"/>
            <a:ext cx="396228" cy="396228"/>
            <a:chOff x="5998072" y="5988699"/>
            <a:chExt cx="396228" cy="396228"/>
          </a:xfrm>
          <a:solidFill>
            <a:schemeClr val="accent1"/>
          </a:solidFill>
        </p:grpSpPr>
        <p:sp>
          <p:nvSpPr>
            <p:cNvPr id="311" name="Oval 310">
              <a:extLst>
                <a:ext uri="{FF2B5EF4-FFF2-40B4-BE49-F238E27FC236}">
                  <a16:creationId xmlns:a16="http://schemas.microsoft.com/office/drawing/2014/main" id="{5C5C4DC1-12D8-4A58-9AB8-3EAE82223AA2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5988699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13" name="Group 312">
              <a:extLst>
                <a:ext uri="{FF2B5EF4-FFF2-40B4-BE49-F238E27FC236}">
                  <a16:creationId xmlns:a16="http://schemas.microsoft.com/office/drawing/2014/main" id="{799C01D1-BB09-48C9-8ACD-92C9EC662173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051778" y="6112669"/>
              <a:ext cx="288816" cy="148288"/>
              <a:chOff x="5223110" y="5455799"/>
              <a:chExt cx="377575" cy="193859"/>
            </a:xfrm>
            <a:grpFill/>
          </p:grpSpPr>
          <p:grpSp>
            <p:nvGrpSpPr>
              <p:cNvPr id="314" name="Group 313">
                <a:extLst>
                  <a:ext uri="{FF2B5EF4-FFF2-40B4-BE49-F238E27FC236}">
                    <a16:creationId xmlns:a16="http://schemas.microsoft.com/office/drawing/2014/main" id="{070882FD-1DCB-4A6E-A0DF-761D78B88145}"/>
                  </a:ext>
                </a:extLst>
              </p:cNvPr>
              <p:cNvGrpSpPr/>
              <p:nvPr userDrawn="1"/>
            </p:nvGrpSpPr>
            <p:grpSpPr>
              <a:xfrm>
                <a:off x="5223110" y="5455799"/>
                <a:ext cx="171228" cy="95155"/>
                <a:chOff x="3128963" y="4700588"/>
                <a:chExt cx="1068387" cy="593725"/>
              </a:xfrm>
              <a:grpFill/>
            </p:grpSpPr>
            <p:sp>
              <p:nvSpPr>
                <p:cNvPr id="318" name="Freeform 12">
                  <a:extLst>
                    <a:ext uri="{FF2B5EF4-FFF2-40B4-BE49-F238E27FC236}">
                      <a16:creationId xmlns:a16="http://schemas.microsoft.com/office/drawing/2014/main" id="{EBF04BDB-818E-4273-9C39-CCCC49E71C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17925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9" name="Freeform 13">
                  <a:extLst>
                    <a:ext uri="{FF2B5EF4-FFF2-40B4-BE49-F238E27FC236}">
                      <a16:creationId xmlns:a16="http://schemas.microsoft.com/office/drawing/2014/main" id="{DAE6122D-D410-432E-B7F4-622CFA9704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8963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15" name="Group 314">
                <a:extLst>
                  <a:ext uri="{FF2B5EF4-FFF2-40B4-BE49-F238E27FC236}">
                    <a16:creationId xmlns:a16="http://schemas.microsoft.com/office/drawing/2014/main" id="{95510E0B-1BD4-48B4-B8F5-FF97796C8C45}"/>
                  </a:ext>
                </a:extLst>
              </p:cNvPr>
              <p:cNvGrpSpPr/>
              <p:nvPr userDrawn="1"/>
            </p:nvGrpSpPr>
            <p:grpSpPr>
              <a:xfrm>
                <a:off x="5429457" y="5554503"/>
                <a:ext cx="171228" cy="95155"/>
                <a:chOff x="4941888" y="5127625"/>
                <a:chExt cx="1068387" cy="593725"/>
              </a:xfrm>
              <a:grpFill/>
            </p:grpSpPr>
            <p:sp>
              <p:nvSpPr>
                <p:cNvPr id="316" name="Freeform 14">
                  <a:extLst>
                    <a:ext uri="{FF2B5EF4-FFF2-40B4-BE49-F238E27FC236}">
                      <a16:creationId xmlns:a16="http://schemas.microsoft.com/office/drawing/2014/main" id="{5B7B918F-7300-4BCE-A794-69B5FCD53D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1888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7" name="Freeform 15">
                  <a:extLst>
                    <a:ext uri="{FF2B5EF4-FFF2-40B4-BE49-F238E27FC236}">
                      <a16:creationId xmlns:a16="http://schemas.microsoft.com/office/drawing/2014/main" id="{7CEC0223-E431-40BA-91CF-225B0970E1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30850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9" name="QuotationMarksBlue" hidden="1">
            <a:extLst>
              <a:ext uri="{FF2B5EF4-FFF2-40B4-BE49-F238E27FC236}">
                <a16:creationId xmlns:a16="http://schemas.microsoft.com/office/drawing/2014/main" id="{1245C9B3-33CB-4A34-BF5F-5D46BAD3DCA3}"/>
              </a:ext>
            </a:extLst>
          </p:cNvPr>
          <p:cNvGrpSpPr/>
          <p:nvPr userDrawn="1"/>
        </p:nvGrpSpPr>
        <p:grpSpPr>
          <a:xfrm>
            <a:off x="6497461" y="4744099"/>
            <a:ext cx="396228" cy="396228"/>
            <a:chOff x="6497461" y="5988699"/>
            <a:chExt cx="396228" cy="396228"/>
          </a:xfrm>
          <a:solidFill>
            <a:schemeClr val="tx2"/>
          </a:solidFill>
        </p:grpSpPr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C818CCC7-E8D5-426A-8765-3B9A4664D5B0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5988699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41140103-F5E8-4744-8CE9-DC46D89D2498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551167" y="6112669"/>
              <a:ext cx="288816" cy="148288"/>
              <a:chOff x="5223110" y="5455799"/>
              <a:chExt cx="377575" cy="193859"/>
            </a:xfrm>
            <a:grpFill/>
          </p:grpSpPr>
          <p:grpSp>
            <p:nvGrpSpPr>
              <p:cNvPr id="321" name="Group 320">
                <a:extLst>
                  <a:ext uri="{FF2B5EF4-FFF2-40B4-BE49-F238E27FC236}">
                    <a16:creationId xmlns:a16="http://schemas.microsoft.com/office/drawing/2014/main" id="{B6299A89-F963-499F-AB8B-FC7D2AD32D6D}"/>
                  </a:ext>
                </a:extLst>
              </p:cNvPr>
              <p:cNvGrpSpPr/>
              <p:nvPr userDrawn="1"/>
            </p:nvGrpSpPr>
            <p:grpSpPr>
              <a:xfrm>
                <a:off x="5223110" y="5455799"/>
                <a:ext cx="171228" cy="95155"/>
                <a:chOff x="3128963" y="4700588"/>
                <a:chExt cx="1068387" cy="593725"/>
              </a:xfrm>
              <a:grpFill/>
            </p:grpSpPr>
            <p:sp>
              <p:nvSpPr>
                <p:cNvPr id="325" name="Freeform 12">
                  <a:extLst>
                    <a:ext uri="{FF2B5EF4-FFF2-40B4-BE49-F238E27FC236}">
                      <a16:creationId xmlns:a16="http://schemas.microsoft.com/office/drawing/2014/main" id="{1A0AC28B-4167-4E28-A90C-7831C27EC3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17925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6" name="Freeform 13">
                  <a:extLst>
                    <a:ext uri="{FF2B5EF4-FFF2-40B4-BE49-F238E27FC236}">
                      <a16:creationId xmlns:a16="http://schemas.microsoft.com/office/drawing/2014/main" id="{296BABD0-A473-47CE-B425-CDECA4FB04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8963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22" name="Group 321">
                <a:extLst>
                  <a:ext uri="{FF2B5EF4-FFF2-40B4-BE49-F238E27FC236}">
                    <a16:creationId xmlns:a16="http://schemas.microsoft.com/office/drawing/2014/main" id="{57D4833C-2C6C-41AB-AD96-498F11410260}"/>
                  </a:ext>
                </a:extLst>
              </p:cNvPr>
              <p:cNvGrpSpPr/>
              <p:nvPr userDrawn="1"/>
            </p:nvGrpSpPr>
            <p:grpSpPr>
              <a:xfrm>
                <a:off x="5429457" y="5554503"/>
                <a:ext cx="171228" cy="95155"/>
                <a:chOff x="4941888" y="5127625"/>
                <a:chExt cx="1068387" cy="593725"/>
              </a:xfrm>
              <a:grpFill/>
            </p:grpSpPr>
            <p:sp>
              <p:nvSpPr>
                <p:cNvPr id="323" name="Freeform 14">
                  <a:extLst>
                    <a:ext uri="{FF2B5EF4-FFF2-40B4-BE49-F238E27FC236}">
                      <a16:creationId xmlns:a16="http://schemas.microsoft.com/office/drawing/2014/main" id="{111E2EBC-C75C-4E63-BE8C-2F680D5012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1888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4" name="Freeform 15">
                  <a:extLst>
                    <a:ext uri="{FF2B5EF4-FFF2-40B4-BE49-F238E27FC236}">
                      <a16:creationId xmlns:a16="http://schemas.microsoft.com/office/drawing/2014/main" id="{06DD06DB-EA2B-4F5C-BFF0-4D40EAE9C2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30850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356" name="ExclamationMark" hidden="1">
            <a:extLst>
              <a:ext uri="{FF2B5EF4-FFF2-40B4-BE49-F238E27FC236}">
                <a16:creationId xmlns:a16="http://schemas.microsoft.com/office/drawing/2014/main" id="{5996886F-BB2D-43B6-9728-6FEF30AB766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681796" y="4298824"/>
            <a:ext cx="30004" cy="288000"/>
            <a:chOff x="1933545" y="4854548"/>
            <a:chExt cx="79200" cy="760220"/>
          </a:xfrm>
          <a:solidFill>
            <a:schemeClr val="accent2"/>
          </a:solidFill>
        </p:grpSpPr>
        <p:sp>
          <p:nvSpPr>
            <p:cNvPr id="357" name="Rectangle 10">
              <a:extLst>
                <a:ext uri="{FF2B5EF4-FFF2-40B4-BE49-F238E27FC236}">
                  <a16:creationId xmlns:a16="http://schemas.microsoft.com/office/drawing/2014/main" id="{F24D8822-ABEB-4892-852C-8FFB9C79E9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545" y="4854548"/>
              <a:ext cx="79200" cy="59038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58" name="Rectangle 11">
              <a:extLst>
                <a:ext uri="{FF2B5EF4-FFF2-40B4-BE49-F238E27FC236}">
                  <a16:creationId xmlns:a16="http://schemas.microsoft.com/office/drawing/2014/main" id="{C39B3A5E-EE1F-49C4-A0C1-106A09417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545" y="5535568"/>
              <a:ext cx="79200" cy="7920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28" name="ExclamationMarkWhite" hidden="1">
            <a:extLst>
              <a:ext uri="{FF2B5EF4-FFF2-40B4-BE49-F238E27FC236}">
                <a16:creationId xmlns:a16="http://schemas.microsoft.com/office/drawing/2014/main" id="{2478D324-23F7-4B48-B710-353B97917F1A}"/>
              </a:ext>
            </a:extLst>
          </p:cNvPr>
          <p:cNvGrpSpPr/>
          <p:nvPr userDrawn="1"/>
        </p:nvGrpSpPr>
        <p:grpSpPr>
          <a:xfrm>
            <a:off x="5998072" y="4244710"/>
            <a:ext cx="396228" cy="396228"/>
            <a:chOff x="5998072" y="6220531"/>
            <a:chExt cx="396228" cy="396228"/>
          </a:xfrm>
          <a:solidFill>
            <a:schemeClr val="accent1"/>
          </a:solidFill>
        </p:grpSpPr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91EC559B-3D1E-4007-923E-F2D0A1E5564D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6220531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id="{7666D6C3-FA55-4633-BCF5-B144D8033BED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181184" y="6274645"/>
              <a:ext cx="30004" cy="288000"/>
              <a:chOff x="1933545" y="4854548"/>
              <a:chExt cx="79200" cy="760220"/>
            </a:xfrm>
            <a:grpFill/>
          </p:grpSpPr>
          <p:sp>
            <p:nvSpPr>
              <p:cNvPr id="265" name="Rectangle 10">
                <a:extLst>
                  <a:ext uri="{FF2B5EF4-FFF2-40B4-BE49-F238E27FC236}">
                    <a16:creationId xmlns:a16="http://schemas.microsoft.com/office/drawing/2014/main" id="{3D7EE4BB-194B-48C6-83B5-542056001D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4854548"/>
                <a:ext cx="79200" cy="59038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66" name="Rectangle 11">
                <a:extLst>
                  <a:ext uri="{FF2B5EF4-FFF2-40B4-BE49-F238E27FC236}">
                    <a16:creationId xmlns:a16="http://schemas.microsoft.com/office/drawing/2014/main" id="{663DA691-D0F3-48F0-A0D5-06E05EFBF5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5535568"/>
                <a:ext cx="79200" cy="79200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3" name="ExclamationMarkBlue" hidden="1">
            <a:extLst>
              <a:ext uri="{FF2B5EF4-FFF2-40B4-BE49-F238E27FC236}">
                <a16:creationId xmlns:a16="http://schemas.microsoft.com/office/drawing/2014/main" id="{2237FEAE-5456-489B-BD5A-C6FAE1BADC52}"/>
              </a:ext>
            </a:extLst>
          </p:cNvPr>
          <p:cNvGrpSpPr/>
          <p:nvPr userDrawn="1"/>
        </p:nvGrpSpPr>
        <p:grpSpPr>
          <a:xfrm>
            <a:off x="6497461" y="4244710"/>
            <a:ext cx="396228" cy="396228"/>
            <a:chOff x="6497461" y="6220531"/>
            <a:chExt cx="396228" cy="396228"/>
          </a:xfrm>
          <a:solidFill>
            <a:schemeClr val="tx2"/>
          </a:solidFill>
        </p:grpSpPr>
        <p:sp>
          <p:nvSpPr>
            <p:cNvPr id="433" name="Oval 432">
              <a:extLst>
                <a:ext uri="{FF2B5EF4-FFF2-40B4-BE49-F238E27FC236}">
                  <a16:creationId xmlns:a16="http://schemas.microsoft.com/office/drawing/2014/main" id="{206D2F64-A5B7-4415-A0F9-00B4715792F5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6220531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53" name="Group 352">
              <a:extLst>
                <a:ext uri="{FF2B5EF4-FFF2-40B4-BE49-F238E27FC236}">
                  <a16:creationId xmlns:a16="http://schemas.microsoft.com/office/drawing/2014/main" id="{B1271C48-48E4-436D-9FED-44448C4786A9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680573" y="6274645"/>
              <a:ext cx="30004" cy="288000"/>
              <a:chOff x="1933545" y="4854548"/>
              <a:chExt cx="79200" cy="760220"/>
            </a:xfrm>
            <a:grpFill/>
          </p:grpSpPr>
          <p:sp>
            <p:nvSpPr>
              <p:cNvPr id="354" name="Rectangle 10">
                <a:extLst>
                  <a:ext uri="{FF2B5EF4-FFF2-40B4-BE49-F238E27FC236}">
                    <a16:creationId xmlns:a16="http://schemas.microsoft.com/office/drawing/2014/main" id="{84564C69-435F-4A4F-B8BA-A28E609AB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4854548"/>
                <a:ext cx="79200" cy="59038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55" name="Rectangle 11">
                <a:extLst>
                  <a:ext uri="{FF2B5EF4-FFF2-40B4-BE49-F238E27FC236}">
                    <a16:creationId xmlns:a16="http://schemas.microsoft.com/office/drawing/2014/main" id="{31B8ABFF-4387-46F8-9EE2-4B55C8F2FB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5535568"/>
                <a:ext cx="79200" cy="7920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55" name="QuestionMark" hidden="1">
            <a:extLst>
              <a:ext uri="{FF2B5EF4-FFF2-40B4-BE49-F238E27FC236}">
                <a16:creationId xmlns:a16="http://schemas.microsoft.com/office/drawing/2014/main" id="{D98E8AF1-CB50-4AA1-B944-CEEA66D0DDF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624592" y="3300046"/>
            <a:ext cx="156839" cy="288000"/>
            <a:chOff x="1317303" y="4854548"/>
            <a:chExt cx="414000" cy="760220"/>
          </a:xfrm>
          <a:solidFill>
            <a:schemeClr val="accent2"/>
          </a:solidFill>
        </p:grpSpPr>
        <p:sp>
          <p:nvSpPr>
            <p:cNvPr id="262" name="Freeform 5">
              <a:extLst>
                <a:ext uri="{FF2B5EF4-FFF2-40B4-BE49-F238E27FC236}">
                  <a16:creationId xmlns:a16="http://schemas.microsoft.com/office/drawing/2014/main" id="{69ECF24A-752D-4F43-92E5-C1E8390B3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7303" y="4854548"/>
              <a:ext cx="414000" cy="590382"/>
            </a:xfrm>
            <a:custGeom>
              <a:avLst/>
              <a:gdLst>
                <a:gd name="T0" fmla="*/ 54 w 125"/>
                <a:gd name="T1" fmla="*/ 178 h 178"/>
                <a:gd name="T2" fmla="*/ 30 w 125"/>
                <a:gd name="T3" fmla="*/ 178 h 178"/>
                <a:gd name="T4" fmla="*/ 30 w 125"/>
                <a:gd name="T5" fmla="*/ 95 h 178"/>
                <a:gd name="T6" fmla="*/ 42 w 125"/>
                <a:gd name="T7" fmla="*/ 83 h 178"/>
                <a:gd name="T8" fmla="*/ 101 w 125"/>
                <a:gd name="T9" fmla="*/ 83 h 178"/>
                <a:gd name="T10" fmla="*/ 101 w 125"/>
                <a:gd name="T11" fmla="*/ 24 h 178"/>
                <a:gd name="T12" fmla="*/ 0 w 125"/>
                <a:gd name="T13" fmla="*/ 24 h 178"/>
                <a:gd name="T14" fmla="*/ 0 w 125"/>
                <a:gd name="T15" fmla="*/ 0 h 178"/>
                <a:gd name="T16" fmla="*/ 113 w 125"/>
                <a:gd name="T17" fmla="*/ 0 h 178"/>
                <a:gd name="T18" fmla="*/ 125 w 125"/>
                <a:gd name="T19" fmla="*/ 12 h 178"/>
                <a:gd name="T20" fmla="*/ 125 w 125"/>
                <a:gd name="T21" fmla="*/ 95 h 178"/>
                <a:gd name="T22" fmla="*/ 113 w 125"/>
                <a:gd name="T23" fmla="*/ 107 h 178"/>
                <a:gd name="T24" fmla="*/ 54 w 125"/>
                <a:gd name="T25" fmla="*/ 107 h 178"/>
                <a:gd name="T26" fmla="*/ 54 w 125"/>
                <a:gd name="T27" fmla="*/ 178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5" h="178">
                  <a:moveTo>
                    <a:pt x="54" y="178"/>
                  </a:moveTo>
                  <a:cubicBezTo>
                    <a:pt x="30" y="178"/>
                    <a:pt x="30" y="178"/>
                    <a:pt x="30" y="178"/>
                  </a:cubicBezTo>
                  <a:cubicBezTo>
                    <a:pt x="30" y="95"/>
                    <a:pt x="30" y="95"/>
                    <a:pt x="30" y="95"/>
                  </a:cubicBezTo>
                  <a:cubicBezTo>
                    <a:pt x="30" y="88"/>
                    <a:pt x="35" y="83"/>
                    <a:pt x="42" y="83"/>
                  </a:cubicBezTo>
                  <a:cubicBezTo>
                    <a:pt x="101" y="83"/>
                    <a:pt x="101" y="83"/>
                    <a:pt x="101" y="83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9" y="0"/>
                    <a:pt x="125" y="5"/>
                    <a:pt x="125" y="12"/>
                  </a:cubicBezTo>
                  <a:cubicBezTo>
                    <a:pt x="125" y="95"/>
                    <a:pt x="125" y="95"/>
                    <a:pt x="125" y="95"/>
                  </a:cubicBezTo>
                  <a:cubicBezTo>
                    <a:pt x="125" y="101"/>
                    <a:pt x="119" y="107"/>
                    <a:pt x="113" y="107"/>
                  </a:cubicBezTo>
                  <a:cubicBezTo>
                    <a:pt x="54" y="107"/>
                    <a:pt x="54" y="107"/>
                    <a:pt x="54" y="107"/>
                  </a:cubicBezTo>
                  <a:lnTo>
                    <a:pt x="54" y="1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63" name="Rectangle 6">
              <a:extLst>
                <a:ext uri="{FF2B5EF4-FFF2-40B4-BE49-F238E27FC236}">
                  <a16:creationId xmlns:a16="http://schemas.microsoft.com/office/drawing/2014/main" id="{83D7B996-94E3-4D3C-99F0-56931259D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6852" y="5535568"/>
              <a:ext cx="79200" cy="792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47" name="QuestionMarkWhite" hidden="1">
            <a:extLst>
              <a:ext uri="{FF2B5EF4-FFF2-40B4-BE49-F238E27FC236}">
                <a16:creationId xmlns:a16="http://schemas.microsoft.com/office/drawing/2014/main" id="{37285DE4-7BC0-4462-9E0E-57E3E3D2C19D}"/>
              </a:ext>
            </a:extLst>
          </p:cNvPr>
          <p:cNvGrpSpPr/>
          <p:nvPr userDrawn="1"/>
        </p:nvGrpSpPr>
        <p:grpSpPr>
          <a:xfrm>
            <a:off x="5998072" y="3245932"/>
            <a:ext cx="396228" cy="396228"/>
            <a:chOff x="5998072" y="6268532"/>
            <a:chExt cx="396228" cy="396228"/>
          </a:xfrm>
          <a:solidFill>
            <a:schemeClr val="accent1"/>
          </a:solidFill>
        </p:grpSpPr>
        <p:sp>
          <p:nvSpPr>
            <p:cNvPr id="476" name="Oval 475">
              <a:extLst>
                <a:ext uri="{FF2B5EF4-FFF2-40B4-BE49-F238E27FC236}">
                  <a16:creationId xmlns:a16="http://schemas.microsoft.com/office/drawing/2014/main" id="{2E20AE16-3A2E-4904-AC01-3758A18A72C1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6268532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85" name="Group 484">
              <a:extLst>
                <a:ext uri="{FF2B5EF4-FFF2-40B4-BE49-F238E27FC236}">
                  <a16:creationId xmlns:a16="http://schemas.microsoft.com/office/drawing/2014/main" id="{F49AB141-3134-4E65-81A6-A52812E83A41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117767" y="6322646"/>
              <a:ext cx="156839" cy="288000"/>
              <a:chOff x="1317303" y="4854548"/>
              <a:chExt cx="414000" cy="760220"/>
            </a:xfrm>
            <a:grpFill/>
          </p:grpSpPr>
          <p:sp>
            <p:nvSpPr>
              <p:cNvPr id="486" name="Freeform 5">
                <a:extLst>
                  <a:ext uri="{FF2B5EF4-FFF2-40B4-BE49-F238E27FC236}">
                    <a16:creationId xmlns:a16="http://schemas.microsoft.com/office/drawing/2014/main" id="{78527BD5-1610-4156-A49B-D44A080D8A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7303" y="4854548"/>
                <a:ext cx="414000" cy="590382"/>
              </a:xfrm>
              <a:custGeom>
                <a:avLst/>
                <a:gdLst>
                  <a:gd name="T0" fmla="*/ 54 w 125"/>
                  <a:gd name="T1" fmla="*/ 178 h 178"/>
                  <a:gd name="T2" fmla="*/ 30 w 125"/>
                  <a:gd name="T3" fmla="*/ 178 h 178"/>
                  <a:gd name="T4" fmla="*/ 30 w 125"/>
                  <a:gd name="T5" fmla="*/ 95 h 178"/>
                  <a:gd name="T6" fmla="*/ 42 w 125"/>
                  <a:gd name="T7" fmla="*/ 83 h 178"/>
                  <a:gd name="T8" fmla="*/ 101 w 125"/>
                  <a:gd name="T9" fmla="*/ 83 h 178"/>
                  <a:gd name="T10" fmla="*/ 101 w 125"/>
                  <a:gd name="T11" fmla="*/ 24 h 178"/>
                  <a:gd name="T12" fmla="*/ 0 w 125"/>
                  <a:gd name="T13" fmla="*/ 24 h 178"/>
                  <a:gd name="T14" fmla="*/ 0 w 125"/>
                  <a:gd name="T15" fmla="*/ 0 h 178"/>
                  <a:gd name="T16" fmla="*/ 113 w 125"/>
                  <a:gd name="T17" fmla="*/ 0 h 178"/>
                  <a:gd name="T18" fmla="*/ 125 w 125"/>
                  <a:gd name="T19" fmla="*/ 12 h 178"/>
                  <a:gd name="T20" fmla="*/ 125 w 125"/>
                  <a:gd name="T21" fmla="*/ 95 h 178"/>
                  <a:gd name="T22" fmla="*/ 113 w 125"/>
                  <a:gd name="T23" fmla="*/ 107 h 178"/>
                  <a:gd name="T24" fmla="*/ 54 w 125"/>
                  <a:gd name="T25" fmla="*/ 107 h 178"/>
                  <a:gd name="T26" fmla="*/ 54 w 125"/>
                  <a:gd name="T27" fmla="*/ 178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5" h="178">
                    <a:moveTo>
                      <a:pt x="54" y="178"/>
                    </a:moveTo>
                    <a:cubicBezTo>
                      <a:pt x="30" y="178"/>
                      <a:pt x="30" y="178"/>
                      <a:pt x="30" y="178"/>
                    </a:cubicBezTo>
                    <a:cubicBezTo>
                      <a:pt x="30" y="95"/>
                      <a:pt x="30" y="95"/>
                      <a:pt x="30" y="95"/>
                    </a:cubicBezTo>
                    <a:cubicBezTo>
                      <a:pt x="30" y="88"/>
                      <a:pt x="35" y="83"/>
                      <a:pt x="42" y="83"/>
                    </a:cubicBezTo>
                    <a:cubicBezTo>
                      <a:pt x="101" y="83"/>
                      <a:pt x="101" y="83"/>
                      <a:pt x="101" y="83"/>
                    </a:cubicBezTo>
                    <a:cubicBezTo>
                      <a:pt x="101" y="24"/>
                      <a:pt x="101" y="24"/>
                      <a:pt x="101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3" y="0"/>
                      <a:pt x="113" y="0"/>
                      <a:pt x="113" y="0"/>
                    </a:cubicBezTo>
                    <a:cubicBezTo>
                      <a:pt x="119" y="0"/>
                      <a:pt x="125" y="5"/>
                      <a:pt x="125" y="12"/>
                    </a:cubicBezTo>
                    <a:cubicBezTo>
                      <a:pt x="125" y="95"/>
                      <a:pt x="125" y="95"/>
                      <a:pt x="125" y="95"/>
                    </a:cubicBezTo>
                    <a:cubicBezTo>
                      <a:pt x="125" y="101"/>
                      <a:pt x="119" y="107"/>
                      <a:pt x="113" y="107"/>
                    </a:cubicBezTo>
                    <a:cubicBezTo>
                      <a:pt x="54" y="107"/>
                      <a:pt x="54" y="107"/>
                      <a:pt x="54" y="107"/>
                    </a:cubicBezTo>
                    <a:lnTo>
                      <a:pt x="54" y="17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87" name="Rectangle 6">
                <a:extLst>
                  <a:ext uri="{FF2B5EF4-FFF2-40B4-BE49-F238E27FC236}">
                    <a16:creationId xmlns:a16="http://schemas.microsoft.com/office/drawing/2014/main" id="{713FB65C-8067-4DA5-BDB3-71F92EF958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6852" y="5535568"/>
                <a:ext cx="79200" cy="79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8" name="QuestionMarkBlue" hidden="1">
            <a:extLst>
              <a:ext uri="{FF2B5EF4-FFF2-40B4-BE49-F238E27FC236}">
                <a16:creationId xmlns:a16="http://schemas.microsoft.com/office/drawing/2014/main" id="{F9F7A102-DC32-482B-B920-39A218EC3A97}"/>
              </a:ext>
            </a:extLst>
          </p:cNvPr>
          <p:cNvGrpSpPr/>
          <p:nvPr userDrawn="1"/>
        </p:nvGrpSpPr>
        <p:grpSpPr>
          <a:xfrm>
            <a:off x="6497461" y="3245932"/>
            <a:ext cx="396228" cy="396228"/>
            <a:chOff x="6497461" y="6268532"/>
            <a:chExt cx="396228" cy="396228"/>
          </a:xfrm>
          <a:solidFill>
            <a:schemeClr val="tx2"/>
          </a:solidFill>
        </p:grpSpPr>
        <p:sp>
          <p:nvSpPr>
            <p:cNvPr id="481" name="Oval 480">
              <a:extLst>
                <a:ext uri="{FF2B5EF4-FFF2-40B4-BE49-F238E27FC236}">
                  <a16:creationId xmlns:a16="http://schemas.microsoft.com/office/drawing/2014/main" id="{058784F8-3FEF-4FC2-A3F0-5DA2C766F7B0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6268532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88" name="Group 487">
              <a:extLst>
                <a:ext uri="{FF2B5EF4-FFF2-40B4-BE49-F238E27FC236}">
                  <a16:creationId xmlns:a16="http://schemas.microsoft.com/office/drawing/2014/main" id="{A2C0D450-B050-4989-9E70-ABCDCEB48186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617156" y="6322646"/>
              <a:ext cx="156839" cy="288000"/>
              <a:chOff x="1317303" y="4854548"/>
              <a:chExt cx="414000" cy="760220"/>
            </a:xfrm>
            <a:grpFill/>
          </p:grpSpPr>
          <p:sp>
            <p:nvSpPr>
              <p:cNvPr id="489" name="Freeform 5">
                <a:extLst>
                  <a:ext uri="{FF2B5EF4-FFF2-40B4-BE49-F238E27FC236}">
                    <a16:creationId xmlns:a16="http://schemas.microsoft.com/office/drawing/2014/main" id="{89EDD452-4D82-45EA-81C8-8EF2B7D8D5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7303" y="4854548"/>
                <a:ext cx="414000" cy="590382"/>
              </a:xfrm>
              <a:custGeom>
                <a:avLst/>
                <a:gdLst>
                  <a:gd name="T0" fmla="*/ 54 w 125"/>
                  <a:gd name="T1" fmla="*/ 178 h 178"/>
                  <a:gd name="T2" fmla="*/ 30 w 125"/>
                  <a:gd name="T3" fmla="*/ 178 h 178"/>
                  <a:gd name="T4" fmla="*/ 30 w 125"/>
                  <a:gd name="T5" fmla="*/ 95 h 178"/>
                  <a:gd name="T6" fmla="*/ 42 w 125"/>
                  <a:gd name="T7" fmla="*/ 83 h 178"/>
                  <a:gd name="T8" fmla="*/ 101 w 125"/>
                  <a:gd name="T9" fmla="*/ 83 h 178"/>
                  <a:gd name="T10" fmla="*/ 101 w 125"/>
                  <a:gd name="T11" fmla="*/ 24 h 178"/>
                  <a:gd name="T12" fmla="*/ 0 w 125"/>
                  <a:gd name="T13" fmla="*/ 24 h 178"/>
                  <a:gd name="T14" fmla="*/ 0 w 125"/>
                  <a:gd name="T15" fmla="*/ 0 h 178"/>
                  <a:gd name="T16" fmla="*/ 113 w 125"/>
                  <a:gd name="T17" fmla="*/ 0 h 178"/>
                  <a:gd name="T18" fmla="*/ 125 w 125"/>
                  <a:gd name="T19" fmla="*/ 12 h 178"/>
                  <a:gd name="T20" fmla="*/ 125 w 125"/>
                  <a:gd name="T21" fmla="*/ 95 h 178"/>
                  <a:gd name="T22" fmla="*/ 113 w 125"/>
                  <a:gd name="T23" fmla="*/ 107 h 178"/>
                  <a:gd name="T24" fmla="*/ 54 w 125"/>
                  <a:gd name="T25" fmla="*/ 107 h 178"/>
                  <a:gd name="T26" fmla="*/ 54 w 125"/>
                  <a:gd name="T27" fmla="*/ 178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5" h="178">
                    <a:moveTo>
                      <a:pt x="54" y="178"/>
                    </a:moveTo>
                    <a:cubicBezTo>
                      <a:pt x="30" y="178"/>
                      <a:pt x="30" y="178"/>
                      <a:pt x="30" y="178"/>
                    </a:cubicBezTo>
                    <a:cubicBezTo>
                      <a:pt x="30" y="95"/>
                      <a:pt x="30" y="95"/>
                      <a:pt x="30" y="95"/>
                    </a:cubicBezTo>
                    <a:cubicBezTo>
                      <a:pt x="30" y="88"/>
                      <a:pt x="35" y="83"/>
                      <a:pt x="42" y="83"/>
                    </a:cubicBezTo>
                    <a:cubicBezTo>
                      <a:pt x="101" y="83"/>
                      <a:pt x="101" y="83"/>
                      <a:pt x="101" y="83"/>
                    </a:cubicBezTo>
                    <a:cubicBezTo>
                      <a:pt x="101" y="24"/>
                      <a:pt x="101" y="24"/>
                      <a:pt x="101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3" y="0"/>
                      <a:pt x="113" y="0"/>
                      <a:pt x="113" y="0"/>
                    </a:cubicBezTo>
                    <a:cubicBezTo>
                      <a:pt x="119" y="0"/>
                      <a:pt x="125" y="5"/>
                      <a:pt x="125" y="12"/>
                    </a:cubicBezTo>
                    <a:cubicBezTo>
                      <a:pt x="125" y="95"/>
                      <a:pt x="125" y="95"/>
                      <a:pt x="125" y="95"/>
                    </a:cubicBezTo>
                    <a:cubicBezTo>
                      <a:pt x="125" y="101"/>
                      <a:pt x="119" y="107"/>
                      <a:pt x="113" y="107"/>
                    </a:cubicBezTo>
                    <a:cubicBezTo>
                      <a:pt x="54" y="107"/>
                      <a:pt x="54" y="107"/>
                      <a:pt x="54" y="107"/>
                    </a:cubicBezTo>
                    <a:lnTo>
                      <a:pt x="54" y="17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91" name="Rectangle 6">
                <a:extLst>
                  <a:ext uri="{FF2B5EF4-FFF2-40B4-BE49-F238E27FC236}">
                    <a16:creationId xmlns:a16="http://schemas.microsoft.com/office/drawing/2014/main" id="{5DA40D4E-DBEE-453E-97AD-D8188258AB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6852" y="5535568"/>
                <a:ext cx="79200" cy="792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 userDrawn="1">
            <p:ph type="title"/>
            <p:custDataLst>
              <p:tags r:id="rId35"/>
            </p:custDataLst>
          </p:nvPr>
        </p:nvSpPr>
        <p:spPr>
          <a:xfrm>
            <a:off x="554736" y="226624"/>
            <a:ext cx="10402821" cy="677108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54736" y="1837425"/>
            <a:ext cx="2856297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341" name="Рисунок 340">
            <a:extLst>
              <a:ext uri="{FF2B5EF4-FFF2-40B4-BE49-F238E27FC236}">
                <a16:creationId xmlns:a16="http://schemas.microsoft.com/office/drawing/2014/main" id="{0A670762-8003-41F1-9DDF-E85A659F17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8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29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889" r:id="rId2"/>
    <p:sldLayoutId id="2147483890" r:id="rId3"/>
    <p:sldLayoutId id="2147483894" r:id="rId4"/>
    <p:sldLayoutId id="2147483654" r:id="rId5"/>
    <p:sldLayoutId id="2147483883" r:id="rId6"/>
    <p:sldLayoutId id="2147483885" r:id="rId7"/>
    <p:sldLayoutId id="2147483892" r:id="rId8"/>
    <p:sldLayoutId id="2147483895" r:id="rId9"/>
    <p:sldLayoutId id="2147483893" r:id="rId10"/>
    <p:sldLayoutId id="2147483659" r:id="rId11"/>
    <p:sldLayoutId id="2147483804" r:id="rId12"/>
    <p:sldLayoutId id="2147483860" r:id="rId13"/>
    <p:sldLayoutId id="2147483856" r:id="rId14"/>
    <p:sldLayoutId id="2147483805" r:id="rId15"/>
    <p:sldLayoutId id="2147483806" r:id="rId16"/>
    <p:sldLayoutId id="2147483882" r:id="rId17"/>
    <p:sldLayoutId id="2147483706" r:id="rId18"/>
    <p:sldLayoutId id="2147483718" r:id="rId19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ru-RU" sz="2200" b="1" kern="1200" spc="0" baseline="0" dirty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lang="en-US" sz="14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30396" indent="-226796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10000"/>
        <a:buFont typeface="Wingdings" panose="05000000000000000000" pitchFamily="2" charset="2"/>
        <a:buChar char="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42793" indent="-215997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10000"/>
        <a:buFont typeface="Arial" panose="020B0604020202020204" pitchFamily="34" charset="0"/>
        <a:buChar char="‒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7590" indent="-1511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817187" indent="-1475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̶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839" userDrawn="1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3947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8285360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868" name="think-cell Slide" r:id="rId46" imgW="413" imgH="416" progId="TCLayout.ActiveDocument.1">
                  <p:embed/>
                </p:oleObj>
              </mc:Choice>
              <mc:Fallback>
                <p:oleObj name="think-cell Slide" r:id="rId46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Grid" hidden="1">
            <a:extLst>
              <a:ext uri="{FF2B5EF4-FFF2-40B4-BE49-F238E27FC236}">
                <a16:creationId xmlns:a16="http://schemas.microsoft.com/office/drawing/2014/main" id="{7769415E-00F5-4F6D-A988-C1A00A47E92F}"/>
              </a:ext>
            </a:extLst>
          </p:cNvPr>
          <p:cNvGrpSpPr/>
          <p:nvPr userDrawn="1"/>
        </p:nvGrpSpPr>
        <p:grpSpPr>
          <a:xfrm>
            <a:off x="-942096" y="-468000"/>
            <a:ext cx="12576312" cy="6735293"/>
            <a:chOff x="-942096" y="-468000"/>
            <a:chExt cx="12576312" cy="6735293"/>
          </a:xfrm>
        </p:grpSpPr>
        <p:sp>
          <p:nvSpPr>
            <p:cNvPr id="492" name="Rectangle 39">
              <a:extLst>
                <a:ext uri="{FF2B5EF4-FFF2-40B4-BE49-F238E27FC236}">
                  <a16:creationId xmlns:a16="http://schemas.microsoft.com/office/drawing/2014/main" id="{7AB01029-BE1A-4D12-98C8-6474163A4124}"/>
                </a:ext>
              </a:extLst>
            </p:cNvPr>
            <p:cNvSpPr>
              <a:spLocks/>
            </p:cNvSpPr>
            <p:nvPr/>
          </p:nvSpPr>
          <p:spPr>
            <a:xfrm>
              <a:off x="-471048" y="1335293"/>
              <a:ext cx="360000" cy="4932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493" name="Rectangle 255">
              <a:extLst>
                <a:ext uri="{FF2B5EF4-FFF2-40B4-BE49-F238E27FC236}">
                  <a16:creationId xmlns:a16="http://schemas.microsoft.com/office/drawing/2014/main" id="{F9C72C50-0243-4C1E-ACAD-C3C41D10E023}"/>
                </a:ext>
              </a:extLst>
            </p:cNvPr>
            <p:cNvSpPr>
              <a:spLocks/>
            </p:cNvSpPr>
            <p:nvPr/>
          </p:nvSpPr>
          <p:spPr>
            <a:xfrm>
              <a:off x="551688" y="-468000"/>
              <a:ext cx="11082528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Default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494" name="Rectangle 256">
              <a:extLst>
                <a:ext uri="{FF2B5EF4-FFF2-40B4-BE49-F238E27FC236}">
                  <a16:creationId xmlns:a16="http://schemas.microsoft.com/office/drawing/2014/main" id="{820B99A1-078B-431C-B2D6-55C6ADE0196F}"/>
                </a:ext>
              </a:extLst>
            </p:cNvPr>
            <p:cNvSpPr>
              <a:spLocks/>
            </p:cNvSpPr>
            <p:nvPr/>
          </p:nvSpPr>
          <p:spPr>
            <a:xfrm>
              <a:off x="3755136" y="-468000"/>
              <a:ext cx="7879080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1/4</a:t>
              </a:r>
            </a:p>
          </p:txBody>
        </p:sp>
        <p:sp>
          <p:nvSpPr>
            <p:cNvPr id="499" name="Rectangle 257">
              <a:extLst>
                <a:ext uri="{FF2B5EF4-FFF2-40B4-BE49-F238E27FC236}">
                  <a16:creationId xmlns:a16="http://schemas.microsoft.com/office/drawing/2014/main" id="{C237AC56-0A6A-4CA4-8811-2DC1AA2F5F2B}"/>
                </a:ext>
              </a:extLst>
            </p:cNvPr>
            <p:cNvSpPr>
              <a:spLocks/>
            </p:cNvSpPr>
            <p:nvPr/>
          </p:nvSpPr>
          <p:spPr>
            <a:xfrm>
              <a:off x="4706112" y="-468000"/>
              <a:ext cx="6928104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1/3</a:t>
              </a:r>
            </a:p>
          </p:txBody>
        </p:sp>
        <p:sp>
          <p:nvSpPr>
            <p:cNvPr id="501" name="Rectangle 258">
              <a:extLst>
                <a:ext uri="{FF2B5EF4-FFF2-40B4-BE49-F238E27FC236}">
                  <a16:creationId xmlns:a16="http://schemas.microsoft.com/office/drawing/2014/main" id="{0B750C24-AB1D-45E2-9FAA-F72D0EDAE9CA}"/>
                </a:ext>
              </a:extLst>
            </p:cNvPr>
            <p:cNvSpPr>
              <a:spLocks/>
            </p:cNvSpPr>
            <p:nvPr/>
          </p:nvSpPr>
          <p:spPr>
            <a:xfrm>
              <a:off x="6437376" y="-468000"/>
              <a:ext cx="5196840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1/2</a:t>
              </a:r>
            </a:p>
          </p:txBody>
        </p:sp>
        <p:sp>
          <p:nvSpPr>
            <p:cNvPr id="502" name="Rectangle 259">
              <a:extLst>
                <a:ext uri="{FF2B5EF4-FFF2-40B4-BE49-F238E27FC236}">
                  <a16:creationId xmlns:a16="http://schemas.microsoft.com/office/drawing/2014/main" id="{A69B3C8F-944E-4B66-9F3B-6F0F901FC982}"/>
                </a:ext>
              </a:extLst>
            </p:cNvPr>
            <p:cNvSpPr>
              <a:spLocks/>
            </p:cNvSpPr>
            <p:nvPr/>
          </p:nvSpPr>
          <p:spPr>
            <a:xfrm>
              <a:off x="8171688" y="-468000"/>
              <a:ext cx="3462528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2/3</a:t>
              </a:r>
            </a:p>
          </p:txBody>
        </p:sp>
        <p:sp>
          <p:nvSpPr>
            <p:cNvPr id="503" name="Rectangle 260">
              <a:extLst>
                <a:ext uri="{FF2B5EF4-FFF2-40B4-BE49-F238E27FC236}">
                  <a16:creationId xmlns:a16="http://schemas.microsoft.com/office/drawing/2014/main" id="{4A49E8FD-44E2-4108-B17F-A0806FFC72B5}"/>
                </a:ext>
              </a:extLst>
            </p:cNvPr>
            <p:cNvSpPr>
              <a:spLocks/>
            </p:cNvSpPr>
            <p:nvPr/>
          </p:nvSpPr>
          <p:spPr>
            <a:xfrm>
              <a:off x="9122792" y="-468000"/>
              <a:ext cx="2511424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3/4</a:t>
              </a:r>
            </a:p>
          </p:txBody>
        </p:sp>
        <p:cxnSp>
          <p:nvCxnSpPr>
            <p:cNvPr id="504" name="Straight Connector 266">
              <a:extLst>
                <a:ext uri="{FF2B5EF4-FFF2-40B4-BE49-F238E27FC236}">
                  <a16:creationId xmlns:a16="http://schemas.microsoft.com/office/drawing/2014/main" id="{B61EB039-E078-4C94-941A-17F64A4129EF}"/>
                </a:ext>
              </a:extLst>
            </p:cNvPr>
            <p:cNvCxnSpPr>
              <a:cxnSpLocks/>
            </p:cNvCxnSpPr>
            <p:nvPr/>
          </p:nvCxnSpPr>
          <p:spPr>
            <a:xfrm>
              <a:off x="3755136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Straight Connector 276">
              <a:extLst>
                <a:ext uri="{FF2B5EF4-FFF2-40B4-BE49-F238E27FC236}">
                  <a16:creationId xmlns:a16="http://schemas.microsoft.com/office/drawing/2014/main" id="{76016E4E-6253-4258-B930-366BA463BD46}"/>
                </a:ext>
              </a:extLst>
            </p:cNvPr>
            <p:cNvCxnSpPr>
              <a:cxnSpLocks/>
            </p:cNvCxnSpPr>
            <p:nvPr/>
          </p:nvCxnSpPr>
          <p:spPr>
            <a:xfrm>
              <a:off x="4706112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Straight Connector 278">
              <a:extLst>
                <a:ext uri="{FF2B5EF4-FFF2-40B4-BE49-F238E27FC236}">
                  <a16:creationId xmlns:a16="http://schemas.microsoft.com/office/drawing/2014/main" id="{36FD8DB4-A6A7-4716-B1B1-95447A670CAE}"/>
                </a:ext>
              </a:extLst>
            </p:cNvPr>
            <p:cNvCxnSpPr>
              <a:cxnSpLocks/>
            </p:cNvCxnSpPr>
            <p:nvPr/>
          </p:nvCxnSpPr>
          <p:spPr>
            <a:xfrm>
              <a:off x="6437376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279">
              <a:extLst>
                <a:ext uri="{FF2B5EF4-FFF2-40B4-BE49-F238E27FC236}">
                  <a16:creationId xmlns:a16="http://schemas.microsoft.com/office/drawing/2014/main" id="{A4432A82-F213-4459-A6C8-0E1BB6278536}"/>
                </a:ext>
              </a:extLst>
            </p:cNvPr>
            <p:cNvCxnSpPr>
              <a:cxnSpLocks/>
            </p:cNvCxnSpPr>
            <p:nvPr/>
          </p:nvCxnSpPr>
          <p:spPr>
            <a:xfrm>
              <a:off x="8171688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Connector 282">
              <a:extLst>
                <a:ext uri="{FF2B5EF4-FFF2-40B4-BE49-F238E27FC236}">
                  <a16:creationId xmlns:a16="http://schemas.microsoft.com/office/drawing/2014/main" id="{42B42A20-48D0-4010-9233-1E6DA64125F4}"/>
                </a:ext>
              </a:extLst>
            </p:cNvPr>
            <p:cNvCxnSpPr>
              <a:cxnSpLocks/>
            </p:cNvCxnSpPr>
            <p:nvPr/>
          </p:nvCxnSpPr>
          <p:spPr>
            <a:xfrm>
              <a:off x="9122792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60">
              <a:extLst>
                <a:ext uri="{FF2B5EF4-FFF2-40B4-BE49-F238E27FC236}">
                  <a16:creationId xmlns:a16="http://schemas.microsoft.com/office/drawing/2014/main" id="{CC331B95-A61A-4301-B483-5E1B636797D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856412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Straight Connector 61">
              <a:extLst>
                <a:ext uri="{FF2B5EF4-FFF2-40B4-BE49-F238E27FC236}">
                  <a16:creationId xmlns:a16="http://schemas.microsoft.com/office/drawing/2014/main" id="{81252EF6-817B-413E-BF50-78FA60EECDD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1329497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Straight Connector 62">
              <a:extLst>
                <a:ext uri="{FF2B5EF4-FFF2-40B4-BE49-F238E27FC236}">
                  <a16:creationId xmlns:a16="http://schemas.microsoft.com/office/drawing/2014/main" id="{8457240E-FECD-437D-BFF2-1CD5FFE0EDC7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808511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63">
              <a:extLst>
                <a:ext uri="{FF2B5EF4-FFF2-40B4-BE49-F238E27FC236}">
                  <a16:creationId xmlns:a16="http://schemas.microsoft.com/office/drawing/2014/main" id="{2C855D13-FF65-4A36-A54B-7EE566366A86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2760610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64">
              <a:extLst>
                <a:ext uri="{FF2B5EF4-FFF2-40B4-BE49-F238E27FC236}">
                  <a16:creationId xmlns:a16="http://schemas.microsoft.com/office/drawing/2014/main" id="{971C91BD-2B01-4688-8655-12DE44AE393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3712709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Straight Connector 65">
              <a:extLst>
                <a:ext uri="{FF2B5EF4-FFF2-40B4-BE49-F238E27FC236}">
                  <a16:creationId xmlns:a16="http://schemas.microsoft.com/office/drawing/2014/main" id="{37DB673F-7FB9-47C0-9896-C6415C92B4B4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4664808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Straight Connector 66">
              <a:extLst>
                <a:ext uri="{FF2B5EF4-FFF2-40B4-BE49-F238E27FC236}">
                  <a16:creationId xmlns:a16="http://schemas.microsoft.com/office/drawing/2014/main" id="{1D94801E-03CF-409D-B2D7-C4934CA6AED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616907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Straight Connector 67">
              <a:extLst>
                <a:ext uri="{FF2B5EF4-FFF2-40B4-BE49-F238E27FC236}">
                  <a16:creationId xmlns:a16="http://schemas.microsoft.com/office/drawing/2014/main" id="{406AF5AA-AEB5-4B03-87DC-D624774BD0A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6569006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" name="Straight Connector 68">
              <a:extLst>
                <a:ext uri="{FF2B5EF4-FFF2-40B4-BE49-F238E27FC236}">
                  <a16:creationId xmlns:a16="http://schemas.microsoft.com/office/drawing/2014/main" id="{1506C05F-0E1D-432C-851F-3C6C2A589B88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7521105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Straight Connector 69">
              <a:extLst>
                <a:ext uri="{FF2B5EF4-FFF2-40B4-BE49-F238E27FC236}">
                  <a16:creationId xmlns:a16="http://schemas.microsoft.com/office/drawing/2014/main" id="{22E8DF73-AE58-4ACD-9F5A-6167A696C01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8473204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70">
              <a:extLst>
                <a:ext uri="{FF2B5EF4-FFF2-40B4-BE49-F238E27FC236}">
                  <a16:creationId xmlns:a16="http://schemas.microsoft.com/office/drawing/2014/main" id="{5EC4A6E0-9063-4DCD-9568-DF835018877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9425303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71">
              <a:extLst>
                <a:ext uri="{FF2B5EF4-FFF2-40B4-BE49-F238E27FC236}">
                  <a16:creationId xmlns:a16="http://schemas.microsoft.com/office/drawing/2014/main" id="{6BE4E790-EA45-46F8-ACC2-790CAE4E92C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0377402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6" name="Freeform: Shape 73">
              <a:extLst>
                <a:ext uri="{FF2B5EF4-FFF2-40B4-BE49-F238E27FC236}">
                  <a16:creationId xmlns:a16="http://schemas.microsoft.com/office/drawing/2014/main" id="{81835182-EC1E-47F9-885D-B8D67B156A3A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64337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47" name="Freeform: Shape 74">
              <a:extLst>
                <a:ext uri="{FF2B5EF4-FFF2-40B4-BE49-F238E27FC236}">
                  <a16:creationId xmlns:a16="http://schemas.microsoft.com/office/drawing/2014/main" id="{4DFCC5EF-6644-40E7-8F1C-1DF6C19CC43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116436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56" name="Freeform: Shape 75">
              <a:extLst>
                <a:ext uri="{FF2B5EF4-FFF2-40B4-BE49-F238E27FC236}">
                  <a16:creationId xmlns:a16="http://schemas.microsoft.com/office/drawing/2014/main" id="{3FA6276F-F950-48BA-9BC7-47DCF69A926C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3068535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57" name="Freeform: Shape 76">
              <a:extLst>
                <a:ext uri="{FF2B5EF4-FFF2-40B4-BE49-F238E27FC236}">
                  <a16:creationId xmlns:a16="http://schemas.microsoft.com/office/drawing/2014/main" id="{DDFDFDBB-F95C-4999-B842-5B9EECE55425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020633" y="1335293"/>
              <a:ext cx="339450" cy="4932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2" name="Freeform: Shape 77">
              <a:extLst>
                <a:ext uri="{FF2B5EF4-FFF2-40B4-BE49-F238E27FC236}">
                  <a16:creationId xmlns:a16="http://schemas.microsoft.com/office/drawing/2014/main" id="{B565470E-EDB5-442F-8862-C3789BAED552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972732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3" name="Freeform: Shape 78">
              <a:extLst>
                <a:ext uri="{FF2B5EF4-FFF2-40B4-BE49-F238E27FC236}">
                  <a16:creationId xmlns:a16="http://schemas.microsoft.com/office/drawing/2014/main" id="{358E3AB8-ACBE-4528-B64E-449C9C254DC9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924831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4" name="Freeform: Shape 79">
              <a:extLst>
                <a:ext uri="{FF2B5EF4-FFF2-40B4-BE49-F238E27FC236}">
                  <a16:creationId xmlns:a16="http://schemas.microsoft.com/office/drawing/2014/main" id="{432E7EF9-777D-4529-A992-F3E9422EBFA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6876930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5" name="Freeform: Shape 80">
              <a:extLst>
                <a:ext uri="{FF2B5EF4-FFF2-40B4-BE49-F238E27FC236}">
                  <a16:creationId xmlns:a16="http://schemas.microsoft.com/office/drawing/2014/main" id="{F477DFA6-CAFA-4CFC-A6D3-E3F16B23756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7829029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6" name="Freeform: Shape 81">
              <a:extLst>
                <a:ext uri="{FF2B5EF4-FFF2-40B4-BE49-F238E27FC236}">
                  <a16:creationId xmlns:a16="http://schemas.microsoft.com/office/drawing/2014/main" id="{BFB4D320-A99C-4659-BD42-AFFD73EA3E0E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8781128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7" name="Freeform: Shape 82">
              <a:extLst>
                <a:ext uri="{FF2B5EF4-FFF2-40B4-BE49-F238E27FC236}">
                  <a16:creationId xmlns:a16="http://schemas.microsoft.com/office/drawing/2014/main" id="{3AE92649-771D-4F4B-863D-000487FC4682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9733226" y="1335293"/>
              <a:ext cx="339450" cy="4932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8" name="Freeform: Shape 83">
              <a:extLst>
                <a:ext uri="{FF2B5EF4-FFF2-40B4-BE49-F238E27FC236}">
                  <a16:creationId xmlns:a16="http://schemas.microsoft.com/office/drawing/2014/main" id="{5089235D-5D84-4976-8882-C54B54FF822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685324" y="1335293"/>
              <a:ext cx="336244" cy="4932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69" name="Straight Connector 104">
              <a:extLst>
                <a:ext uri="{FF2B5EF4-FFF2-40B4-BE49-F238E27FC236}">
                  <a16:creationId xmlns:a16="http://schemas.microsoft.com/office/drawing/2014/main" id="{5218256A-384B-497C-8561-BF751BAB4F8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81258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0" name="Straight Connector 107">
              <a:extLst>
                <a:ext uri="{FF2B5EF4-FFF2-40B4-BE49-F238E27FC236}">
                  <a16:creationId xmlns:a16="http://schemas.microsoft.com/office/drawing/2014/main" id="{55B270F9-ABAE-46F8-9F1E-C7E7C2A1A39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44897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Straight Connector 108">
              <a:extLst>
                <a:ext uri="{FF2B5EF4-FFF2-40B4-BE49-F238E27FC236}">
                  <a16:creationId xmlns:a16="http://schemas.microsoft.com/office/drawing/2014/main" id="{0EF34567-C702-44AC-BF97-8BBF334D314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13077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2" name="Straight Connector 109">
              <a:extLst>
                <a:ext uri="{FF2B5EF4-FFF2-40B4-BE49-F238E27FC236}">
                  <a16:creationId xmlns:a16="http://schemas.microsoft.com/office/drawing/2014/main" id="{5A52D20F-113D-4435-81FE-C2B60897700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08536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Straight Connector 110">
              <a:extLst>
                <a:ext uri="{FF2B5EF4-FFF2-40B4-BE49-F238E27FC236}">
                  <a16:creationId xmlns:a16="http://schemas.microsoft.com/office/drawing/2014/main" id="{320B392D-366B-4660-8143-D0AF058D31F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76716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Straight Connector 111">
              <a:extLst>
                <a:ext uri="{FF2B5EF4-FFF2-40B4-BE49-F238E27FC236}">
                  <a16:creationId xmlns:a16="http://schemas.microsoft.com/office/drawing/2014/main" id="{6D15FD1A-F5A5-41DC-A393-CC01036FEB9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72174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Straight Connector 112">
              <a:extLst>
                <a:ext uri="{FF2B5EF4-FFF2-40B4-BE49-F238E27FC236}">
                  <a16:creationId xmlns:a16="http://schemas.microsoft.com/office/drawing/2014/main" id="{E3232F3C-AE3D-4522-AEA3-D60CCB5B351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40355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Straight Connector 113">
              <a:extLst>
                <a:ext uri="{FF2B5EF4-FFF2-40B4-BE49-F238E27FC236}">
                  <a16:creationId xmlns:a16="http://schemas.microsoft.com/office/drawing/2014/main" id="{2FF0D93E-19F3-4D59-987C-A226E6E4C9E4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35813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Straight Connector 114">
              <a:extLst>
                <a:ext uri="{FF2B5EF4-FFF2-40B4-BE49-F238E27FC236}">
                  <a16:creationId xmlns:a16="http://schemas.microsoft.com/office/drawing/2014/main" id="{CD9A50FF-5138-401F-8A5F-C093495496A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03994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Straight Connector 115">
              <a:extLst>
                <a:ext uri="{FF2B5EF4-FFF2-40B4-BE49-F238E27FC236}">
                  <a16:creationId xmlns:a16="http://schemas.microsoft.com/office/drawing/2014/main" id="{3454A8A3-E730-4E77-A046-64A75C632D6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99452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Straight Connector 116">
              <a:extLst>
                <a:ext uri="{FF2B5EF4-FFF2-40B4-BE49-F238E27FC236}">
                  <a16:creationId xmlns:a16="http://schemas.microsoft.com/office/drawing/2014/main" id="{6F60DA80-FDA3-403B-B763-C09C4EB7E8C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67633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Straight Connector 117">
              <a:extLst>
                <a:ext uri="{FF2B5EF4-FFF2-40B4-BE49-F238E27FC236}">
                  <a16:creationId xmlns:a16="http://schemas.microsoft.com/office/drawing/2014/main" id="{81F97174-21FF-466D-8379-E1C18A166E40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63091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" name="Straight Connector 118">
              <a:extLst>
                <a:ext uri="{FF2B5EF4-FFF2-40B4-BE49-F238E27FC236}">
                  <a16:creationId xmlns:a16="http://schemas.microsoft.com/office/drawing/2014/main" id="{0C567629-60D2-4967-8601-B78F80ACD2D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31271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120">
              <a:extLst>
                <a:ext uri="{FF2B5EF4-FFF2-40B4-BE49-F238E27FC236}">
                  <a16:creationId xmlns:a16="http://schemas.microsoft.com/office/drawing/2014/main" id="{8A52D172-096A-492A-AB6E-1D0FD70500B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94910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Straight Connector 106">
              <a:extLst>
                <a:ext uri="{FF2B5EF4-FFF2-40B4-BE49-F238E27FC236}">
                  <a16:creationId xmlns:a16="http://schemas.microsoft.com/office/drawing/2014/main" id="{DEAFE245-F3DA-40DC-A577-C1C4819480C8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49439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Straight Connector 127">
              <a:extLst>
                <a:ext uri="{FF2B5EF4-FFF2-40B4-BE49-F238E27FC236}">
                  <a16:creationId xmlns:a16="http://schemas.microsoft.com/office/drawing/2014/main" id="{0B6F44CF-26A9-4692-99BE-82A2E63D8F0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97168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Straight Connector 128">
              <a:extLst>
                <a:ext uri="{FF2B5EF4-FFF2-40B4-BE49-F238E27FC236}">
                  <a16:creationId xmlns:a16="http://schemas.microsoft.com/office/drawing/2014/main" id="{953BA5C6-1A84-4488-AFAD-F6135688176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65348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Straight Connector 129">
              <a:extLst>
                <a:ext uri="{FF2B5EF4-FFF2-40B4-BE49-F238E27FC236}">
                  <a16:creationId xmlns:a16="http://schemas.microsoft.com/office/drawing/2014/main" id="{DD485B68-358E-4AA4-B9A9-2DB928A635BC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60806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Connector 130">
              <a:extLst>
                <a:ext uri="{FF2B5EF4-FFF2-40B4-BE49-F238E27FC236}">
                  <a16:creationId xmlns:a16="http://schemas.microsoft.com/office/drawing/2014/main" id="{666E9725-3C56-43E8-8E8F-F76DF8F8C47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28987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Straight Connector 131">
              <a:extLst>
                <a:ext uri="{FF2B5EF4-FFF2-40B4-BE49-F238E27FC236}">
                  <a16:creationId xmlns:a16="http://schemas.microsoft.com/office/drawing/2014/main" id="{0D566977-5CF4-4840-BFEF-3B1D4B331E57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24445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Straight Connector 132">
              <a:extLst>
                <a:ext uri="{FF2B5EF4-FFF2-40B4-BE49-F238E27FC236}">
                  <a16:creationId xmlns:a16="http://schemas.microsoft.com/office/drawing/2014/main" id="{60D94E9A-2055-4DAB-80F7-BC9A7838F3A6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92626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Straight Connector 133">
              <a:extLst>
                <a:ext uri="{FF2B5EF4-FFF2-40B4-BE49-F238E27FC236}">
                  <a16:creationId xmlns:a16="http://schemas.microsoft.com/office/drawing/2014/main" id="{E7E44CA3-56D6-4E4C-B25D-983903918C6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88084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Straight Connector 134">
              <a:extLst>
                <a:ext uri="{FF2B5EF4-FFF2-40B4-BE49-F238E27FC236}">
                  <a16:creationId xmlns:a16="http://schemas.microsoft.com/office/drawing/2014/main" id="{317B9324-946F-48AB-BEBA-9CFDA77E1A6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56265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Straight Connector 135">
              <a:extLst>
                <a:ext uri="{FF2B5EF4-FFF2-40B4-BE49-F238E27FC236}">
                  <a16:creationId xmlns:a16="http://schemas.microsoft.com/office/drawing/2014/main" id="{8BBBA0AA-20AA-4AB8-BC92-5128CA686F4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51723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" name="Straight Connector 136">
              <a:extLst>
                <a:ext uri="{FF2B5EF4-FFF2-40B4-BE49-F238E27FC236}">
                  <a16:creationId xmlns:a16="http://schemas.microsoft.com/office/drawing/2014/main" id="{80F42740-6B4B-4299-951A-7ED7CB3A41F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19903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137">
              <a:extLst>
                <a:ext uri="{FF2B5EF4-FFF2-40B4-BE49-F238E27FC236}">
                  <a16:creationId xmlns:a16="http://schemas.microsoft.com/office/drawing/2014/main" id="{2E5C5DC2-9800-4304-A93C-B9557F5F76B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15362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Straight Connector 138">
              <a:extLst>
                <a:ext uri="{FF2B5EF4-FFF2-40B4-BE49-F238E27FC236}">
                  <a16:creationId xmlns:a16="http://schemas.microsoft.com/office/drawing/2014/main" id="{F82DA68F-11CF-4FCD-AFF1-1EB1F6544AA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83542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Straight Connector 139">
              <a:extLst>
                <a:ext uri="{FF2B5EF4-FFF2-40B4-BE49-F238E27FC236}">
                  <a16:creationId xmlns:a16="http://schemas.microsoft.com/office/drawing/2014/main" id="{6E51F342-11D3-469A-9EA4-38F844ED74C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79000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" name="Straight Connector 140">
              <a:extLst>
                <a:ext uri="{FF2B5EF4-FFF2-40B4-BE49-F238E27FC236}">
                  <a16:creationId xmlns:a16="http://schemas.microsoft.com/office/drawing/2014/main" id="{90C738A5-CD8E-4BAA-B917-ECE9DA28355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47181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Straight Connector 142">
              <a:extLst>
                <a:ext uri="{FF2B5EF4-FFF2-40B4-BE49-F238E27FC236}">
                  <a16:creationId xmlns:a16="http://schemas.microsoft.com/office/drawing/2014/main" id="{B5122834-4562-467E-A77A-C39663C63B6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610820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9" name="Area">
              <a:extLst>
                <a:ext uri="{FF2B5EF4-FFF2-40B4-BE49-F238E27FC236}">
                  <a16:creationId xmlns:a16="http://schemas.microsoft.com/office/drawing/2014/main" id="{D1274368-1619-4985-8611-3C12F1E34931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51688" y="1335293"/>
              <a:ext cx="11082528" cy="4932000"/>
            </a:xfrm>
            <a:prstGeom prst="rect">
              <a:avLst/>
            </a:prstGeom>
            <a:noFill/>
            <a:ln w="6350">
              <a:solidFill>
                <a:srgbClr val="00B0F0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600" name="Rectangle 39">
              <a:extLst>
                <a:ext uri="{FF2B5EF4-FFF2-40B4-BE49-F238E27FC236}">
                  <a16:creationId xmlns:a16="http://schemas.microsoft.com/office/drawing/2014/main" id="{7BBA4E68-EC38-486F-8CFC-47F6E40A624D}"/>
                </a:ext>
              </a:extLst>
            </p:cNvPr>
            <p:cNvSpPr>
              <a:spLocks/>
            </p:cNvSpPr>
            <p:nvPr userDrawn="1"/>
          </p:nvSpPr>
          <p:spPr>
            <a:xfrm>
              <a:off x="-942096" y="1335293"/>
              <a:ext cx="360000" cy="4932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1L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601" name="Rectangle 39">
              <a:extLst>
                <a:ext uri="{FF2B5EF4-FFF2-40B4-BE49-F238E27FC236}">
                  <a16:creationId xmlns:a16="http://schemas.microsoft.com/office/drawing/2014/main" id="{C35119EC-EB00-4FF9-BC26-55A966F95306}"/>
                </a:ext>
              </a:extLst>
            </p:cNvPr>
            <p:cNvSpPr>
              <a:spLocks/>
            </p:cNvSpPr>
            <p:nvPr userDrawn="1"/>
          </p:nvSpPr>
          <p:spPr>
            <a:xfrm>
              <a:off x="-942096" y="1671379"/>
              <a:ext cx="360000" cy="4595914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2L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602" name="Rectangle 39">
              <a:extLst>
                <a:ext uri="{FF2B5EF4-FFF2-40B4-BE49-F238E27FC236}">
                  <a16:creationId xmlns:a16="http://schemas.microsoft.com/office/drawing/2014/main" id="{3E2FA8D6-F3E2-45D0-9E00-64B767F36C75}"/>
                </a:ext>
              </a:extLst>
            </p:cNvPr>
            <p:cNvSpPr>
              <a:spLocks/>
            </p:cNvSpPr>
            <p:nvPr userDrawn="1"/>
          </p:nvSpPr>
          <p:spPr>
            <a:xfrm>
              <a:off x="-942096" y="2007465"/>
              <a:ext cx="360000" cy="4259828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3L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cxnSp>
          <p:nvCxnSpPr>
            <p:cNvPr id="603" name="Straight Connector 602">
              <a:extLst>
                <a:ext uri="{FF2B5EF4-FFF2-40B4-BE49-F238E27FC236}">
                  <a16:creationId xmlns:a16="http://schemas.microsoft.com/office/drawing/2014/main" id="{A2A75E2F-CDF7-4263-8161-E3353F3BDC6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942096" y="1671379"/>
              <a:ext cx="360000" cy="0"/>
            </a:xfrm>
            <a:prstGeom prst="line">
              <a:avLst/>
            </a:prstGeom>
            <a:ln w="9525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Straight Connector 603">
              <a:extLst>
                <a:ext uri="{FF2B5EF4-FFF2-40B4-BE49-F238E27FC236}">
                  <a16:creationId xmlns:a16="http://schemas.microsoft.com/office/drawing/2014/main" id="{9C3F2890-B6FA-419A-B551-26456B6C4D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942096" y="2007465"/>
              <a:ext cx="360000" cy="0"/>
            </a:xfrm>
            <a:prstGeom prst="line">
              <a:avLst/>
            </a:prstGeom>
            <a:ln w="9525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5" name="TextBox 604">
              <a:extLst>
                <a:ext uri="{FF2B5EF4-FFF2-40B4-BE49-F238E27FC236}">
                  <a16:creationId xmlns:a16="http://schemas.microsoft.com/office/drawing/2014/main" id="{FA61C5D6-7B43-4A12-9FFC-11F832CEB912}"/>
                </a:ext>
              </a:extLst>
            </p:cNvPr>
            <p:cNvSpPr txBox="1"/>
            <p:nvPr userDrawn="1"/>
          </p:nvSpPr>
          <p:spPr>
            <a:xfrm>
              <a:off x="-869818" y="75506"/>
              <a:ext cx="215444" cy="1195264"/>
            </a:xfrm>
            <a:prstGeom prst="rect">
              <a:avLst/>
            </a:prstGeom>
          </p:spPr>
          <p:txBody>
            <a:bodyPr vert="vert270" wrap="non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dirty="0">
                  <a:solidFill>
                    <a:srgbClr val="7F7F7F"/>
                  </a:solidFill>
                </a:rPr>
                <a:t>Custom &gt; Grey</a:t>
              </a:r>
              <a:endParaRPr lang="ru-RU" dirty="0">
                <a:solidFill>
                  <a:srgbClr val="7F7F7F"/>
                </a:solidFill>
              </a:endParaRPr>
            </a:p>
          </p:txBody>
        </p:sp>
      </p:grp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>
            <a:spLocks/>
          </p:cNvSpPr>
          <p:nvPr userDrawn="1">
            <p:custDataLst>
              <p:tags r:id="rId23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>
          <a:xfrm>
            <a:off x="554736" y="1282776"/>
            <a:ext cx="3049253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Above Chart Exhibit Title</a:t>
            </a:r>
            <a:br>
              <a:rPr lang="en-US" dirty="0"/>
            </a:br>
            <a:r>
              <a:rPr lang="en-US" sz="1400" b="0" dirty="0"/>
              <a:t>Units of measure</a:t>
            </a:r>
            <a:endParaRPr lang="ru-RU" sz="1400" b="0" dirty="0"/>
          </a:p>
        </p:txBody>
      </p:sp>
      <p:sp>
        <p:nvSpPr>
          <p:cNvPr id="150" name="5. Source" hidden="1">
            <a:extLst>
              <a:ext uri="{FF2B5EF4-FFF2-40B4-BE49-F238E27FC236}">
                <a16:creationId xmlns:a16="http://schemas.microsoft.com/office/drawing/2014/main" id="{1B5DE5A7-2D1D-4A40-BE7D-BB40C3D416B3}"/>
              </a:ext>
            </a:extLst>
          </p:cNvPr>
          <p:cNvSpPr txBox="1">
            <a:spLocks/>
          </p:cNvSpPr>
          <p:nvPr userDrawn="1">
            <p:custDataLst>
              <p:tags r:id="rId25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79" name="TrackerAlphaWhite" hidden="1">
            <a:extLst>
              <a:ext uri="{FF2B5EF4-FFF2-40B4-BE49-F238E27FC236}">
                <a16:creationId xmlns:a16="http://schemas.microsoft.com/office/drawing/2014/main" id="{7D10F85E-A89F-412A-9970-7FA5C42BFB5F}"/>
              </a:ext>
            </a:extLst>
          </p:cNvPr>
          <p:cNvSpPr/>
          <p:nvPr userDrawn="1">
            <p:custDataLst>
              <p:tags r:id="rId26"/>
            </p:custDataLst>
          </p:nvPr>
        </p:nvSpPr>
        <p:spPr>
          <a:xfrm>
            <a:off x="554736" y="3266780"/>
            <a:ext cx="279340" cy="279340"/>
          </a:xfrm>
          <a:prstGeom prst="ellipse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0" name="TrackerAlphaBlue" hidden="1">
            <a:extLst>
              <a:ext uri="{FF2B5EF4-FFF2-40B4-BE49-F238E27FC236}">
                <a16:creationId xmlns:a16="http://schemas.microsoft.com/office/drawing/2014/main" id="{26869F53-96A2-49F7-96E0-1DD89AB0021B}"/>
              </a:ext>
            </a:extLst>
          </p:cNvPr>
          <p:cNvSpPr/>
          <p:nvPr userDrawn="1">
            <p:custDataLst>
              <p:tags r:id="rId27"/>
            </p:custDataLst>
          </p:nvPr>
        </p:nvSpPr>
        <p:spPr>
          <a:xfrm>
            <a:off x="933716" y="3266780"/>
            <a:ext cx="279340" cy="279340"/>
          </a:xfrm>
          <a:prstGeom prst="ellipse">
            <a:avLst/>
          </a:prstGeom>
          <a:solidFill>
            <a:schemeClr val="tx1"/>
          </a:solidFill>
          <a:ln w="6350" cap="sq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81" name="TrackerNumWhite" hidden="1">
            <a:extLst>
              <a:ext uri="{FF2B5EF4-FFF2-40B4-BE49-F238E27FC236}">
                <a16:creationId xmlns:a16="http://schemas.microsoft.com/office/drawing/2014/main" id="{BF1EE75D-A530-4BDB-A4D3-659E6C74551D}"/>
              </a:ext>
            </a:extLst>
          </p:cNvPr>
          <p:cNvSpPr/>
          <p:nvPr userDrawn="1">
            <p:custDataLst>
              <p:tags r:id="rId28"/>
            </p:custDataLst>
          </p:nvPr>
        </p:nvSpPr>
        <p:spPr>
          <a:xfrm>
            <a:off x="554736" y="3682416"/>
            <a:ext cx="279340" cy="279340"/>
          </a:xfrm>
          <a:prstGeom prst="ellipse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>
                <a:solidFill>
                  <a:schemeClr val="tx1"/>
                </a:solidFill>
              </a:rPr>
              <a:t>1</a:t>
            </a:r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182" name="TrackerNumBlue" hidden="1">
            <a:extLst>
              <a:ext uri="{FF2B5EF4-FFF2-40B4-BE49-F238E27FC236}">
                <a16:creationId xmlns:a16="http://schemas.microsoft.com/office/drawing/2014/main" id="{D4CBE4BE-5A17-4E4F-8518-D2314867CB3E}"/>
              </a:ext>
            </a:extLst>
          </p:cNvPr>
          <p:cNvSpPr/>
          <p:nvPr userDrawn="1">
            <p:custDataLst>
              <p:tags r:id="rId29"/>
            </p:custDataLst>
          </p:nvPr>
        </p:nvSpPr>
        <p:spPr>
          <a:xfrm>
            <a:off x="933716" y="3682416"/>
            <a:ext cx="279340" cy="279340"/>
          </a:xfrm>
          <a:prstGeom prst="ellipse">
            <a:avLst/>
          </a:prstGeom>
          <a:solidFill>
            <a:schemeClr val="tx1"/>
          </a:solidFill>
          <a:ln w="6350" cap="sq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grpSp>
        <p:nvGrpSpPr>
          <p:cNvPr id="190" name="MoonEmpty" hidden="1">
            <a:extLst>
              <a:ext uri="{FF2B5EF4-FFF2-40B4-BE49-F238E27FC236}">
                <a16:creationId xmlns:a16="http://schemas.microsoft.com/office/drawing/2014/main" id="{217E634A-1E0C-4232-8364-5B7D9B436238}"/>
              </a:ext>
            </a:extLst>
          </p:cNvPr>
          <p:cNvGrpSpPr>
            <a:grpSpLocks/>
          </p:cNvGrpSpPr>
          <p:nvPr userDrawn="1">
            <p:custDataLst>
              <p:tags r:id="rId30"/>
            </p:custDataLst>
          </p:nvPr>
        </p:nvGrpSpPr>
        <p:grpSpPr>
          <a:xfrm>
            <a:off x="8973903" y="3260116"/>
            <a:ext cx="288000" cy="288000"/>
            <a:chOff x="762000" y="1270000"/>
            <a:chExt cx="254000" cy="254000"/>
          </a:xfrm>
        </p:grpSpPr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3C0D1B1A-5CB6-4F42-9858-8FCFEEF4DCB4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92" name="Arc 191">
              <a:extLst>
                <a:ext uri="{FF2B5EF4-FFF2-40B4-BE49-F238E27FC236}">
                  <a16:creationId xmlns:a16="http://schemas.microsoft.com/office/drawing/2014/main" id="{F19B0948-5ACD-46BF-A5D0-4D78C02044F7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6229547"/>
              </a:avLst>
            </a:prstGeom>
            <a:solidFill>
              <a:schemeClr val="tx1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170" name="MoonQuater" hidden="1">
            <a:extLst>
              <a:ext uri="{FF2B5EF4-FFF2-40B4-BE49-F238E27FC236}">
                <a16:creationId xmlns:a16="http://schemas.microsoft.com/office/drawing/2014/main" id="{79C4F1A7-3BA6-4DE9-990D-56F7568AF3D5}"/>
              </a:ext>
            </a:extLst>
          </p:cNvPr>
          <p:cNvGrpSpPr>
            <a:grpSpLocks/>
          </p:cNvGrpSpPr>
          <p:nvPr userDrawn="1">
            <p:custDataLst>
              <p:tags r:id="rId31"/>
            </p:custDataLst>
          </p:nvPr>
        </p:nvGrpSpPr>
        <p:grpSpPr>
          <a:xfrm>
            <a:off x="9362161" y="3260116"/>
            <a:ext cx="288000" cy="288000"/>
            <a:chOff x="762000" y="1270000"/>
            <a:chExt cx="254000" cy="254000"/>
          </a:xfrm>
        </p:grpSpPr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59E630A5-DC56-4165-A400-FABB4C8F2657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72" name="Arc 171">
              <a:extLst>
                <a:ext uri="{FF2B5EF4-FFF2-40B4-BE49-F238E27FC236}">
                  <a16:creationId xmlns:a16="http://schemas.microsoft.com/office/drawing/2014/main" id="{C98134F9-A949-43AC-8CDC-EAE921C7808C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3" name="MoonHalf" hidden="1">
            <a:extLst>
              <a:ext uri="{FF2B5EF4-FFF2-40B4-BE49-F238E27FC236}">
                <a16:creationId xmlns:a16="http://schemas.microsoft.com/office/drawing/2014/main" id="{2714B939-F474-44D5-8B49-B47A0217F09E}"/>
              </a:ext>
            </a:extLst>
          </p:cNvPr>
          <p:cNvGrpSpPr>
            <a:grpSpLocks/>
          </p:cNvGrpSpPr>
          <p:nvPr userDrawn="1">
            <p:custDataLst>
              <p:tags r:id="rId32"/>
            </p:custDataLst>
          </p:nvPr>
        </p:nvGrpSpPr>
        <p:grpSpPr>
          <a:xfrm>
            <a:off x="9748418" y="3260711"/>
            <a:ext cx="288000" cy="288000"/>
            <a:chOff x="762000" y="1270000"/>
            <a:chExt cx="254000" cy="254000"/>
          </a:xfrm>
        </p:grpSpPr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22EC967B-B647-4BCF-9C0C-A8D545E4C817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75" name="Arc 174">
              <a:extLst>
                <a:ext uri="{FF2B5EF4-FFF2-40B4-BE49-F238E27FC236}">
                  <a16:creationId xmlns:a16="http://schemas.microsoft.com/office/drawing/2014/main" id="{FA00262A-FCFD-4DB6-B921-E9B02991FF8A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6" name="Moon3Quater" hidden="1">
            <a:extLst>
              <a:ext uri="{FF2B5EF4-FFF2-40B4-BE49-F238E27FC236}">
                <a16:creationId xmlns:a16="http://schemas.microsoft.com/office/drawing/2014/main" id="{B81E11B2-1A34-4631-BD81-A79E13BAA4F8}"/>
              </a:ext>
            </a:extLst>
          </p:cNvPr>
          <p:cNvGrpSpPr>
            <a:grpSpLocks/>
          </p:cNvGrpSpPr>
          <p:nvPr userDrawn="1">
            <p:custDataLst>
              <p:tags r:id="rId33"/>
            </p:custDataLst>
          </p:nvPr>
        </p:nvGrpSpPr>
        <p:grpSpPr>
          <a:xfrm>
            <a:off x="10134675" y="3260116"/>
            <a:ext cx="288000" cy="288000"/>
            <a:chOff x="762000" y="1270000"/>
            <a:chExt cx="254000" cy="254000"/>
          </a:xfrm>
        </p:grpSpPr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5D5E5590-A897-419C-85F3-C5E6B6BADDA1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78" name="Arc 177">
              <a:extLst>
                <a:ext uri="{FF2B5EF4-FFF2-40B4-BE49-F238E27FC236}">
                  <a16:creationId xmlns:a16="http://schemas.microsoft.com/office/drawing/2014/main" id="{2DA30F73-36DC-49E0-87B5-F183D3E9231F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080000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6" name="MoonFull" hidden="1">
            <a:extLst>
              <a:ext uri="{FF2B5EF4-FFF2-40B4-BE49-F238E27FC236}">
                <a16:creationId xmlns:a16="http://schemas.microsoft.com/office/drawing/2014/main" id="{9C646595-AAE9-4CF9-8065-5D333DB4AA3D}"/>
              </a:ext>
            </a:extLst>
          </p:cNvPr>
          <p:cNvGrpSpPr>
            <a:grpSpLocks/>
          </p:cNvGrpSpPr>
          <p:nvPr userDrawn="1">
            <p:custDataLst>
              <p:tags r:id="rId34"/>
            </p:custDataLst>
          </p:nvPr>
        </p:nvGrpSpPr>
        <p:grpSpPr>
          <a:xfrm>
            <a:off x="10520932" y="3260114"/>
            <a:ext cx="288000" cy="288001"/>
            <a:chOff x="762000" y="1269999"/>
            <a:chExt cx="254000" cy="254001"/>
          </a:xfrm>
          <a:solidFill>
            <a:schemeClr val="accent5"/>
          </a:solidFill>
        </p:grpSpPr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45B76197-6D16-4092-B902-DE7FD857CAF0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762000" y="1269999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99" name="Arc 198">
              <a:extLst>
                <a:ext uri="{FF2B5EF4-FFF2-40B4-BE49-F238E27FC236}">
                  <a16:creationId xmlns:a16="http://schemas.microsoft.com/office/drawing/2014/main" id="{5125949A-3C65-48C8-BF1F-12C78DE93858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StatusGauge" hidden="1">
            <a:extLst>
              <a:ext uri="{FF2B5EF4-FFF2-40B4-BE49-F238E27FC236}">
                <a16:creationId xmlns:a16="http://schemas.microsoft.com/office/drawing/2014/main" id="{AC87BF6A-0CC1-4B7B-9115-F8C8E5B93B66}"/>
              </a:ext>
            </a:extLst>
          </p:cNvPr>
          <p:cNvGrpSpPr/>
          <p:nvPr userDrawn="1"/>
        </p:nvGrpSpPr>
        <p:grpSpPr>
          <a:xfrm>
            <a:off x="1662669" y="3333780"/>
            <a:ext cx="115517" cy="220533"/>
            <a:chOff x="427408" y="3815098"/>
            <a:chExt cx="312580" cy="596744"/>
          </a:xfrm>
        </p:grpSpPr>
        <p:sp>
          <p:nvSpPr>
            <p:cNvPr id="366" name="Line 56">
              <a:extLst>
                <a:ext uri="{FF2B5EF4-FFF2-40B4-BE49-F238E27FC236}">
                  <a16:creationId xmlns:a16="http://schemas.microsoft.com/office/drawing/2014/main" id="{22B23B9D-517D-4A32-857E-DA0E3889A7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408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67" name="Line 57">
              <a:extLst>
                <a:ext uri="{FF2B5EF4-FFF2-40B4-BE49-F238E27FC236}">
                  <a16:creationId xmlns:a16="http://schemas.microsoft.com/office/drawing/2014/main" id="{CC30D8CA-C04D-4E6C-95A7-DE65B0F4A9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83697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69" name="Line 59">
              <a:extLst>
                <a:ext uri="{FF2B5EF4-FFF2-40B4-BE49-F238E27FC236}">
                  <a16:creationId xmlns:a16="http://schemas.microsoft.com/office/drawing/2014/main" id="{9363A779-2D9F-4A05-A7A1-72E00C647D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3697" y="3815098"/>
              <a:ext cx="0" cy="596744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5" name="StatusGaugeWhite" hidden="1">
            <a:extLst>
              <a:ext uri="{FF2B5EF4-FFF2-40B4-BE49-F238E27FC236}">
                <a16:creationId xmlns:a16="http://schemas.microsoft.com/office/drawing/2014/main" id="{C2FDB2E7-0636-494B-B6D7-A3C17942E83A}"/>
              </a:ext>
            </a:extLst>
          </p:cNvPr>
          <p:cNvGrpSpPr/>
          <p:nvPr userDrawn="1"/>
        </p:nvGrpSpPr>
        <p:grpSpPr>
          <a:xfrm>
            <a:off x="2021702" y="3245932"/>
            <a:ext cx="396228" cy="396228"/>
            <a:chOff x="2021702" y="3245932"/>
            <a:chExt cx="396228" cy="396228"/>
          </a:xfrm>
          <a:solidFill>
            <a:schemeClr val="bg1"/>
          </a:solidFill>
        </p:grpSpPr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8D7CB2DC-1025-4762-8415-58E55B605671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80" name="Group 379">
              <a:extLst>
                <a:ext uri="{FF2B5EF4-FFF2-40B4-BE49-F238E27FC236}">
                  <a16:creationId xmlns:a16="http://schemas.microsoft.com/office/drawing/2014/main" id="{CD30E1A4-95BF-40FE-A480-7647E845DAFB}"/>
                </a:ext>
              </a:extLst>
            </p:cNvPr>
            <p:cNvGrpSpPr/>
            <p:nvPr userDrawn="1"/>
          </p:nvGrpSpPr>
          <p:grpSpPr>
            <a:xfrm>
              <a:off x="2162058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381" name="Line 56">
                <a:extLst>
                  <a:ext uri="{FF2B5EF4-FFF2-40B4-BE49-F238E27FC236}">
                    <a16:creationId xmlns:a16="http://schemas.microsoft.com/office/drawing/2014/main" id="{912FDF49-5006-4BE9-A241-14FC58A10C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2" name="Line 57">
                <a:extLst>
                  <a:ext uri="{FF2B5EF4-FFF2-40B4-BE49-F238E27FC236}">
                    <a16:creationId xmlns:a16="http://schemas.microsoft.com/office/drawing/2014/main" id="{A685424E-07A2-4C23-A9AB-A1AB3E5A69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3" name="Line 59">
                <a:extLst>
                  <a:ext uri="{FF2B5EF4-FFF2-40B4-BE49-F238E27FC236}">
                    <a16:creationId xmlns:a16="http://schemas.microsoft.com/office/drawing/2014/main" id="{DF153F60-37D9-415E-92DF-84BB547F32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14" name="StatusGaugeBlue" hidden="1">
            <a:extLst>
              <a:ext uri="{FF2B5EF4-FFF2-40B4-BE49-F238E27FC236}">
                <a16:creationId xmlns:a16="http://schemas.microsoft.com/office/drawing/2014/main" id="{3787D2E5-45BD-47CD-AEC1-EDDD0B6DC06B}"/>
              </a:ext>
            </a:extLst>
          </p:cNvPr>
          <p:cNvGrpSpPr/>
          <p:nvPr userDrawn="1"/>
        </p:nvGrpSpPr>
        <p:grpSpPr>
          <a:xfrm>
            <a:off x="2521091" y="3245932"/>
            <a:ext cx="396228" cy="396228"/>
            <a:chOff x="2521091" y="3245932"/>
            <a:chExt cx="396228" cy="396228"/>
          </a:xfrm>
          <a:solidFill>
            <a:schemeClr val="tx1"/>
          </a:solidFill>
        </p:grpSpPr>
        <p:sp>
          <p:nvSpPr>
            <p:cNvPr id="371" name="Oval 370">
              <a:extLst>
                <a:ext uri="{FF2B5EF4-FFF2-40B4-BE49-F238E27FC236}">
                  <a16:creationId xmlns:a16="http://schemas.microsoft.com/office/drawing/2014/main" id="{C8D381C3-2015-4AD0-B6F9-81620A837CC5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84" name="Group 383">
              <a:extLst>
                <a:ext uri="{FF2B5EF4-FFF2-40B4-BE49-F238E27FC236}">
                  <a16:creationId xmlns:a16="http://schemas.microsoft.com/office/drawing/2014/main" id="{1CF546FB-B2BA-4883-AF98-FBF5F2C28FCF}"/>
                </a:ext>
              </a:extLst>
            </p:cNvPr>
            <p:cNvGrpSpPr/>
            <p:nvPr userDrawn="1"/>
          </p:nvGrpSpPr>
          <p:grpSpPr>
            <a:xfrm>
              <a:off x="2661447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385" name="Line 56">
                <a:extLst>
                  <a:ext uri="{FF2B5EF4-FFF2-40B4-BE49-F238E27FC236}">
                    <a16:creationId xmlns:a16="http://schemas.microsoft.com/office/drawing/2014/main" id="{70CA23CD-0391-40AB-9740-9A091B4B3C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6" name="Line 57">
                <a:extLst>
                  <a:ext uri="{FF2B5EF4-FFF2-40B4-BE49-F238E27FC236}">
                    <a16:creationId xmlns:a16="http://schemas.microsoft.com/office/drawing/2014/main" id="{DBAD38C3-D1BC-4FC1-9D49-0B162C1F26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7" name="Line 59">
                <a:extLst>
                  <a:ext uri="{FF2B5EF4-FFF2-40B4-BE49-F238E27FC236}">
                    <a16:creationId xmlns:a16="http://schemas.microsoft.com/office/drawing/2014/main" id="{7D0C093E-6BFA-4A22-81E5-2D0D4D31B0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275" name="Checkmark" hidden="1">
            <a:extLst>
              <a:ext uri="{FF2B5EF4-FFF2-40B4-BE49-F238E27FC236}">
                <a16:creationId xmlns:a16="http://schemas.microsoft.com/office/drawing/2014/main" id="{BB004E0D-569F-46D6-AB54-9BBB7A63320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598577" y="3869635"/>
            <a:ext cx="243701" cy="147600"/>
          </a:xfrm>
          <a:custGeom>
            <a:avLst/>
            <a:gdLst>
              <a:gd name="T0" fmla="*/ 0 w 65"/>
              <a:gd name="T1" fmla="*/ 16 h 39"/>
              <a:gd name="T2" fmla="*/ 25 w 65"/>
              <a:gd name="T3" fmla="*/ 39 h 39"/>
              <a:gd name="T4" fmla="*/ 65 w 65"/>
              <a:gd name="T5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5" h="39">
                <a:moveTo>
                  <a:pt x="0" y="16"/>
                </a:moveTo>
                <a:lnTo>
                  <a:pt x="25" y="39"/>
                </a:lnTo>
                <a:lnTo>
                  <a:pt x="65" y="0"/>
                </a:lnTo>
              </a:path>
            </a:pathLst>
          </a:custGeom>
          <a:noFill/>
          <a:ln w="635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21" name="CheckmarkWhite" hidden="1">
            <a:extLst>
              <a:ext uri="{FF2B5EF4-FFF2-40B4-BE49-F238E27FC236}">
                <a16:creationId xmlns:a16="http://schemas.microsoft.com/office/drawing/2014/main" id="{F07BF092-B974-4EB6-A1FD-990BE5E53701}"/>
              </a:ext>
            </a:extLst>
          </p:cNvPr>
          <p:cNvGrpSpPr/>
          <p:nvPr userDrawn="1"/>
        </p:nvGrpSpPr>
        <p:grpSpPr>
          <a:xfrm>
            <a:off x="2021702" y="3745321"/>
            <a:ext cx="396228" cy="396228"/>
            <a:chOff x="2021702" y="3745321"/>
            <a:chExt cx="396228" cy="396228"/>
          </a:xfrm>
          <a:solidFill>
            <a:schemeClr val="bg1"/>
          </a:solidFill>
        </p:grpSpPr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92B6E5FD-CE05-4863-BB94-17F85BCF0806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3745321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88" name="Freeform 39">
              <a:extLst>
                <a:ext uri="{FF2B5EF4-FFF2-40B4-BE49-F238E27FC236}">
                  <a16:creationId xmlns:a16="http://schemas.microsoft.com/office/drawing/2014/main" id="{DBC4A7F2-275F-448A-A2CE-92F398D30958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097966" y="3869635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20" name="CheckmarkBlue" hidden="1">
            <a:extLst>
              <a:ext uri="{FF2B5EF4-FFF2-40B4-BE49-F238E27FC236}">
                <a16:creationId xmlns:a16="http://schemas.microsoft.com/office/drawing/2014/main" id="{A705E7FE-8FE8-4F2D-9FA1-5637B89B73F7}"/>
              </a:ext>
            </a:extLst>
          </p:cNvPr>
          <p:cNvGrpSpPr/>
          <p:nvPr userDrawn="1"/>
        </p:nvGrpSpPr>
        <p:grpSpPr>
          <a:xfrm>
            <a:off x="2521091" y="3745321"/>
            <a:ext cx="396228" cy="396228"/>
            <a:chOff x="2521091" y="3745321"/>
            <a:chExt cx="396228" cy="396228"/>
          </a:xfrm>
          <a:solidFill>
            <a:schemeClr val="tx1"/>
          </a:solidFill>
        </p:grpSpPr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9DF2EDC3-BFC6-448A-9C1D-7324C7EF9146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3745321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89" name="Freeform 39">
              <a:extLst>
                <a:ext uri="{FF2B5EF4-FFF2-40B4-BE49-F238E27FC236}">
                  <a16:creationId xmlns:a16="http://schemas.microsoft.com/office/drawing/2014/main" id="{285841C2-3368-45B4-9105-40D539B18E93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597355" y="3869635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390" name="CheckmarkDash" hidden="1">
            <a:extLst>
              <a:ext uri="{FF2B5EF4-FFF2-40B4-BE49-F238E27FC236}">
                <a16:creationId xmlns:a16="http://schemas.microsoft.com/office/drawing/2014/main" id="{2D882A09-8E9B-4679-ADCB-6CAE84605CA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598577" y="4369024"/>
            <a:ext cx="243701" cy="147600"/>
          </a:xfrm>
          <a:custGeom>
            <a:avLst/>
            <a:gdLst>
              <a:gd name="T0" fmla="*/ 0 w 65"/>
              <a:gd name="T1" fmla="*/ 16 h 39"/>
              <a:gd name="T2" fmla="*/ 25 w 65"/>
              <a:gd name="T3" fmla="*/ 39 h 39"/>
              <a:gd name="T4" fmla="*/ 65 w 65"/>
              <a:gd name="T5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5" h="39">
                <a:moveTo>
                  <a:pt x="0" y="16"/>
                </a:moveTo>
                <a:lnTo>
                  <a:pt x="25" y="39"/>
                </a:lnTo>
                <a:lnTo>
                  <a:pt x="65" y="0"/>
                </a:lnTo>
              </a:path>
            </a:pathLst>
          </a:custGeom>
          <a:noFill/>
          <a:ln w="6350" cap="rnd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23" name="CheckmarkDashWhite" hidden="1">
            <a:extLst>
              <a:ext uri="{FF2B5EF4-FFF2-40B4-BE49-F238E27FC236}">
                <a16:creationId xmlns:a16="http://schemas.microsoft.com/office/drawing/2014/main" id="{A04BB5EF-2087-418E-BF29-3E463D8DAC95}"/>
              </a:ext>
            </a:extLst>
          </p:cNvPr>
          <p:cNvGrpSpPr/>
          <p:nvPr userDrawn="1"/>
        </p:nvGrpSpPr>
        <p:grpSpPr>
          <a:xfrm>
            <a:off x="2021702" y="4244710"/>
            <a:ext cx="396228" cy="396228"/>
            <a:chOff x="2021702" y="6293259"/>
            <a:chExt cx="396228" cy="396228"/>
          </a:xfrm>
          <a:solidFill>
            <a:schemeClr val="bg1"/>
          </a:solidFill>
        </p:grpSpPr>
        <p:sp>
          <p:nvSpPr>
            <p:cNvPr id="392" name="Oval 391">
              <a:extLst>
                <a:ext uri="{FF2B5EF4-FFF2-40B4-BE49-F238E27FC236}">
                  <a16:creationId xmlns:a16="http://schemas.microsoft.com/office/drawing/2014/main" id="{47F5EC55-9665-438E-9860-C3E2F47C8B13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629325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prstDash val="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93" name="Freeform 39">
              <a:extLst>
                <a:ext uri="{FF2B5EF4-FFF2-40B4-BE49-F238E27FC236}">
                  <a16:creationId xmlns:a16="http://schemas.microsoft.com/office/drawing/2014/main" id="{894EAAFA-EEA4-4D90-8F75-17F21B6BFCC1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097966" y="6417573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24" name="CheckmarkDashBlue" hidden="1">
            <a:extLst>
              <a:ext uri="{FF2B5EF4-FFF2-40B4-BE49-F238E27FC236}">
                <a16:creationId xmlns:a16="http://schemas.microsoft.com/office/drawing/2014/main" id="{481DC344-3017-462D-9A3B-4E65710C17D0}"/>
              </a:ext>
            </a:extLst>
          </p:cNvPr>
          <p:cNvGrpSpPr/>
          <p:nvPr userDrawn="1"/>
        </p:nvGrpSpPr>
        <p:grpSpPr>
          <a:xfrm>
            <a:off x="2521091" y="4244710"/>
            <a:ext cx="396228" cy="396228"/>
            <a:chOff x="2521091" y="6293259"/>
            <a:chExt cx="396228" cy="396228"/>
          </a:xfrm>
          <a:solidFill>
            <a:schemeClr val="tx1"/>
          </a:solidFill>
        </p:grpSpPr>
        <p:sp>
          <p:nvSpPr>
            <p:cNvPr id="395" name="Oval 394">
              <a:extLst>
                <a:ext uri="{FF2B5EF4-FFF2-40B4-BE49-F238E27FC236}">
                  <a16:creationId xmlns:a16="http://schemas.microsoft.com/office/drawing/2014/main" id="{3123CA39-9EFF-49E5-8B43-5BCDA3B0E657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629325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96" name="Freeform 39">
              <a:extLst>
                <a:ext uri="{FF2B5EF4-FFF2-40B4-BE49-F238E27FC236}">
                  <a16:creationId xmlns:a16="http://schemas.microsoft.com/office/drawing/2014/main" id="{1A25A5C6-7B1D-45B1-9C1F-F3B654A13FC7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597355" y="6417573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bg1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0" name="X" hidden="1">
            <a:extLst>
              <a:ext uri="{FF2B5EF4-FFF2-40B4-BE49-F238E27FC236}">
                <a16:creationId xmlns:a16="http://schemas.microsoft.com/office/drawing/2014/main" id="{E0CB3199-8B88-41C4-AFDC-5D6AE5641F2F}"/>
              </a:ext>
            </a:extLst>
          </p:cNvPr>
          <p:cNvGrpSpPr/>
          <p:nvPr userDrawn="1"/>
        </p:nvGrpSpPr>
        <p:grpSpPr>
          <a:xfrm>
            <a:off x="1625999" y="4847785"/>
            <a:ext cx="188856" cy="188856"/>
            <a:chOff x="316162" y="5992979"/>
            <a:chExt cx="188856" cy="188856"/>
          </a:xfrm>
        </p:grpSpPr>
        <p:sp>
          <p:nvSpPr>
            <p:cNvPr id="271" name="Line 36">
              <a:extLst>
                <a:ext uri="{FF2B5EF4-FFF2-40B4-BE49-F238E27FC236}">
                  <a16:creationId xmlns:a16="http://schemas.microsoft.com/office/drawing/2014/main" id="{33CA4828-3A35-4C8A-9E12-883F4B7CDA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162" y="5992979"/>
              <a:ext cx="188856" cy="188856"/>
            </a:xfrm>
            <a:prstGeom prst="line">
              <a:avLst/>
            </a:prstGeom>
            <a:solidFill>
              <a:srgbClr val="C00000"/>
            </a:solidFill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72" name="Line 37">
              <a:extLst>
                <a:ext uri="{FF2B5EF4-FFF2-40B4-BE49-F238E27FC236}">
                  <a16:creationId xmlns:a16="http://schemas.microsoft.com/office/drawing/2014/main" id="{B2BDD54A-21A5-4098-A847-B11FF7E5F2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162" y="5992979"/>
              <a:ext cx="188856" cy="188856"/>
            </a:xfrm>
            <a:prstGeom prst="line">
              <a:avLst/>
            </a:prstGeom>
            <a:solidFill>
              <a:srgbClr val="C00000"/>
            </a:solidFill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2" name="XWhite" hidden="1">
            <a:extLst>
              <a:ext uri="{FF2B5EF4-FFF2-40B4-BE49-F238E27FC236}">
                <a16:creationId xmlns:a16="http://schemas.microsoft.com/office/drawing/2014/main" id="{D78505AA-B3C9-4D02-94A2-A14B6C6FE76E}"/>
              </a:ext>
            </a:extLst>
          </p:cNvPr>
          <p:cNvGrpSpPr/>
          <p:nvPr userDrawn="1"/>
        </p:nvGrpSpPr>
        <p:grpSpPr>
          <a:xfrm>
            <a:off x="2021702" y="4744099"/>
            <a:ext cx="396228" cy="396228"/>
            <a:chOff x="2021702" y="4744099"/>
            <a:chExt cx="396228" cy="396228"/>
          </a:xfrm>
          <a:solidFill>
            <a:schemeClr val="bg1"/>
          </a:solidFill>
        </p:grpSpPr>
        <p:sp>
          <p:nvSpPr>
            <p:cNvPr id="376" name="Oval 375">
              <a:extLst>
                <a:ext uri="{FF2B5EF4-FFF2-40B4-BE49-F238E27FC236}">
                  <a16:creationId xmlns:a16="http://schemas.microsoft.com/office/drawing/2014/main" id="{67CB00F6-8D83-4DDB-9D28-9A9E984FCEA6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97" name="Group 396">
              <a:extLst>
                <a:ext uri="{FF2B5EF4-FFF2-40B4-BE49-F238E27FC236}">
                  <a16:creationId xmlns:a16="http://schemas.microsoft.com/office/drawing/2014/main" id="{D68695E2-2F6C-4984-97B3-84770AAE8461}"/>
                </a:ext>
              </a:extLst>
            </p:cNvPr>
            <p:cNvGrpSpPr/>
            <p:nvPr userDrawn="1"/>
          </p:nvGrpSpPr>
          <p:grpSpPr>
            <a:xfrm>
              <a:off x="2125388" y="4847785"/>
              <a:ext cx="188856" cy="188856"/>
              <a:chOff x="316162" y="5992979"/>
              <a:chExt cx="188856" cy="188856"/>
            </a:xfrm>
            <a:grpFill/>
          </p:grpSpPr>
          <p:sp>
            <p:nvSpPr>
              <p:cNvPr id="398" name="Line 36">
                <a:extLst>
                  <a:ext uri="{FF2B5EF4-FFF2-40B4-BE49-F238E27FC236}">
                    <a16:creationId xmlns:a16="http://schemas.microsoft.com/office/drawing/2014/main" id="{549AFA66-8395-44EF-B1D0-40122F2AAC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99" name="Line 37">
                <a:extLst>
                  <a:ext uri="{FF2B5EF4-FFF2-40B4-BE49-F238E27FC236}">
                    <a16:creationId xmlns:a16="http://schemas.microsoft.com/office/drawing/2014/main" id="{932BACAB-BF4D-4B3B-9F68-4A070C57D0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/>
              </a:p>
            </p:txBody>
          </p:sp>
        </p:grpSp>
      </p:grpSp>
      <p:grpSp>
        <p:nvGrpSpPr>
          <p:cNvPr id="51" name="XBlue" hidden="1">
            <a:extLst>
              <a:ext uri="{FF2B5EF4-FFF2-40B4-BE49-F238E27FC236}">
                <a16:creationId xmlns:a16="http://schemas.microsoft.com/office/drawing/2014/main" id="{76D87419-7600-4669-8612-AD69B00B998F}"/>
              </a:ext>
            </a:extLst>
          </p:cNvPr>
          <p:cNvGrpSpPr/>
          <p:nvPr userDrawn="1"/>
        </p:nvGrpSpPr>
        <p:grpSpPr>
          <a:xfrm>
            <a:off x="2521091" y="4744099"/>
            <a:ext cx="396228" cy="396228"/>
            <a:chOff x="2521091" y="4744099"/>
            <a:chExt cx="396228" cy="396228"/>
          </a:xfrm>
          <a:solidFill>
            <a:schemeClr val="tx1"/>
          </a:solidFill>
        </p:grpSpPr>
        <p:sp>
          <p:nvSpPr>
            <p:cNvPr id="377" name="Oval 376">
              <a:extLst>
                <a:ext uri="{FF2B5EF4-FFF2-40B4-BE49-F238E27FC236}">
                  <a16:creationId xmlns:a16="http://schemas.microsoft.com/office/drawing/2014/main" id="{BB9902CA-4422-4618-8399-530EF424A116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00" name="Group 399">
              <a:extLst>
                <a:ext uri="{FF2B5EF4-FFF2-40B4-BE49-F238E27FC236}">
                  <a16:creationId xmlns:a16="http://schemas.microsoft.com/office/drawing/2014/main" id="{FEE69EF9-A1B1-4554-AC08-9507A7FFAF0E}"/>
                </a:ext>
              </a:extLst>
            </p:cNvPr>
            <p:cNvGrpSpPr/>
            <p:nvPr userDrawn="1"/>
          </p:nvGrpSpPr>
          <p:grpSpPr>
            <a:xfrm>
              <a:off x="2624777" y="4847785"/>
              <a:ext cx="188856" cy="188856"/>
              <a:chOff x="316162" y="5992979"/>
              <a:chExt cx="188856" cy="188856"/>
            </a:xfrm>
            <a:grpFill/>
          </p:grpSpPr>
          <p:sp>
            <p:nvSpPr>
              <p:cNvPr id="401" name="Line 36">
                <a:extLst>
                  <a:ext uri="{FF2B5EF4-FFF2-40B4-BE49-F238E27FC236}">
                    <a16:creationId xmlns:a16="http://schemas.microsoft.com/office/drawing/2014/main" id="{D3DFE64B-BFEB-4977-BA46-BA408F58A0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02" name="Line 37">
                <a:extLst>
                  <a:ext uri="{FF2B5EF4-FFF2-40B4-BE49-F238E27FC236}">
                    <a16:creationId xmlns:a16="http://schemas.microsoft.com/office/drawing/2014/main" id="{47E9FAEC-0A8C-4624-809F-B10C0D72EF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403" name="Filter" hidden="1">
            <a:extLst>
              <a:ext uri="{FF2B5EF4-FFF2-40B4-BE49-F238E27FC236}">
                <a16:creationId xmlns:a16="http://schemas.microsoft.com/office/drawing/2014/main" id="{FCC81E52-D915-4AC6-8504-B6F39D77D2C2}"/>
              </a:ext>
            </a:extLst>
          </p:cNvPr>
          <p:cNvSpPr>
            <a:spLocks noChangeAspect="1"/>
          </p:cNvSpPr>
          <p:nvPr userDrawn="1"/>
        </p:nvSpPr>
        <p:spPr>
          <a:xfrm>
            <a:off x="1620562" y="5331802"/>
            <a:ext cx="199731" cy="219600"/>
          </a:xfrm>
          <a:custGeom>
            <a:avLst/>
            <a:gdLst>
              <a:gd name="connsiteX0" fmla="*/ 0 w 2728913"/>
              <a:gd name="connsiteY0" fmla="*/ 0 h 3000375"/>
              <a:gd name="connsiteX1" fmla="*/ 2728913 w 2728913"/>
              <a:gd name="connsiteY1" fmla="*/ 0 h 3000375"/>
              <a:gd name="connsiteX2" fmla="*/ 1662113 w 2728913"/>
              <a:gd name="connsiteY2" fmla="*/ 1662113 h 3000375"/>
              <a:gd name="connsiteX3" fmla="*/ 1662113 w 2728913"/>
              <a:gd name="connsiteY3" fmla="*/ 2633663 h 3000375"/>
              <a:gd name="connsiteX4" fmla="*/ 1104900 w 2728913"/>
              <a:gd name="connsiteY4" fmla="*/ 3000375 h 3000375"/>
              <a:gd name="connsiteX5" fmla="*/ 1104900 w 2728913"/>
              <a:gd name="connsiteY5" fmla="*/ 1652588 h 3000375"/>
              <a:gd name="connsiteX6" fmla="*/ 0 w 2728913"/>
              <a:gd name="connsiteY6" fmla="*/ 0 h 3000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8913" h="3000375">
                <a:moveTo>
                  <a:pt x="0" y="0"/>
                </a:moveTo>
                <a:lnTo>
                  <a:pt x="2728913" y="0"/>
                </a:lnTo>
                <a:lnTo>
                  <a:pt x="1662113" y="1662113"/>
                </a:lnTo>
                <a:lnTo>
                  <a:pt x="1662113" y="2633663"/>
                </a:lnTo>
                <a:lnTo>
                  <a:pt x="1104900" y="3000375"/>
                </a:lnTo>
                <a:lnTo>
                  <a:pt x="1104900" y="1652588"/>
                </a:lnTo>
                <a:lnTo>
                  <a:pt x="0" y="0"/>
                </a:lnTo>
                <a:close/>
              </a:path>
            </a:pathLst>
          </a:custGeom>
          <a:noFill/>
          <a:ln w="6350" cap="rnd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grpSp>
        <p:nvGrpSpPr>
          <p:cNvPr id="78" name="FilterWhite" hidden="1">
            <a:extLst>
              <a:ext uri="{FF2B5EF4-FFF2-40B4-BE49-F238E27FC236}">
                <a16:creationId xmlns:a16="http://schemas.microsoft.com/office/drawing/2014/main" id="{A92387E2-8902-4EF2-B95B-AF7E54C27F40}"/>
              </a:ext>
            </a:extLst>
          </p:cNvPr>
          <p:cNvGrpSpPr/>
          <p:nvPr userDrawn="1"/>
        </p:nvGrpSpPr>
        <p:grpSpPr>
          <a:xfrm>
            <a:off x="2021702" y="5243488"/>
            <a:ext cx="396228" cy="396228"/>
            <a:chOff x="2021702" y="5243488"/>
            <a:chExt cx="396228" cy="396228"/>
          </a:xfrm>
          <a:solidFill>
            <a:schemeClr val="bg1"/>
          </a:solidFill>
        </p:grpSpPr>
        <p:sp>
          <p:nvSpPr>
            <p:cNvPr id="378" name="Oval 377">
              <a:extLst>
                <a:ext uri="{FF2B5EF4-FFF2-40B4-BE49-F238E27FC236}">
                  <a16:creationId xmlns:a16="http://schemas.microsoft.com/office/drawing/2014/main" id="{5C14B0BF-5703-4646-A37A-812A93C873AB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B0CE3FDC-1428-4F4B-A89D-5F57D8E4EFE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119951" y="5331802"/>
              <a:ext cx="199731" cy="219600"/>
            </a:xfrm>
            <a:custGeom>
              <a:avLst/>
              <a:gdLst>
                <a:gd name="connsiteX0" fmla="*/ 0 w 2728913"/>
                <a:gd name="connsiteY0" fmla="*/ 0 h 3000375"/>
                <a:gd name="connsiteX1" fmla="*/ 2728913 w 2728913"/>
                <a:gd name="connsiteY1" fmla="*/ 0 h 3000375"/>
                <a:gd name="connsiteX2" fmla="*/ 1662113 w 2728913"/>
                <a:gd name="connsiteY2" fmla="*/ 1662113 h 3000375"/>
                <a:gd name="connsiteX3" fmla="*/ 1662113 w 2728913"/>
                <a:gd name="connsiteY3" fmla="*/ 2633663 h 3000375"/>
                <a:gd name="connsiteX4" fmla="*/ 1104900 w 2728913"/>
                <a:gd name="connsiteY4" fmla="*/ 3000375 h 3000375"/>
                <a:gd name="connsiteX5" fmla="*/ 1104900 w 2728913"/>
                <a:gd name="connsiteY5" fmla="*/ 1652588 h 3000375"/>
                <a:gd name="connsiteX6" fmla="*/ 0 w 2728913"/>
                <a:gd name="connsiteY6" fmla="*/ 0 h 3000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28913" h="3000375">
                  <a:moveTo>
                    <a:pt x="0" y="0"/>
                  </a:moveTo>
                  <a:lnTo>
                    <a:pt x="2728913" y="0"/>
                  </a:lnTo>
                  <a:lnTo>
                    <a:pt x="1662113" y="1662113"/>
                  </a:lnTo>
                  <a:lnTo>
                    <a:pt x="1662113" y="2633663"/>
                  </a:lnTo>
                  <a:lnTo>
                    <a:pt x="1104900" y="3000375"/>
                  </a:lnTo>
                  <a:lnTo>
                    <a:pt x="1104900" y="165258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ap="rnd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77" name="FilterBlue" hidden="1">
            <a:extLst>
              <a:ext uri="{FF2B5EF4-FFF2-40B4-BE49-F238E27FC236}">
                <a16:creationId xmlns:a16="http://schemas.microsoft.com/office/drawing/2014/main" id="{17B222B6-07D0-441A-BC80-31FF13A1A259}"/>
              </a:ext>
            </a:extLst>
          </p:cNvPr>
          <p:cNvGrpSpPr/>
          <p:nvPr userDrawn="1"/>
        </p:nvGrpSpPr>
        <p:grpSpPr>
          <a:xfrm>
            <a:off x="2521091" y="5243488"/>
            <a:ext cx="396228" cy="396228"/>
            <a:chOff x="2521091" y="5243488"/>
            <a:chExt cx="396228" cy="396228"/>
          </a:xfrm>
          <a:solidFill>
            <a:schemeClr val="tx1"/>
          </a:solidFill>
        </p:grpSpPr>
        <p:sp>
          <p:nvSpPr>
            <p:cNvPr id="379" name="Oval 378">
              <a:extLst>
                <a:ext uri="{FF2B5EF4-FFF2-40B4-BE49-F238E27FC236}">
                  <a16:creationId xmlns:a16="http://schemas.microsoft.com/office/drawing/2014/main" id="{32B521BD-77C9-41CF-B65A-53B53C069FDE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195CEB40-859D-4652-A677-1B81120AC53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619340" y="5331802"/>
              <a:ext cx="199731" cy="219600"/>
            </a:xfrm>
            <a:custGeom>
              <a:avLst/>
              <a:gdLst>
                <a:gd name="connsiteX0" fmla="*/ 0 w 2728913"/>
                <a:gd name="connsiteY0" fmla="*/ 0 h 3000375"/>
                <a:gd name="connsiteX1" fmla="*/ 2728913 w 2728913"/>
                <a:gd name="connsiteY1" fmla="*/ 0 h 3000375"/>
                <a:gd name="connsiteX2" fmla="*/ 1662113 w 2728913"/>
                <a:gd name="connsiteY2" fmla="*/ 1662113 h 3000375"/>
                <a:gd name="connsiteX3" fmla="*/ 1662113 w 2728913"/>
                <a:gd name="connsiteY3" fmla="*/ 2633663 h 3000375"/>
                <a:gd name="connsiteX4" fmla="*/ 1104900 w 2728913"/>
                <a:gd name="connsiteY4" fmla="*/ 3000375 h 3000375"/>
                <a:gd name="connsiteX5" fmla="*/ 1104900 w 2728913"/>
                <a:gd name="connsiteY5" fmla="*/ 1652588 h 3000375"/>
                <a:gd name="connsiteX6" fmla="*/ 0 w 2728913"/>
                <a:gd name="connsiteY6" fmla="*/ 0 h 3000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28913" h="3000375">
                  <a:moveTo>
                    <a:pt x="0" y="0"/>
                  </a:moveTo>
                  <a:lnTo>
                    <a:pt x="2728913" y="0"/>
                  </a:lnTo>
                  <a:lnTo>
                    <a:pt x="1662113" y="1662113"/>
                  </a:lnTo>
                  <a:lnTo>
                    <a:pt x="1662113" y="2633663"/>
                  </a:lnTo>
                  <a:lnTo>
                    <a:pt x="1104900" y="3000375"/>
                  </a:lnTo>
                  <a:lnTo>
                    <a:pt x="1104900" y="165258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ap="rnd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90" name="Chevron" hidden="1">
            <a:extLst>
              <a:ext uri="{FF2B5EF4-FFF2-40B4-BE49-F238E27FC236}">
                <a16:creationId xmlns:a16="http://schemas.microsoft.com/office/drawing/2014/main" id="{683A82B1-8416-4870-80C4-C50D2FA332BF}"/>
              </a:ext>
            </a:extLst>
          </p:cNvPr>
          <p:cNvSpPr>
            <a:spLocks/>
          </p:cNvSpPr>
          <p:nvPr userDrawn="1"/>
        </p:nvSpPr>
        <p:spPr bwMode="auto">
          <a:xfrm>
            <a:off x="3271959" y="3339382"/>
            <a:ext cx="103686" cy="209328"/>
          </a:xfrm>
          <a:custGeom>
            <a:avLst/>
            <a:gdLst>
              <a:gd name="T0" fmla="*/ 0 w 28"/>
              <a:gd name="T1" fmla="*/ 56 h 56"/>
              <a:gd name="T2" fmla="*/ 28 w 28"/>
              <a:gd name="T3" fmla="*/ 27 h 56"/>
              <a:gd name="T4" fmla="*/ 0 w 28"/>
              <a:gd name="T5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8" h="56">
                <a:moveTo>
                  <a:pt x="0" y="56"/>
                </a:moveTo>
                <a:lnTo>
                  <a:pt x="28" y="27"/>
                </a:lnTo>
                <a:lnTo>
                  <a:pt x="0" y="0"/>
                </a:lnTo>
              </a:path>
            </a:pathLst>
          </a:custGeom>
          <a:noFill/>
          <a:ln w="635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498" name="ChevronWhite" hidden="1">
            <a:extLst>
              <a:ext uri="{FF2B5EF4-FFF2-40B4-BE49-F238E27FC236}">
                <a16:creationId xmlns:a16="http://schemas.microsoft.com/office/drawing/2014/main" id="{9A20823A-F450-4AED-A121-57216DD67FB2}"/>
              </a:ext>
            </a:extLst>
          </p:cNvPr>
          <p:cNvGrpSpPr>
            <a:grpSpLocks/>
          </p:cNvGrpSpPr>
          <p:nvPr userDrawn="1"/>
        </p:nvGrpSpPr>
        <p:grpSpPr>
          <a:xfrm>
            <a:off x="3625077" y="3245932"/>
            <a:ext cx="396228" cy="396228"/>
            <a:chOff x="5856774" y="4285094"/>
            <a:chExt cx="288000" cy="288000"/>
          </a:xfrm>
          <a:solidFill>
            <a:schemeClr val="bg1"/>
          </a:solidFill>
        </p:grpSpPr>
        <p:sp>
          <p:nvSpPr>
            <p:cNvPr id="495" name="Oval 52">
              <a:extLst>
                <a:ext uri="{FF2B5EF4-FFF2-40B4-BE49-F238E27FC236}">
                  <a16:creationId xmlns:a16="http://schemas.microsoft.com/office/drawing/2014/main" id="{17D5830D-3739-46F8-BBAB-9E6358AFE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6774" y="4285094"/>
              <a:ext cx="288000" cy="288000"/>
            </a:xfrm>
            <a:prstGeom prst="ellipse">
              <a:avLst/>
            </a:prstGeom>
            <a:grp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96" name="Freeform 51">
              <a:extLst>
                <a:ext uri="{FF2B5EF4-FFF2-40B4-BE49-F238E27FC236}">
                  <a16:creationId xmlns:a16="http://schemas.microsoft.com/office/drawing/2014/main" id="{AE2E968F-56DB-4B61-BBC9-BCE3BA9F2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9821" y="4353019"/>
              <a:ext cx="75365" cy="152151"/>
            </a:xfrm>
            <a:custGeom>
              <a:avLst/>
              <a:gdLst>
                <a:gd name="T0" fmla="*/ 0 w 28"/>
                <a:gd name="T1" fmla="*/ 56 h 56"/>
                <a:gd name="T2" fmla="*/ 28 w 28"/>
                <a:gd name="T3" fmla="*/ 27 h 56"/>
                <a:gd name="T4" fmla="*/ 0 w 28"/>
                <a:gd name="T5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" h="56">
                  <a:moveTo>
                    <a:pt x="0" y="56"/>
                  </a:moveTo>
                  <a:lnTo>
                    <a:pt x="28" y="27"/>
                  </a:lnTo>
                  <a:lnTo>
                    <a:pt x="0" y="0"/>
                  </a:lnTo>
                </a:path>
              </a:pathLst>
            </a:custGeom>
            <a:grp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97" name="ChevronBlue" hidden="1">
            <a:extLst>
              <a:ext uri="{FF2B5EF4-FFF2-40B4-BE49-F238E27FC236}">
                <a16:creationId xmlns:a16="http://schemas.microsoft.com/office/drawing/2014/main" id="{4AE2AA89-98EF-4202-B26E-A25AFCD62BA4}"/>
              </a:ext>
            </a:extLst>
          </p:cNvPr>
          <p:cNvGrpSpPr/>
          <p:nvPr userDrawn="1"/>
        </p:nvGrpSpPr>
        <p:grpSpPr>
          <a:xfrm>
            <a:off x="4677969" y="3245932"/>
            <a:ext cx="288000" cy="2366324"/>
            <a:chOff x="4677969" y="3245932"/>
            <a:chExt cx="288000" cy="2366324"/>
          </a:xfrm>
        </p:grpSpPr>
        <p:cxnSp>
          <p:nvCxnSpPr>
            <p:cNvPr id="466" name="Straight Connector 465">
              <a:extLst>
                <a:ext uri="{FF2B5EF4-FFF2-40B4-BE49-F238E27FC236}">
                  <a16:creationId xmlns:a16="http://schemas.microsoft.com/office/drawing/2014/main" id="{1E2E238F-AD56-4762-A22C-7AFB173EEAF9}"/>
                </a:ext>
              </a:extLst>
            </p:cNvPr>
            <p:cNvCxnSpPr>
              <a:cxnSpLocks/>
            </p:cNvCxnSpPr>
            <p:nvPr/>
          </p:nvCxnSpPr>
          <p:spPr>
            <a:xfrm>
              <a:off x="4821969" y="3245932"/>
              <a:ext cx="0" cy="2366324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A95F5214-EE37-4851-B406-BCB643C3D03C}"/>
                </a:ext>
              </a:extLst>
            </p:cNvPr>
            <p:cNvSpPr/>
            <p:nvPr/>
          </p:nvSpPr>
          <p:spPr>
            <a:xfrm>
              <a:off x="4761627" y="4222887"/>
              <a:ext cx="120685" cy="412415"/>
            </a:xfrm>
            <a:prstGeom prst="rect">
              <a:avLst/>
            </a:prstGeom>
            <a:solidFill>
              <a:schemeClr val="bg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69" name="Oval 52">
              <a:extLst>
                <a:ext uri="{FF2B5EF4-FFF2-40B4-BE49-F238E27FC236}">
                  <a16:creationId xmlns:a16="http://schemas.microsoft.com/office/drawing/2014/main" id="{62F5C4BB-77E6-4C14-BFF1-493280CE03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7969" y="4285094"/>
              <a:ext cx="288000" cy="288000"/>
            </a:xfrm>
            <a:prstGeom prst="ellipse">
              <a:avLst/>
            </a:prstGeom>
            <a:solidFill>
              <a:schemeClr val="accent1"/>
            </a:solidFill>
            <a:ln w="63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70" name="Freeform 51">
              <a:extLst>
                <a:ext uri="{FF2B5EF4-FFF2-40B4-BE49-F238E27FC236}">
                  <a16:creationId xmlns:a16="http://schemas.microsoft.com/office/drawing/2014/main" id="{4AD7068E-D77F-4C3D-A295-D393BB0FBE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016" y="4353019"/>
              <a:ext cx="75365" cy="152151"/>
            </a:xfrm>
            <a:custGeom>
              <a:avLst/>
              <a:gdLst>
                <a:gd name="T0" fmla="*/ 0 w 28"/>
                <a:gd name="T1" fmla="*/ 56 h 56"/>
                <a:gd name="T2" fmla="*/ 28 w 28"/>
                <a:gd name="T3" fmla="*/ 27 h 56"/>
                <a:gd name="T4" fmla="*/ 0 w 28"/>
                <a:gd name="T5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" h="56">
                  <a:moveTo>
                    <a:pt x="0" y="56"/>
                  </a:moveTo>
                  <a:lnTo>
                    <a:pt x="28" y="27"/>
                  </a:lnTo>
                  <a:lnTo>
                    <a:pt x="0" y="0"/>
                  </a:lnTo>
                </a:path>
              </a:pathLst>
            </a:custGeom>
            <a:no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08" name="LineArrow" hidden="1">
            <a:extLst>
              <a:ext uri="{FF2B5EF4-FFF2-40B4-BE49-F238E27FC236}">
                <a16:creationId xmlns:a16="http://schemas.microsoft.com/office/drawing/2014/main" id="{0124A46F-FCAD-4F4A-91E4-8DD92F3D22F5}"/>
              </a:ext>
            </a:extLst>
          </p:cNvPr>
          <p:cNvGrpSpPr/>
          <p:nvPr userDrawn="1"/>
        </p:nvGrpSpPr>
        <p:grpSpPr>
          <a:xfrm rot="5400000">
            <a:off x="3266044" y="3833168"/>
            <a:ext cx="115517" cy="220533"/>
            <a:chOff x="427408" y="3815098"/>
            <a:chExt cx="312580" cy="596744"/>
          </a:xfrm>
        </p:grpSpPr>
        <p:sp>
          <p:nvSpPr>
            <p:cNvPr id="409" name="Line 56">
              <a:extLst>
                <a:ext uri="{FF2B5EF4-FFF2-40B4-BE49-F238E27FC236}">
                  <a16:creationId xmlns:a16="http://schemas.microsoft.com/office/drawing/2014/main" id="{ED21B92A-6C6B-47C5-A57E-62EA9E0206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408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0" name="Line 57">
              <a:extLst>
                <a:ext uri="{FF2B5EF4-FFF2-40B4-BE49-F238E27FC236}">
                  <a16:creationId xmlns:a16="http://schemas.microsoft.com/office/drawing/2014/main" id="{5515D700-F4F6-479D-B24F-F1CEF531A3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83697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1" name="Line 59">
              <a:extLst>
                <a:ext uri="{FF2B5EF4-FFF2-40B4-BE49-F238E27FC236}">
                  <a16:creationId xmlns:a16="http://schemas.microsoft.com/office/drawing/2014/main" id="{14711298-8A19-4E9D-99C9-9EA612F115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3697" y="3815098"/>
              <a:ext cx="0" cy="596744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12" name="LineArrowWhite" hidden="1">
            <a:extLst>
              <a:ext uri="{FF2B5EF4-FFF2-40B4-BE49-F238E27FC236}">
                <a16:creationId xmlns:a16="http://schemas.microsoft.com/office/drawing/2014/main" id="{6196A327-D3F6-4130-AFA6-3D2EB29723BF}"/>
              </a:ext>
            </a:extLst>
          </p:cNvPr>
          <p:cNvGrpSpPr/>
          <p:nvPr userDrawn="1"/>
        </p:nvGrpSpPr>
        <p:grpSpPr>
          <a:xfrm rot="5400000">
            <a:off x="3625077" y="3745321"/>
            <a:ext cx="396228" cy="396228"/>
            <a:chOff x="2021702" y="3245932"/>
            <a:chExt cx="396228" cy="396228"/>
          </a:xfrm>
          <a:solidFill>
            <a:schemeClr val="bg1"/>
          </a:solidFill>
        </p:grpSpPr>
        <p:sp>
          <p:nvSpPr>
            <p:cNvPr id="413" name="Oval 412">
              <a:extLst>
                <a:ext uri="{FF2B5EF4-FFF2-40B4-BE49-F238E27FC236}">
                  <a16:creationId xmlns:a16="http://schemas.microsoft.com/office/drawing/2014/main" id="{57A8EBA1-9795-4C02-B553-39BA611C597A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14" name="Group 413">
              <a:extLst>
                <a:ext uri="{FF2B5EF4-FFF2-40B4-BE49-F238E27FC236}">
                  <a16:creationId xmlns:a16="http://schemas.microsoft.com/office/drawing/2014/main" id="{5A5FCF76-A671-447E-B2CE-6832D29BDA06}"/>
                </a:ext>
              </a:extLst>
            </p:cNvPr>
            <p:cNvGrpSpPr/>
            <p:nvPr userDrawn="1"/>
          </p:nvGrpSpPr>
          <p:grpSpPr>
            <a:xfrm>
              <a:off x="2162058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415" name="Line 56">
                <a:extLst>
                  <a:ext uri="{FF2B5EF4-FFF2-40B4-BE49-F238E27FC236}">
                    <a16:creationId xmlns:a16="http://schemas.microsoft.com/office/drawing/2014/main" id="{0F85B57B-C33F-4A26-8F0E-7C9FE52B97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16" name="Line 57">
                <a:extLst>
                  <a:ext uri="{FF2B5EF4-FFF2-40B4-BE49-F238E27FC236}">
                    <a16:creationId xmlns:a16="http://schemas.microsoft.com/office/drawing/2014/main" id="{61FF35EB-0D3C-4B49-85B7-73B202B643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17" name="Line 59">
                <a:extLst>
                  <a:ext uri="{FF2B5EF4-FFF2-40B4-BE49-F238E27FC236}">
                    <a16:creationId xmlns:a16="http://schemas.microsoft.com/office/drawing/2014/main" id="{ABA825E6-D893-4500-9C8B-8B8AD01F92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418" name="LineArrowBlue" hidden="1">
            <a:extLst>
              <a:ext uri="{FF2B5EF4-FFF2-40B4-BE49-F238E27FC236}">
                <a16:creationId xmlns:a16="http://schemas.microsoft.com/office/drawing/2014/main" id="{54C013E7-3242-42AD-998E-302CC25870A5}"/>
              </a:ext>
            </a:extLst>
          </p:cNvPr>
          <p:cNvGrpSpPr/>
          <p:nvPr userDrawn="1"/>
        </p:nvGrpSpPr>
        <p:grpSpPr>
          <a:xfrm rot="5400000">
            <a:off x="4124466" y="3745320"/>
            <a:ext cx="396228" cy="396228"/>
            <a:chOff x="2521091" y="3245932"/>
            <a:chExt cx="396228" cy="396228"/>
          </a:xfrm>
          <a:solidFill>
            <a:schemeClr val="tx1"/>
          </a:solidFill>
        </p:grpSpPr>
        <p:sp>
          <p:nvSpPr>
            <p:cNvPr id="419" name="Oval 418">
              <a:extLst>
                <a:ext uri="{FF2B5EF4-FFF2-40B4-BE49-F238E27FC236}">
                  <a16:creationId xmlns:a16="http://schemas.microsoft.com/office/drawing/2014/main" id="{219C1E05-0F1B-4452-B23B-EE8E39CD486F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20" name="Group 419">
              <a:extLst>
                <a:ext uri="{FF2B5EF4-FFF2-40B4-BE49-F238E27FC236}">
                  <a16:creationId xmlns:a16="http://schemas.microsoft.com/office/drawing/2014/main" id="{4257B84C-50F5-4FB1-89D4-424523828643}"/>
                </a:ext>
              </a:extLst>
            </p:cNvPr>
            <p:cNvGrpSpPr/>
            <p:nvPr userDrawn="1"/>
          </p:nvGrpSpPr>
          <p:grpSpPr>
            <a:xfrm>
              <a:off x="2661447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421" name="Line 56">
                <a:extLst>
                  <a:ext uri="{FF2B5EF4-FFF2-40B4-BE49-F238E27FC236}">
                    <a16:creationId xmlns:a16="http://schemas.microsoft.com/office/drawing/2014/main" id="{D27D2571-32AE-4429-AF3C-828A7DDF71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2" name="Line 57">
                <a:extLst>
                  <a:ext uri="{FF2B5EF4-FFF2-40B4-BE49-F238E27FC236}">
                    <a16:creationId xmlns:a16="http://schemas.microsoft.com/office/drawing/2014/main" id="{4625AA99-226B-4049-8D38-1B6511BDA7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3" name="Line 59">
                <a:extLst>
                  <a:ext uri="{FF2B5EF4-FFF2-40B4-BE49-F238E27FC236}">
                    <a16:creationId xmlns:a16="http://schemas.microsoft.com/office/drawing/2014/main" id="{E89D5AEA-948C-4B40-86B8-4833AD527E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450" name="DoubleArrow" hidden="1">
            <a:extLst>
              <a:ext uri="{FF2B5EF4-FFF2-40B4-BE49-F238E27FC236}">
                <a16:creationId xmlns:a16="http://schemas.microsoft.com/office/drawing/2014/main" id="{D8EAE1B9-242C-4245-8ABB-55AC63A710A7}"/>
              </a:ext>
            </a:extLst>
          </p:cNvPr>
          <p:cNvGrpSpPr/>
          <p:nvPr userDrawn="1"/>
        </p:nvGrpSpPr>
        <p:grpSpPr>
          <a:xfrm>
            <a:off x="3213535" y="4385066"/>
            <a:ext cx="220534" cy="115517"/>
            <a:chOff x="3213535" y="4609576"/>
            <a:chExt cx="220534" cy="115517"/>
          </a:xfrm>
        </p:grpSpPr>
        <p:sp>
          <p:nvSpPr>
            <p:cNvPr id="444" name="Line 56">
              <a:extLst>
                <a:ext uri="{FF2B5EF4-FFF2-40B4-BE49-F238E27FC236}">
                  <a16:creationId xmlns:a16="http://schemas.microsoft.com/office/drawing/2014/main" id="{6B08453B-3826-4319-AA35-9E19BE63CF3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3375785" y="4609051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5" name="Line 57">
              <a:extLst>
                <a:ext uri="{FF2B5EF4-FFF2-40B4-BE49-F238E27FC236}">
                  <a16:creationId xmlns:a16="http://schemas.microsoft.com/office/drawing/2014/main" id="{C008B8C4-B001-4B0C-BBC1-1AB464D4710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3375785" y="4666809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6" name="Line 59">
              <a:extLst>
                <a:ext uri="{FF2B5EF4-FFF2-40B4-BE49-F238E27FC236}">
                  <a16:creationId xmlns:a16="http://schemas.microsoft.com/office/drawing/2014/main" id="{F785F36B-C4FD-4C31-B2F4-7FC7DE534E6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3323802" y="4557068"/>
              <a:ext cx="0" cy="220533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7" name="Line 56">
              <a:extLst>
                <a:ext uri="{FF2B5EF4-FFF2-40B4-BE49-F238E27FC236}">
                  <a16:creationId xmlns:a16="http://schemas.microsoft.com/office/drawing/2014/main" id="{31830510-8559-448A-9B32-360B3AF05BF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rot="16200000" flipH="1" flipV="1">
              <a:off x="3214060" y="4609051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8" name="Line 57">
              <a:extLst>
                <a:ext uri="{FF2B5EF4-FFF2-40B4-BE49-F238E27FC236}">
                  <a16:creationId xmlns:a16="http://schemas.microsoft.com/office/drawing/2014/main" id="{4AF49A31-9252-4ED3-9E98-E38D877801F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rot="16200000" flipV="1">
              <a:off x="3214060" y="4666809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63" name="DoubleArrowWhite" hidden="1">
            <a:extLst>
              <a:ext uri="{FF2B5EF4-FFF2-40B4-BE49-F238E27FC236}">
                <a16:creationId xmlns:a16="http://schemas.microsoft.com/office/drawing/2014/main" id="{3ABE37EC-79A3-4E2F-8210-54E8CDD37B4C}"/>
              </a:ext>
            </a:extLst>
          </p:cNvPr>
          <p:cNvGrpSpPr/>
          <p:nvPr userDrawn="1"/>
        </p:nvGrpSpPr>
        <p:grpSpPr>
          <a:xfrm>
            <a:off x="3625077" y="4244710"/>
            <a:ext cx="396228" cy="396228"/>
            <a:chOff x="3625077" y="4244710"/>
            <a:chExt cx="396228" cy="396228"/>
          </a:xfrm>
          <a:solidFill>
            <a:schemeClr val="bg1"/>
          </a:solidFill>
        </p:grpSpPr>
        <p:sp>
          <p:nvSpPr>
            <p:cNvPr id="432" name="Oval 431">
              <a:extLst>
                <a:ext uri="{FF2B5EF4-FFF2-40B4-BE49-F238E27FC236}">
                  <a16:creationId xmlns:a16="http://schemas.microsoft.com/office/drawing/2014/main" id="{5918518C-8900-4C64-A92E-B5603F230788}"/>
                </a:ext>
              </a:extLst>
            </p:cNvPr>
            <p:cNvSpPr>
              <a:spLocks/>
            </p:cNvSpPr>
            <p:nvPr userDrawn="1"/>
          </p:nvSpPr>
          <p:spPr>
            <a:xfrm rot="5400000">
              <a:off x="3625077" y="424471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51" name="Group 450">
              <a:extLst>
                <a:ext uri="{FF2B5EF4-FFF2-40B4-BE49-F238E27FC236}">
                  <a16:creationId xmlns:a16="http://schemas.microsoft.com/office/drawing/2014/main" id="{866C5881-5153-4E21-B013-5A516E184B2C}"/>
                </a:ext>
              </a:extLst>
            </p:cNvPr>
            <p:cNvGrpSpPr/>
            <p:nvPr userDrawn="1"/>
          </p:nvGrpSpPr>
          <p:grpSpPr>
            <a:xfrm>
              <a:off x="3712924" y="4385066"/>
              <a:ext cx="220534" cy="115517"/>
              <a:chOff x="3213535" y="4609576"/>
              <a:chExt cx="220534" cy="115517"/>
            </a:xfrm>
            <a:grpFill/>
          </p:grpSpPr>
          <p:sp>
            <p:nvSpPr>
              <p:cNvPr id="452" name="Line 56">
                <a:extLst>
                  <a:ext uri="{FF2B5EF4-FFF2-40B4-BE49-F238E27FC236}">
                    <a16:creationId xmlns:a16="http://schemas.microsoft.com/office/drawing/2014/main" id="{649C447E-3E71-4C7C-A62B-27CF3B2B15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75785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3" name="Line 57">
                <a:extLst>
                  <a:ext uri="{FF2B5EF4-FFF2-40B4-BE49-F238E27FC236}">
                    <a16:creationId xmlns:a16="http://schemas.microsoft.com/office/drawing/2014/main" id="{64110E85-1561-4EDC-9916-6748492DE4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3375785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4" name="Line 59">
                <a:extLst>
                  <a:ext uri="{FF2B5EF4-FFF2-40B4-BE49-F238E27FC236}">
                    <a16:creationId xmlns:a16="http://schemas.microsoft.com/office/drawing/2014/main" id="{D39A4010-FEDF-4E0E-8492-0716F35E1D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23802" y="4557068"/>
                <a:ext cx="0" cy="220533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5" name="Line 56">
                <a:extLst>
                  <a:ext uri="{FF2B5EF4-FFF2-40B4-BE49-F238E27FC236}">
                    <a16:creationId xmlns:a16="http://schemas.microsoft.com/office/drawing/2014/main" id="{4A7A158C-0EFE-4D40-9C07-A8EE811D3F4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H="1" flipV="1">
                <a:off x="3214060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6" name="Line 57">
                <a:extLst>
                  <a:ext uri="{FF2B5EF4-FFF2-40B4-BE49-F238E27FC236}">
                    <a16:creationId xmlns:a16="http://schemas.microsoft.com/office/drawing/2014/main" id="{7ED0904F-5940-4C51-A8C9-33147180354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V="1">
                <a:off x="3214060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464" name="DoubleArrowBlue" hidden="1">
            <a:extLst>
              <a:ext uri="{FF2B5EF4-FFF2-40B4-BE49-F238E27FC236}">
                <a16:creationId xmlns:a16="http://schemas.microsoft.com/office/drawing/2014/main" id="{7E1DFD1E-758C-428A-9BB9-52845C1B80B4}"/>
              </a:ext>
            </a:extLst>
          </p:cNvPr>
          <p:cNvGrpSpPr/>
          <p:nvPr userDrawn="1"/>
        </p:nvGrpSpPr>
        <p:grpSpPr>
          <a:xfrm>
            <a:off x="4124466" y="4244710"/>
            <a:ext cx="396228" cy="396228"/>
            <a:chOff x="4124466" y="4244710"/>
            <a:chExt cx="396228" cy="396228"/>
          </a:xfrm>
          <a:solidFill>
            <a:schemeClr val="tx1"/>
          </a:solidFill>
        </p:grpSpPr>
        <p:sp>
          <p:nvSpPr>
            <p:cNvPr id="438" name="Oval 437">
              <a:extLst>
                <a:ext uri="{FF2B5EF4-FFF2-40B4-BE49-F238E27FC236}">
                  <a16:creationId xmlns:a16="http://schemas.microsoft.com/office/drawing/2014/main" id="{D43B777C-52CC-4D48-9B90-07F1C161A495}"/>
                </a:ext>
              </a:extLst>
            </p:cNvPr>
            <p:cNvSpPr>
              <a:spLocks/>
            </p:cNvSpPr>
            <p:nvPr userDrawn="1"/>
          </p:nvSpPr>
          <p:spPr>
            <a:xfrm rot="5400000">
              <a:off x="4124466" y="424471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57" name="Group 456">
              <a:extLst>
                <a:ext uri="{FF2B5EF4-FFF2-40B4-BE49-F238E27FC236}">
                  <a16:creationId xmlns:a16="http://schemas.microsoft.com/office/drawing/2014/main" id="{890EED57-E244-4781-993F-B5407609B370}"/>
                </a:ext>
              </a:extLst>
            </p:cNvPr>
            <p:cNvGrpSpPr/>
            <p:nvPr userDrawn="1"/>
          </p:nvGrpSpPr>
          <p:grpSpPr>
            <a:xfrm>
              <a:off x="4212313" y="4385066"/>
              <a:ext cx="220534" cy="115517"/>
              <a:chOff x="3213535" y="4609576"/>
              <a:chExt cx="220534" cy="115517"/>
            </a:xfrm>
            <a:grpFill/>
          </p:grpSpPr>
          <p:sp>
            <p:nvSpPr>
              <p:cNvPr id="458" name="Line 56">
                <a:extLst>
                  <a:ext uri="{FF2B5EF4-FFF2-40B4-BE49-F238E27FC236}">
                    <a16:creationId xmlns:a16="http://schemas.microsoft.com/office/drawing/2014/main" id="{01DE3768-0293-42BF-AAE5-490E416657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75785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9" name="Line 57">
                <a:extLst>
                  <a:ext uri="{FF2B5EF4-FFF2-40B4-BE49-F238E27FC236}">
                    <a16:creationId xmlns:a16="http://schemas.microsoft.com/office/drawing/2014/main" id="{C8C5CC6F-6445-44D1-A181-D4AFAD3181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3375785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60" name="Line 59">
                <a:extLst>
                  <a:ext uri="{FF2B5EF4-FFF2-40B4-BE49-F238E27FC236}">
                    <a16:creationId xmlns:a16="http://schemas.microsoft.com/office/drawing/2014/main" id="{63C1F4BE-D7B0-47D3-A517-BEF3087A11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23802" y="4557068"/>
                <a:ext cx="0" cy="220533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61" name="Line 56">
                <a:extLst>
                  <a:ext uri="{FF2B5EF4-FFF2-40B4-BE49-F238E27FC236}">
                    <a16:creationId xmlns:a16="http://schemas.microsoft.com/office/drawing/2014/main" id="{203302A7-6AA1-42F7-8851-43C88E5B820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H="1" flipV="1">
                <a:off x="3214060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62" name="Line 57">
                <a:extLst>
                  <a:ext uri="{FF2B5EF4-FFF2-40B4-BE49-F238E27FC236}">
                    <a16:creationId xmlns:a16="http://schemas.microsoft.com/office/drawing/2014/main" id="{4A80DF25-09D9-441D-B372-771EB84392F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V="1">
                <a:off x="3214060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533" name="PlusSign" hidden="1">
            <a:extLst>
              <a:ext uri="{FF2B5EF4-FFF2-40B4-BE49-F238E27FC236}">
                <a16:creationId xmlns:a16="http://schemas.microsoft.com/office/drawing/2014/main" id="{4549EAC5-AA56-4BE0-AD79-CDF901320BAB}"/>
              </a:ext>
            </a:extLst>
          </p:cNvPr>
          <p:cNvGrpSpPr/>
          <p:nvPr userDrawn="1"/>
        </p:nvGrpSpPr>
        <p:grpSpPr>
          <a:xfrm>
            <a:off x="7194634" y="3340361"/>
            <a:ext cx="211076" cy="207370"/>
            <a:chOff x="9884922" y="4691051"/>
            <a:chExt cx="211076" cy="207370"/>
          </a:xfrm>
        </p:grpSpPr>
        <p:sp>
          <p:nvSpPr>
            <p:cNvPr id="534" name="Line 41">
              <a:extLst>
                <a:ext uri="{FF2B5EF4-FFF2-40B4-BE49-F238E27FC236}">
                  <a16:creationId xmlns:a16="http://schemas.microsoft.com/office/drawing/2014/main" id="{C0219510-C9F5-4442-B9D9-FEB0C61833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90460" y="4691051"/>
              <a:ext cx="0" cy="20737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35" name="Line 42">
              <a:extLst>
                <a:ext uri="{FF2B5EF4-FFF2-40B4-BE49-F238E27FC236}">
                  <a16:creationId xmlns:a16="http://schemas.microsoft.com/office/drawing/2014/main" id="{C9858D1D-0885-4A41-AF89-065DCD55AE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84922" y="4794736"/>
              <a:ext cx="211076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54" name="PlusSignWhite" hidden="1">
            <a:extLst>
              <a:ext uri="{FF2B5EF4-FFF2-40B4-BE49-F238E27FC236}">
                <a16:creationId xmlns:a16="http://schemas.microsoft.com/office/drawing/2014/main" id="{CF89EC44-08F5-45A1-89B2-F388346DC997}"/>
              </a:ext>
            </a:extLst>
          </p:cNvPr>
          <p:cNvGrpSpPr/>
          <p:nvPr userDrawn="1"/>
        </p:nvGrpSpPr>
        <p:grpSpPr>
          <a:xfrm>
            <a:off x="7601447" y="3245932"/>
            <a:ext cx="396228" cy="396228"/>
            <a:chOff x="7601447" y="3245932"/>
            <a:chExt cx="396228" cy="396228"/>
          </a:xfrm>
          <a:solidFill>
            <a:schemeClr val="bg1"/>
          </a:solidFill>
        </p:grpSpPr>
        <p:sp>
          <p:nvSpPr>
            <p:cNvPr id="500" name="Oval 499">
              <a:extLst>
                <a:ext uri="{FF2B5EF4-FFF2-40B4-BE49-F238E27FC236}">
                  <a16:creationId xmlns:a16="http://schemas.microsoft.com/office/drawing/2014/main" id="{1253B479-0F8F-4409-8F5F-CC7C55B8D8B7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31" name="Group 530">
              <a:extLst>
                <a:ext uri="{FF2B5EF4-FFF2-40B4-BE49-F238E27FC236}">
                  <a16:creationId xmlns:a16="http://schemas.microsoft.com/office/drawing/2014/main" id="{8B2BAD3B-1973-4E5B-833D-94CF707C2677}"/>
                </a:ext>
              </a:extLst>
            </p:cNvPr>
            <p:cNvGrpSpPr/>
            <p:nvPr userDrawn="1"/>
          </p:nvGrpSpPr>
          <p:grpSpPr>
            <a:xfrm>
              <a:off x="7694023" y="3340361"/>
              <a:ext cx="211076" cy="207370"/>
              <a:chOff x="9884922" y="4691051"/>
              <a:chExt cx="211076" cy="207370"/>
            </a:xfrm>
            <a:grpFill/>
          </p:grpSpPr>
          <p:sp>
            <p:nvSpPr>
              <p:cNvPr id="281" name="Line 41">
                <a:extLst>
                  <a:ext uri="{FF2B5EF4-FFF2-40B4-BE49-F238E27FC236}">
                    <a16:creationId xmlns:a16="http://schemas.microsoft.com/office/drawing/2014/main" id="{74DC9063-F6CF-430D-B845-F4F3EA557E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90460" y="4691051"/>
                <a:ext cx="0" cy="20737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82" name="Line 42">
                <a:extLst>
                  <a:ext uri="{FF2B5EF4-FFF2-40B4-BE49-F238E27FC236}">
                    <a16:creationId xmlns:a16="http://schemas.microsoft.com/office/drawing/2014/main" id="{BFB31165-3C17-4F97-8D1B-5ABFE15799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84922" y="4794736"/>
                <a:ext cx="211076" cy="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555" name="PlusSignBlue" hidden="1">
            <a:extLst>
              <a:ext uri="{FF2B5EF4-FFF2-40B4-BE49-F238E27FC236}">
                <a16:creationId xmlns:a16="http://schemas.microsoft.com/office/drawing/2014/main" id="{0BCEA5A7-1BB1-473A-8A99-6200AC101E29}"/>
              </a:ext>
            </a:extLst>
          </p:cNvPr>
          <p:cNvGrpSpPr/>
          <p:nvPr userDrawn="1"/>
        </p:nvGrpSpPr>
        <p:grpSpPr>
          <a:xfrm>
            <a:off x="8100836" y="3245932"/>
            <a:ext cx="396228" cy="396228"/>
            <a:chOff x="8100836" y="3245932"/>
            <a:chExt cx="396228" cy="396228"/>
          </a:xfrm>
          <a:solidFill>
            <a:schemeClr val="accent2"/>
          </a:solidFill>
        </p:grpSpPr>
        <p:sp>
          <p:nvSpPr>
            <p:cNvPr id="506" name="Oval 505">
              <a:extLst>
                <a:ext uri="{FF2B5EF4-FFF2-40B4-BE49-F238E27FC236}">
                  <a16:creationId xmlns:a16="http://schemas.microsoft.com/office/drawing/2014/main" id="{E8FDED5E-218F-4C40-945B-37C1CDC2D20A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44" name="Group 543">
              <a:extLst>
                <a:ext uri="{FF2B5EF4-FFF2-40B4-BE49-F238E27FC236}">
                  <a16:creationId xmlns:a16="http://schemas.microsoft.com/office/drawing/2014/main" id="{A85E6A96-C09A-4086-B990-56A83AB24FB7}"/>
                </a:ext>
              </a:extLst>
            </p:cNvPr>
            <p:cNvGrpSpPr/>
            <p:nvPr userDrawn="1"/>
          </p:nvGrpSpPr>
          <p:grpSpPr>
            <a:xfrm>
              <a:off x="8193412" y="3340361"/>
              <a:ext cx="211076" cy="207370"/>
              <a:chOff x="9884922" y="4691051"/>
              <a:chExt cx="211076" cy="207370"/>
            </a:xfrm>
            <a:grpFill/>
          </p:grpSpPr>
          <p:sp>
            <p:nvSpPr>
              <p:cNvPr id="545" name="Line 41">
                <a:extLst>
                  <a:ext uri="{FF2B5EF4-FFF2-40B4-BE49-F238E27FC236}">
                    <a16:creationId xmlns:a16="http://schemas.microsoft.com/office/drawing/2014/main" id="{4E697264-B730-4939-89A1-01BC954E59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90460" y="4691051"/>
                <a:ext cx="0" cy="20737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46" name="Line 42">
                <a:extLst>
                  <a:ext uri="{FF2B5EF4-FFF2-40B4-BE49-F238E27FC236}">
                    <a16:creationId xmlns:a16="http://schemas.microsoft.com/office/drawing/2014/main" id="{B8209229-F20E-47FC-BABC-7F856BE328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84922" y="4794736"/>
                <a:ext cx="211076" cy="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8" name="DivisionSign" hidden="1">
            <a:extLst>
              <a:ext uri="{FF2B5EF4-FFF2-40B4-BE49-F238E27FC236}">
                <a16:creationId xmlns:a16="http://schemas.microsoft.com/office/drawing/2014/main" id="{127E2593-2CF1-47BB-87D4-D3FC929C3BBC}"/>
              </a:ext>
            </a:extLst>
          </p:cNvPr>
          <p:cNvGrpSpPr/>
          <p:nvPr userDrawn="1"/>
        </p:nvGrpSpPr>
        <p:grpSpPr>
          <a:xfrm>
            <a:off x="7220556" y="3877065"/>
            <a:ext cx="159233" cy="132738"/>
            <a:chOff x="7220556" y="3877065"/>
            <a:chExt cx="159233" cy="132738"/>
          </a:xfrm>
        </p:grpSpPr>
        <p:sp>
          <p:nvSpPr>
            <p:cNvPr id="537" name="Line 44">
              <a:extLst>
                <a:ext uri="{FF2B5EF4-FFF2-40B4-BE49-F238E27FC236}">
                  <a16:creationId xmlns:a16="http://schemas.microsoft.com/office/drawing/2014/main" id="{040A4712-9EAE-49E5-922B-013C3B22F32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220556" y="3943435"/>
              <a:ext cx="159233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38" name="Line 44">
              <a:extLst>
                <a:ext uri="{FF2B5EF4-FFF2-40B4-BE49-F238E27FC236}">
                  <a16:creationId xmlns:a16="http://schemas.microsoft.com/office/drawing/2014/main" id="{AA48AB3A-827F-4662-B02D-055FBFC78ECB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300173" y="3877065"/>
              <a:ext cx="0" cy="0"/>
            </a:xfrm>
            <a:prstGeom prst="line">
              <a:avLst/>
            </a:prstGeom>
            <a:solidFill>
              <a:schemeClr val="accent3"/>
            </a:solidFill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39" name="Line 44">
              <a:extLst>
                <a:ext uri="{FF2B5EF4-FFF2-40B4-BE49-F238E27FC236}">
                  <a16:creationId xmlns:a16="http://schemas.microsoft.com/office/drawing/2014/main" id="{E18D6863-804B-4B57-B232-BA5927AACBF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300173" y="4009803"/>
              <a:ext cx="0" cy="0"/>
            </a:xfrm>
            <a:prstGeom prst="line">
              <a:avLst/>
            </a:prstGeom>
            <a:solidFill>
              <a:schemeClr val="accent3"/>
            </a:solidFill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7" name="DivisionSignWhite" hidden="1">
            <a:extLst>
              <a:ext uri="{FF2B5EF4-FFF2-40B4-BE49-F238E27FC236}">
                <a16:creationId xmlns:a16="http://schemas.microsoft.com/office/drawing/2014/main" id="{2B9FFF55-19BA-4480-98EE-9D61D3BA8D1B}"/>
              </a:ext>
            </a:extLst>
          </p:cNvPr>
          <p:cNvGrpSpPr/>
          <p:nvPr userDrawn="1"/>
        </p:nvGrpSpPr>
        <p:grpSpPr>
          <a:xfrm>
            <a:off x="7601447" y="3745320"/>
            <a:ext cx="396228" cy="396228"/>
            <a:chOff x="7601447" y="3745320"/>
            <a:chExt cx="396228" cy="396228"/>
          </a:xfrm>
          <a:solidFill>
            <a:schemeClr val="bg1"/>
          </a:solidFill>
        </p:grpSpPr>
        <p:sp>
          <p:nvSpPr>
            <p:cNvPr id="512" name="Oval 511">
              <a:extLst>
                <a:ext uri="{FF2B5EF4-FFF2-40B4-BE49-F238E27FC236}">
                  <a16:creationId xmlns:a16="http://schemas.microsoft.com/office/drawing/2014/main" id="{EA760D56-5081-4757-BA3E-CD6AD6829783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374532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85" name="Line 44">
              <a:extLst>
                <a:ext uri="{FF2B5EF4-FFF2-40B4-BE49-F238E27FC236}">
                  <a16:creationId xmlns:a16="http://schemas.microsoft.com/office/drawing/2014/main" id="{4B1F19ED-9100-46F3-91B0-EA130A77BA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9945" y="3943435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6" name="Line 44">
              <a:extLst>
                <a:ext uri="{FF2B5EF4-FFF2-40B4-BE49-F238E27FC236}">
                  <a16:creationId xmlns:a16="http://schemas.microsoft.com/office/drawing/2014/main" id="{4B170E92-24B4-4E04-8132-07F94FE9ED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9562" y="3877065"/>
              <a:ext cx="0" cy="0"/>
            </a:xfrm>
            <a:prstGeom prst="line">
              <a:avLst/>
            </a:prstGeom>
            <a:grpFill/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7" name="Line 44">
              <a:extLst>
                <a:ext uri="{FF2B5EF4-FFF2-40B4-BE49-F238E27FC236}">
                  <a16:creationId xmlns:a16="http://schemas.microsoft.com/office/drawing/2014/main" id="{54BEADD6-EFA5-4FC3-8BCE-8C7907766F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9562" y="4009803"/>
              <a:ext cx="0" cy="0"/>
            </a:xfrm>
            <a:prstGeom prst="line">
              <a:avLst/>
            </a:prstGeom>
            <a:grpFill/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6" name="DivisionSignBlue" hidden="1">
            <a:extLst>
              <a:ext uri="{FF2B5EF4-FFF2-40B4-BE49-F238E27FC236}">
                <a16:creationId xmlns:a16="http://schemas.microsoft.com/office/drawing/2014/main" id="{5E62F941-8334-4B00-BABF-BDA2353532DA}"/>
              </a:ext>
            </a:extLst>
          </p:cNvPr>
          <p:cNvGrpSpPr/>
          <p:nvPr userDrawn="1"/>
        </p:nvGrpSpPr>
        <p:grpSpPr>
          <a:xfrm>
            <a:off x="8100836" y="3745320"/>
            <a:ext cx="396228" cy="396228"/>
            <a:chOff x="8100836" y="3745320"/>
            <a:chExt cx="396228" cy="396228"/>
          </a:xfrm>
          <a:solidFill>
            <a:schemeClr val="accent2"/>
          </a:solidFill>
        </p:grpSpPr>
        <p:sp>
          <p:nvSpPr>
            <p:cNvPr id="513" name="Oval 512">
              <a:extLst>
                <a:ext uri="{FF2B5EF4-FFF2-40B4-BE49-F238E27FC236}">
                  <a16:creationId xmlns:a16="http://schemas.microsoft.com/office/drawing/2014/main" id="{5E9DF3EF-B779-4E19-BA1D-FD1EC42723CF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374532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548" name="Line 44">
              <a:extLst>
                <a:ext uri="{FF2B5EF4-FFF2-40B4-BE49-F238E27FC236}">
                  <a16:creationId xmlns:a16="http://schemas.microsoft.com/office/drawing/2014/main" id="{A7125CCC-6317-44EF-A6E0-47A36E1D4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19334" y="3943435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49" name="Line 44">
              <a:extLst>
                <a:ext uri="{FF2B5EF4-FFF2-40B4-BE49-F238E27FC236}">
                  <a16:creationId xmlns:a16="http://schemas.microsoft.com/office/drawing/2014/main" id="{D892180A-815A-4E7C-AE22-FCAD7499E5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98951" y="3877065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50" name="Line 44">
              <a:extLst>
                <a:ext uri="{FF2B5EF4-FFF2-40B4-BE49-F238E27FC236}">
                  <a16:creationId xmlns:a16="http://schemas.microsoft.com/office/drawing/2014/main" id="{2E4398B0-02DF-47CC-BA42-8D8A997DE7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98951" y="4009803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40" name="EqualSign" hidden="1">
            <a:extLst>
              <a:ext uri="{FF2B5EF4-FFF2-40B4-BE49-F238E27FC236}">
                <a16:creationId xmlns:a16="http://schemas.microsoft.com/office/drawing/2014/main" id="{8FACBB98-73B7-47FC-BE9E-7D52815FDBB5}"/>
              </a:ext>
            </a:extLst>
          </p:cNvPr>
          <p:cNvGrpSpPr/>
          <p:nvPr userDrawn="1"/>
        </p:nvGrpSpPr>
        <p:grpSpPr>
          <a:xfrm>
            <a:off x="7220556" y="4909028"/>
            <a:ext cx="159233" cy="66370"/>
            <a:chOff x="10052352" y="5798217"/>
            <a:chExt cx="159233" cy="66370"/>
          </a:xfrm>
        </p:grpSpPr>
        <p:sp>
          <p:nvSpPr>
            <p:cNvPr id="541" name="Line 44">
              <a:extLst>
                <a:ext uri="{FF2B5EF4-FFF2-40B4-BE49-F238E27FC236}">
                  <a16:creationId xmlns:a16="http://schemas.microsoft.com/office/drawing/2014/main" id="{FBDD8AB6-8E3C-4502-993F-7E40413113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52352" y="5864587"/>
              <a:ext cx="159233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42" name="Line 44">
              <a:extLst>
                <a:ext uri="{FF2B5EF4-FFF2-40B4-BE49-F238E27FC236}">
                  <a16:creationId xmlns:a16="http://schemas.microsoft.com/office/drawing/2014/main" id="{B28F13C5-BAC8-41D7-AE60-F221BACC9D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52352" y="5798217"/>
              <a:ext cx="159233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60" name="EqualSignWhite" hidden="1">
            <a:extLst>
              <a:ext uri="{FF2B5EF4-FFF2-40B4-BE49-F238E27FC236}">
                <a16:creationId xmlns:a16="http://schemas.microsoft.com/office/drawing/2014/main" id="{A5B0BC82-9180-4E42-A533-1C6E03F58E20}"/>
              </a:ext>
            </a:extLst>
          </p:cNvPr>
          <p:cNvGrpSpPr/>
          <p:nvPr userDrawn="1"/>
        </p:nvGrpSpPr>
        <p:grpSpPr>
          <a:xfrm>
            <a:off x="7601447" y="4744099"/>
            <a:ext cx="396228" cy="396228"/>
            <a:chOff x="7601447" y="4744099"/>
            <a:chExt cx="396228" cy="396228"/>
          </a:xfrm>
          <a:solidFill>
            <a:schemeClr val="bg1"/>
          </a:solidFill>
        </p:grpSpPr>
        <p:sp>
          <p:nvSpPr>
            <p:cNvPr id="524" name="Oval 523">
              <a:extLst>
                <a:ext uri="{FF2B5EF4-FFF2-40B4-BE49-F238E27FC236}">
                  <a16:creationId xmlns:a16="http://schemas.microsoft.com/office/drawing/2014/main" id="{C074CE03-7491-43AF-88DD-7C37B3EBA777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29" name="Group 528">
              <a:extLst>
                <a:ext uri="{FF2B5EF4-FFF2-40B4-BE49-F238E27FC236}">
                  <a16:creationId xmlns:a16="http://schemas.microsoft.com/office/drawing/2014/main" id="{F9EFC8D0-E234-40B0-91B9-9B3BC0FB890A}"/>
                </a:ext>
              </a:extLst>
            </p:cNvPr>
            <p:cNvGrpSpPr/>
            <p:nvPr userDrawn="1"/>
          </p:nvGrpSpPr>
          <p:grpSpPr>
            <a:xfrm>
              <a:off x="7719945" y="4909028"/>
              <a:ext cx="159233" cy="66370"/>
              <a:chOff x="10052352" y="5798217"/>
              <a:chExt cx="159233" cy="66370"/>
            </a:xfrm>
            <a:grpFill/>
          </p:grpSpPr>
          <p:sp>
            <p:nvSpPr>
              <p:cNvPr id="294" name="Line 44">
                <a:extLst>
                  <a:ext uri="{FF2B5EF4-FFF2-40B4-BE49-F238E27FC236}">
                    <a16:creationId xmlns:a16="http://schemas.microsoft.com/office/drawing/2014/main" id="{F0F2B96D-E390-45E2-B380-D8F593FD0D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86458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95" name="Line 44">
                <a:extLst>
                  <a:ext uri="{FF2B5EF4-FFF2-40B4-BE49-F238E27FC236}">
                    <a16:creationId xmlns:a16="http://schemas.microsoft.com/office/drawing/2014/main" id="{1949A518-178C-4A27-8258-7B1BAD8005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79821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558" name="EqualSignBlue" hidden="1">
            <a:extLst>
              <a:ext uri="{FF2B5EF4-FFF2-40B4-BE49-F238E27FC236}">
                <a16:creationId xmlns:a16="http://schemas.microsoft.com/office/drawing/2014/main" id="{4084A8A2-730B-4CB4-BD6D-9C34AAB07CDD}"/>
              </a:ext>
            </a:extLst>
          </p:cNvPr>
          <p:cNvGrpSpPr/>
          <p:nvPr userDrawn="1"/>
        </p:nvGrpSpPr>
        <p:grpSpPr>
          <a:xfrm>
            <a:off x="8100836" y="4744099"/>
            <a:ext cx="396228" cy="396228"/>
            <a:chOff x="8100836" y="4744099"/>
            <a:chExt cx="396228" cy="396228"/>
          </a:xfrm>
          <a:solidFill>
            <a:schemeClr val="accent2"/>
          </a:solidFill>
        </p:grpSpPr>
        <p:sp>
          <p:nvSpPr>
            <p:cNvPr id="525" name="Oval 524">
              <a:extLst>
                <a:ext uri="{FF2B5EF4-FFF2-40B4-BE49-F238E27FC236}">
                  <a16:creationId xmlns:a16="http://schemas.microsoft.com/office/drawing/2014/main" id="{B1F8505F-6C4F-44DD-90E8-CE2EE23BC40D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51" name="Group 550">
              <a:extLst>
                <a:ext uri="{FF2B5EF4-FFF2-40B4-BE49-F238E27FC236}">
                  <a16:creationId xmlns:a16="http://schemas.microsoft.com/office/drawing/2014/main" id="{A386F1C4-358C-4112-9940-F244183FD730}"/>
                </a:ext>
              </a:extLst>
            </p:cNvPr>
            <p:cNvGrpSpPr/>
            <p:nvPr userDrawn="1"/>
          </p:nvGrpSpPr>
          <p:grpSpPr>
            <a:xfrm>
              <a:off x="8219334" y="4909028"/>
              <a:ext cx="159233" cy="66370"/>
              <a:chOff x="10052352" y="5798217"/>
              <a:chExt cx="159233" cy="66370"/>
            </a:xfrm>
            <a:grpFill/>
          </p:grpSpPr>
          <p:sp>
            <p:nvSpPr>
              <p:cNvPr id="552" name="Line 44">
                <a:extLst>
                  <a:ext uri="{FF2B5EF4-FFF2-40B4-BE49-F238E27FC236}">
                    <a16:creationId xmlns:a16="http://schemas.microsoft.com/office/drawing/2014/main" id="{BC994C33-9755-4465-BAC3-8345CE3DA1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86458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53" name="Line 44">
                <a:extLst>
                  <a:ext uri="{FF2B5EF4-FFF2-40B4-BE49-F238E27FC236}">
                    <a16:creationId xmlns:a16="http://schemas.microsoft.com/office/drawing/2014/main" id="{987FB51E-5838-4460-B101-9C7951D030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79821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532" name="MinusSign" hidden="1">
            <a:extLst>
              <a:ext uri="{FF2B5EF4-FFF2-40B4-BE49-F238E27FC236}">
                <a16:creationId xmlns:a16="http://schemas.microsoft.com/office/drawing/2014/main" id="{DE06822A-4668-4996-86BA-956CB6CECE7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220556" y="5441602"/>
            <a:ext cx="159233" cy="0"/>
          </a:xfrm>
          <a:prstGeom prst="line">
            <a:avLst/>
          </a:prstGeom>
          <a:solidFill>
            <a:schemeClr val="accent3"/>
          </a:solidFill>
          <a:ln w="6350" cap="rnd">
            <a:solidFill>
              <a:schemeClr val="accent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561" name="MinusSignWhite" hidden="1">
            <a:extLst>
              <a:ext uri="{FF2B5EF4-FFF2-40B4-BE49-F238E27FC236}">
                <a16:creationId xmlns:a16="http://schemas.microsoft.com/office/drawing/2014/main" id="{F7DA4D8C-36F2-49B8-B973-DDAFC645E476}"/>
              </a:ext>
            </a:extLst>
          </p:cNvPr>
          <p:cNvGrpSpPr/>
          <p:nvPr userDrawn="1"/>
        </p:nvGrpSpPr>
        <p:grpSpPr>
          <a:xfrm>
            <a:off x="7601447" y="5243488"/>
            <a:ext cx="396228" cy="396228"/>
            <a:chOff x="7601447" y="5243488"/>
            <a:chExt cx="396228" cy="396228"/>
          </a:xfrm>
          <a:solidFill>
            <a:schemeClr val="bg1"/>
          </a:solidFill>
        </p:grpSpPr>
        <p:sp>
          <p:nvSpPr>
            <p:cNvPr id="526" name="Oval 525">
              <a:extLst>
                <a:ext uri="{FF2B5EF4-FFF2-40B4-BE49-F238E27FC236}">
                  <a16:creationId xmlns:a16="http://schemas.microsoft.com/office/drawing/2014/main" id="{1BF6B12B-AED2-4C2F-ABCB-B2646C4D477C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78" name="Line 44">
              <a:extLst>
                <a:ext uri="{FF2B5EF4-FFF2-40B4-BE49-F238E27FC236}">
                  <a16:creationId xmlns:a16="http://schemas.microsoft.com/office/drawing/2014/main" id="{BAEC7FD7-DCD6-42D2-AFFF-22420FF746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9945" y="5441602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59" name="MinusSignBlue" hidden="1">
            <a:extLst>
              <a:ext uri="{FF2B5EF4-FFF2-40B4-BE49-F238E27FC236}">
                <a16:creationId xmlns:a16="http://schemas.microsoft.com/office/drawing/2014/main" id="{91F13460-73AA-4435-9D7C-4308BD46CC49}"/>
              </a:ext>
            </a:extLst>
          </p:cNvPr>
          <p:cNvGrpSpPr/>
          <p:nvPr userDrawn="1"/>
        </p:nvGrpSpPr>
        <p:grpSpPr>
          <a:xfrm>
            <a:off x="8100836" y="5243488"/>
            <a:ext cx="396228" cy="396228"/>
            <a:chOff x="8100836" y="5243488"/>
            <a:chExt cx="396228" cy="396228"/>
          </a:xfrm>
          <a:solidFill>
            <a:schemeClr val="accent2"/>
          </a:solidFill>
        </p:grpSpPr>
        <p:sp>
          <p:nvSpPr>
            <p:cNvPr id="527" name="Oval 526">
              <a:extLst>
                <a:ext uri="{FF2B5EF4-FFF2-40B4-BE49-F238E27FC236}">
                  <a16:creationId xmlns:a16="http://schemas.microsoft.com/office/drawing/2014/main" id="{361919CD-6F79-4579-9EA9-C35DC186131D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543" name="Line 44">
              <a:extLst>
                <a:ext uri="{FF2B5EF4-FFF2-40B4-BE49-F238E27FC236}">
                  <a16:creationId xmlns:a16="http://schemas.microsoft.com/office/drawing/2014/main" id="{245FAA86-00FC-4C71-8721-59C67DAB0EB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219334" y="5441602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27" name="Asterisk" hidden="1">
            <a:extLst>
              <a:ext uri="{FF2B5EF4-FFF2-40B4-BE49-F238E27FC236}">
                <a16:creationId xmlns:a16="http://schemas.microsoft.com/office/drawing/2014/main" id="{91AF7B05-5D0E-4617-9BCF-EDAAA44A450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570797" y="3817434"/>
            <a:ext cx="252000" cy="252000"/>
            <a:chOff x="4615598" y="8751036"/>
            <a:chExt cx="360000" cy="360000"/>
          </a:xfrm>
          <a:solidFill>
            <a:schemeClr val="accent2"/>
          </a:solidFill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15B22C-899F-4EF1-835C-22637613B9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5598" y="8751036"/>
              <a:ext cx="0" cy="360000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07744C2D-AB2B-47CD-B7F3-FAA6646DA79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795598" y="8751036"/>
              <a:ext cx="0" cy="360000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0F8C6304-E54B-4868-8A58-04F035562A96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4668319" y="8803757"/>
              <a:ext cx="254558" cy="254558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4277E7C9-4451-4291-9CD3-43D72ECF6EF2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4668319" y="8803757"/>
              <a:ext cx="254558" cy="254558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AsteriskWhite" hidden="1">
            <a:extLst>
              <a:ext uri="{FF2B5EF4-FFF2-40B4-BE49-F238E27FC236}">
                <a16:creationId xmlns:a16="http://schemas.microsoft.com/office/drawing/2014/main" id="{2359EEEB-EDE0-42E9-AE4E-4905181B4C02}"/>
              </a:ext>
            </a:extLst>
          </p:cNvPr>
          <p:cNvGrpSpPr/>
          <p:nvPr userDrawn="1"/>
        </p:nvGrpSpPr>
        <p:grpSpPr>
          <a:xfrm>
            <a:off x="5998072" y="3745320"/>
            <a:ext cx="396228" cy="396228"/>
            <a:chOff x="5998072" y="3745320"/>
            <a:chExt cx="396228" cy="396228"/>
          </a:xfrm>
          <a:solidFill>
            <a:schemeClr val="bg1"/>
          </a:solidFill>
        </p:grpSpPr>
        <p:sp>
          <p:nvSpPr>
            <p:cNvPr id="518" name="Oval 517">
              <a:extLst>
                <a:ext uri="{FF2B5EF4-FFF2-40B4-BE49-F238E27FC236}">
                  <a16:creationId xmlns:a16="http://schemas.microsoft.com/office/drawing/2014/main" id="{6D8EFC5F-6F2A-420C-930C-58BE9326AA09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374532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94" name="Group 393">
              <a:extLst>
                <a:ext uri="{FF2B5EF4-FFF2-40B4-BE49-F238E27FC236}">
                  <a16:creationId xmlns:a16="http://schemas.microsoft.com/office/drawing/2014/main" id="{79282164-8339-4054-8C1D-AAF5C1CD0E46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070186" y="3817434"/>
              <a:ext cx="252000" cy="252000"/>
              <a:chOff x="4615598" y="8751036"/>
              <a:chExt cx="360000" cy="360000"/>
            </a:xfrm>
            <a:grpFill/>
          </p:grpSpPr>
          <p:cxnSp>
            <p:nvCxnSpPr>
              <p:cNvPr id="404" name="Straight Connector 403">
                <a:extLst>
                  <a:ext uri="{FF2B5EF4-FFF2-40B4-BE49-F238E27FC236}">
                    <a16:creationId xmlns:a16="http://schemas.microsoft.com/office/drawing/2014/main" id="{BFF3B25A-F787-4B97-886D-2BC4AFF04DB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5" name="Straight Connector 404">
                <a:extLst>
                  <a:ext uri="{FF2B5EF4-FFF2-40B4-BE49-F238E27FC236}">
                    <a16:creationId xmlns:a16="http://schemas.microsoft.com/office/drawing/2014/main" id="{2977569C-37BB-4E57-8166-E21C637BE7F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4" name="Straight Connector 423">
                <a:extLst>
                  <a:ext uri="{FF2B5EF4-FFF2-40B4-BE49-F238E27FC236}">
                    <a16:creationId xmlns:a16="http://schemas.microsoft.com/office/drawing/2014/main" id="{C98D1B4C-A909-4C4B-BF70-294A9E1AF9B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5" name="Straight Connector 424">
                <a:extLst>
                  <a:ext uri="{FF2B5EF4-FFF2-40B4-BE49-F238E27FC236}">
                    <a16:creationId xmlns:a16="http://schemas.microsoft.com/office/drawing/2014/main" id="{5DD1F894-22D5-4806-B1E3-0710D905B1E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1" name="AsteriskBlue" hidden="1">
            <a:extLst>
              <a:ext uri="{FF2B5EF4-FFF2-40B4-BE49-F238E27FC236}">
                <a16:creationId xmlns:a16="http://schemas.microsoft.com/office/drawing/2014/main" id="{A958E321-8D14-476D-BA45-D31EB422D889}"/>
              </a:ext>
            </a:extLst>
          </p:cNvPr>
          <p:cNvGrpSpPr/>
          <p:nvPr userDrawn="1"/>
        </p:nvGrpSpPr>
        <p:grpSpPr>
          <a:xfrm>
            <a:off x="6497461" y="3745320"/>
            <a:ext cx="396228" cy="396228"/>
            <a:chOff x="6497461" y="3745320"/>
            <a:chExt cx="396228" cy="396228"/>
          </a:xfrm>
          <a:solidFill>
            <a:schemeClr val="accent1"/>
          </a:solidFill>
        </p:grpSpPr>
        <p:sp>
          <p:nvSpPr>
            <p:cNvPr id="519" name="Oval 518">
              <a:extLst>
                <a:ext uri="{FF2B5EF4-FFF2-40B4-BE49-F238E27FC236}">
                  <a16:creationId xmlns:a16="http://schemas.microsoft.com/office/drawing/2014/main" id="{9EBE7062-1F2B-4D34-AF3D-ECBD9A0F870E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3745320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26" name="Group 425">
              <a:extLst>
                <a:ext uri="{FF2B5EF4-FFF2-40B4-BE49-F238E27FC236}">
                  <a16:creationId xmlns:a16="http://schemas.microsoft.com/office/drawing/2014/main" id="{B3F4CA77-10F2-4E33-A4F1-BE1EF7A85D9F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569575" y="3817434"/>
              <a:ext cx="252000" cy="252000"/>
              <a:chOff x="4615598" y="8751036"/>
              <a:chExt cx="360000" cy="360000"/>
            </a:xfrm>
            <a:grpFill/>
          </p:grpSpPr>
          <p:cxnSp>
            <p:nvCxnSpPr>
              <p:cNvPr id="427" name="Straight Connector 426">
                <a:extLst>
                  <a:ext uri="{FF2B5EF4-FFF2-40B4-BE49-F238E27FC236}">
                    <a16:creationId xmlns:a16="http://schemas.microsoft.com/office/drawing/2014/main" id="{52F87DBC-B2BF-482D-941B-E8E938CE58B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8" name="Straight Connector 427">
                <a:extLst>
                  <a:ext uri="{FF2B5EF4-FFF2-40B4-BE49-F238E27FC236}">
                    <a16:creationId xmlns:a16="http://schemas.microsoft.com/office/drawing/2014/main" id="{7EC6B4FF-6100-42F6-B18B-CD04F7445AC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9" name="Straight Connector 428">
                <a:extLst>
                  <a:ext uri="{FF2B5EF4-FFF2-40B4-BE49-F238E27FC236}">
                    <a16:creationId xmlns:a16="http://schemas.microsoft.com/office/drawing/2014/main" id="{A780AD65-6D81-4E6F-A7F2-EF456D8E186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" name="Straight Connector 429">
                <a:extLst>
                  <a:ext uri="{FF2B5EF4-FFF2-40B4-BE49-F238E27FC236}">
                    <a16:creationId xmlns:a16="http://schemas.microsoft.com/office/drawing/2014/main" id="{75FF65FA-96A3-4EBA-97A4-EA00F1BF77D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QuotationMarks" hidden="1">
            <a:extLst>
              <a:ext uri="{FF2B5EF4-FFF2-40B4-BE49-F238E27FC236}">
                <a16:creationId xmlns:a16="http://schemas.microsoft.com/office/drawing/2014/main" id="{8939EC80-B353-4EBC-9343-27DB960B0C2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552390" y="4868069"/>
            <a:ext cx="288816" cy="148288"/>
            <a:chOff x="5223110" y="5455799"/>
            <a:chExt cx="377575" cy="193859"/>
          </a:xfrm>
          <a:solidFill>
            <a:schemeClr val="accent1"/>
          </a:solidFill>
        </p:grpSpPr>
        <p:grpSp>
          <p:nvGrpSpPr>
            <p:cNvPr id="268" name="Group 267">
              <a:extLst>
                <a:ext uri="{FF2B5EF4-FFF2-40B4-BE49-F238E27FC236}">
                  <a16:creationId xmlns:a16="http://schemas.microsoft.com/office/drawing/2014/main" id="{1B794894-2187-4A03-94CE-07DF50AFC2CE}"/>
                </a:ext>
              </a:extLst>
            </p:cNvPr>
            <p:cNvGrpSpPr/>
            <p:nvPr userDrawn="1"/>
          </p:nvGrpSpPr>
          <p:grpSpPr>
            <a:xfrm>
              <a:off x="5223110" y="5455799"/>
              <a:ext cx="171228" cy="95155"/>
              <a:chOff x="3128963" y="4700588"/>
              <a:chExt cx="1068387" cy="593725"/>
            </a:xfrm>
            <a:grpFill/>
          </p:grpSpPr>
          <p:sp>
            <p:nvSpPr>
              <p:cNvPr id="269" name="Freeform 12">
                <a:extLst>
                  <a:ext uri="{FF2B5EF4-FFF2-40B4-BE49-F238E27FC236}">
                    <a16:creationId xmlns:a16="http://schemas.microsoft.com/office/drawing/2014/main" id="{54D57132-C44E-4020-9EE5-4B77AA658A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7925" y="4700588"/>
                <a:ext cx="479425" cy="593725"/>
              </a:xfrm>
              <a:custGeom>
                <a:avLst/>
                <a:gdLst>
                  <a:gd name="T0" fmla="*/ 302 w 302"/>
                  <a:gd name="T1" fmla="*/ 374 h 374"/>
                  <a:gd name="T2" fmla="*/ 0 w 302"/>
                  <a:gd name="T3" fmla="*/ 374 h 374"/>
                  <a:gd name="T4" fmla="*/ 0 w 302"/>
                  <a:gd name="T5" fmla="*/ 123 h 374"/>
                  <a:gd name="T6" fmla="*/ 152 w 302"/>
                  <a:gd name="T7" fmla="*/ 0 h 374"/>
                  <a:gd name="T8" fmla="*/ 152 w 302"/>
                  <a:gd name="T9" fmla="*/ 103 h 374"/>
                  <a:gd name="T10" fmla="*/ 302 w 302"/>
                  <a:gd name="T11" fmla="*/ 103 h 374"/>
                  <a:gd name="T12" fmla="*/ 302 w 302"/>
                  <a:gd name="T13" fmla="*/ 374 h 374"/>
                  <a:gd name="T14" fmla="*/ 302 w 302"/>
                  <a:gd name="T15" fmla="*/ 374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302" y="374"/>
                    </a:moveTo>
                    <a:lnTo>
                      <a:pt x="0" y="374"/>
                    </a:lnTo>
                    <a:lnTo>
                      <a:pt x="0" y="123"/>
                    </a:lnTo>
                    <a:lnTo>
                      <a:pt x="152" y="0"/>
                    </a:lnTo>
                    <a:lnTo>
                      <a:pt x="152" y="103"/>
                    </a:lnTo>
                    <a:lnTo>
                      <a:pt x="302" y="103"/>
                    </a:lnTo>
                    <a:lnTo>
                      <a:pt x="302" y="374"/>
                    </a:lnTo>
                    <a:lnTo>
                      <a:pt x="302" y="37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0" name="Freeform 13">
                <a:extLst>
                  <a:ext uri="{FF2B5EF4-FFF2-40B4-BE49-F238E27FC236}">
                    <a16:creationId xmlns:a16="http://schemas.microsoft.com/office/drawing/2014/main" id="{DDDB8164-7220-4AEC-910F-B8C0D16D0A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8963" y="4700588"/>
                <a:ext cx="479425" cy="593725"/>
              </a:xfrm>
              <a:custGeom>
                <a:avLst/>
                <a:gdLst>
                  <a:gd name="T0" fmla="*/ 302 w 302"/>
                  <a:gd name="T1" fmla="*/ 374 h 374"/>
                  <a:gd name="T2" fmla="*/ 0 w 302"/>
                  <a:gd name="T3" fmla="*/ 374 h 374"/>
                  <a:gd name="T4" fmla="*/ 0 w 302"/>
                  <a:gd name="T5" fmla="*/ 123 h 374"/>
                  <a:gd name="T6" fmla="*/ 152 w 302"/>
                  <a:gd name="T7" fmla="*/ 0 h 374"/>
                  <a:gd name="T8" fmla="*/ 152 w 302"/>
                  <a:gd name="T9" fmla="*/ 103 h 374"/>
                  <a:gd name="T10" fmla="*/ 302 w 302"/>
                  <a:gd name="T11" fmla="*/ 103 h 374"/>
                  <a:gd name="T12" fmla="*/ 302 w 302"/>
                  <a:gd name="T13" fmla="*/ 374 h 374"/>
                  <a:gd name="T14" fmla="*/ 302 w 302"/>
                  <a:gd name="T15" fmla="*/ 374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302" y="374"/>
                    </a:moveTo>
                    <a:lnTo>
                      <a:pt x="0" y="374"/>
                    </a:lnTo>
                    <a:lnTo>
                      <a:pt x="0" y="123"/>
                    </a:lnTo>
                    <a:lnTo>
                      <a:pt x="152" y="0"/>
                    </a:lnTo>
                    <a:lnTo>
                      <a:pt x="152" y="103"/>
                    </a:lnTo>
                    <a:lnTo>
                      <a:pt x="302" y="103"/>
                    </a:lnTo>
                    <a:lnTo>
                      <a:pt x="302" y="374"/>
                    </a:lnTo>
                    <a:lnTo>
                      <a:pt x="302" y="37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id="{1722420D-6BB8-4B94-8B0F-A8A5A3E2025B}"/>
                </a:ext>
              </a:extLst>
            </p:cNvPr>
            <p:cNvGrpSpPr/>
            <p:nvPr userDrawn="1"/>
          </p:nvGrpSpPr>
          <p:grpSpPr>
            <a:xfrm>
              <a:off x="5429457" y="5554503"/>
              <a:ext cx="171228" cy="95155"/>
              <a:chOff x="4941888" y="5127625"/>
              <a:chExt cx="1068387" cy="593725"/>
            </a:xfrm>
            <a:grpFill/>
          </p:grpSpPr>
          <p:sp>
            <p:nvSpPr>
              <p:cNvPr id="274" name="Freeform 14">
                <a:extLst>
                  <a:ext uri="{FF2B5EF4-FFF2-40B4-BE49-F238E27FC236}">
                    <a16:creationId xmlns:a16="http://schemas.microsoft.com/office/drawing/2014/main" id="{F8AE064C-4840-4D24-A05F-19D8BA77EC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1888" y="5127625"/>
                <a:ext cx="479425" cy="593725"/>
              </a:xfrm>
              <a:custGeom>
                <a:avLst/>
                <a:gdLst>
                  <a:gd name="T0" fmla="*/ 0 w 302"/>
                  <a:gd name="T1" fmla="*/ 0 h 374"/>
                  <a:gd name="T2" fmla="*/ 302 w 302"/>
                  <a:gd name="T3" fmla="*/ 0 h 374"/>
                  <a:gd name="T4" fmla="*/ 302 w 302"/>
                  <a:gd name="T5" fmla="*/ 251 h 374"/>
                  <a:gd name="T6" fmla="*/ 152 w 302"/>
                  <a:gd name="T7" fmla="*/ 374 h 374"/>
                  <a:gd name="T8" fmla="*/ 152 w 302"/>
                  <a:gd name="T9" fmla="*/ 268 h 374"/>
                  <a:gd name="T10" fmla="*/ 0 w 302"/>
                  <a:gd name="T11" fmla="*/ 268 h 374"/>
                  <a:gd name="T12" fmla="*/ 0 w 302"/>
                  <a:gd name="T13" fmla="*/ 0 h 374"/>
                  <a:gd name="T14" fmla="*/ 0 w 302"/>
                  <a:gd name="T1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0" y="0"/>
                    </a:moveTo>
                    <a:lnTo>
                      <a:pt x="302" y="0"/>
                    </a:lnTo>
                    <a:lnTo>
                      <a:pt x="302" y="251"/>
                    </a:lnTo>
                    <a:lnTo>
                      <a:pt x="152" y="374"/>
                    </a:lnTo>
                    <a:lnTo>
                      <a:pt x="152" y="268"/>
                    </a:lnTo>
                    <a:lnTo>
                      <a:pt x="0" y="268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6" name="Freeform 15">
                <a:extLst>
                  <a:ext uri="{FF2B5EF4-FFF2-40B4-BE49-F238E27FC236}">
                    <a16:creationId xmlns:a16="http://schemas.microsoft.com/office/drawing/2014/main" id="{C4FEB4BE-C09E-4C4E-B7D0-9A07162920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30850" y="5127625"/>
                <a:ext cx="479425" cy="593725"/>
              </a:xfrm>
              <a:custGeom>
                <a:avLst/>
                <a:gdLst>
                  <a:gd name="T0" fmla="*/ 0 w 302"/>
                  <a:gd name="T1" fmla="*/ 0 h 374"/>
                  <a:gd name="T2" fmla="*/ 302 w 302"/>
                  <a:gd name="T3" fmla="*/ 0 h 374"/>
                  <a:gd name="T4" fmla="*/ 302 w 302"/>
                  <a:gd name="T5" fmla="*/ 251 h 374"/>
                  <a:gd name="T6" fmla="*/ 152 w 302"/>
                  <a:gd name="T7" fmla="*/ 374 h 374"/>
                  <a:gd name="T8" fmla="*/ 152 w 302"/>
                  <a:gd name="T9" fmla="*/ 268 h 374"/>
                  <a:gd name="T10" fmla="*/ 0 w 302"/>
                  <a:gd name="T11" fmla="*/ 268 h 374"/>
                  <a:gd name="T12" fmla="*/ 0 w 302"/>
                  <a:gd name="T13" fmla="*/ 0 h 374"/>
                  <a:gd name="T14" fmla="*/ 0 w 302"/>
                  <a:gd name="T1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0" y="0"/>
                    </a:moveTo>
                    <a:lnTo>
                      <a:pt x="302" y="0"/>
                    </a:lnTo>
                    <a:lnTo>
                      <a:pt x="302" y="251"/>
                    </a:lnTo>
                    <a:lnTo>
                      <a:pt x="152" y="374"/>
                    </a:lnTo>
                    <a:lnTo>
                      <a:pt x="152" y="268"/>
                    </a:lnTo>
                    <a:lnTo>
                      <a:pt x="0" y="268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2" name="QuotationMarksWhite" hidden="1">
            <a:extLst>
              <a:ext uri="{FF2B5EF4-FFF2-40B4-BE49-F238E27FC236}">
                <a16:creationId xmlns:a16="http://schemas.microsoft.com/office/drawing/2014/main" id="{EDDEE52E-DC3C-4D5A-8E19-06C354CFE27F}"/>
              </a:ext>
            </a:extLst>
          </p:cNvPr>
          <p:cNvGrpSpPr/>
          <p:nvPr userDrawn="1"/>
        </p:nvGrpSpPr>
        <p:grpSpPr>
          <a:xfrm>
            <a:off x="5998072" y="4744099"/>
            <a:ext cx="396228" cy="396228"/>
            <a:chOff x="5998072" y="5988699"/>
            <a:chExt cx="396228" cy="396228"/>
          </a:xfrm>
          <a:solidFill>
            <a:schemeClr val="accent1"/>
          </a:solidFill>
        </p:grpSpPr>
        <p:sp>
          <p:nvSpPr>
            <p:cNvPr id="311" name="Oval 310">
              <a:extLst>
                <a:ext uri="{FF2B5EF4-FFF2-40B4-BE49-F238E27FC236}">
                  <a16:creationId xmlns:a16="http://schemas.microsoft.com/office/drawing/2014/main" id="{5C5C4DC1-12D8-4A58-9AB8-3EAE82223AA2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5988699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13" name="Group 312">
              <a:extLst>
                <a:ext uri="{FF2B5EF4-FFF2-40B4-BE49-F238E27FC236}">
                  <a16:creationId xmlns:a16="http://schemas.microsoft.com/office/drawing/2014/main" id="{799C01D1-BB09-48C9-8ACD-92C9EC662173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051778" y="6112669"/>
              <a:ext cx="288816" cy="148288"/>
              <a:chOff x="5223110" y="5455799"/>
              <a:chExt cx="377575" cy="193859"/>
            </a:xfrm>
            <a:grpFill/>
          </p:grpSpPr>
          <p:grpSp>
            <p:nvGrpSpPr>
              <p:cNvPr id="314" name="Group 313">
                <a:extLst>
                  <a:ext uri="{FF2B5EF4-FFF2-40B4-BE49-F238E27FC236}">
                    <a16:creationId xmlns:a16="http://schemas.microsoft.com/office/drawing/2014/main" id="{070882FD-1DCB-4A6E-A0DF-761D78B88145}"/>
                  </a:ext>
                </a:extLst>
              </p:cNvPr>
              <p:cNvGrpSpPr/>
              <p:nvPr userDrawn="1"/>
            </p:nvGrpSpPr>
            <p:grpSpPr>
              <a:xfrm>
                <a:off x="5223110" y="5455799"/>
                <a:ext cx="171228" cy="95155"/>
                <a:chOff x="3128963" y="4700588"/>
                <a:chExt cx="1068387" cy="593725"/>
              </a:xfrm>
              <a:grpFill/>
            </p:grpSpPr>
            <p:sp>
              <p:nvSpPr>
                <p:cNvPr id="318" name="Freeform 12">
                  <a:extLst>
                    <a:ext uri="{FF2B5EF4-FFF2-40B4-BE49-F238E27FC236}">
                      <a16:creationId xmlns:a16="http://schemas.microsoft.com/office/drawing/2014/main" id="{EBF04BDB-818E-4273-9C39-CCCC49E71C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17925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9" name="Freeform 13">
                  <a:extLst>
                    <a:ext uri="{FF2B5EF4-FFF2-40B4-BE49-F238E27FC236}">
                      <a16:creationId xmlns:a16="http://schemas.microsoft.com/office/drawing/2014/main" id="{DAE6122D-D410-432E-B7F4-622CFA9704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8963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15" name="Group 314">
                <a:extLst>
                  <a:ext uri="{FF2B5EF4-FFF2-40B4-BE49-F238E27FC236}">
                    <a16:creationId xmlns:a16="http://schemas.microsoft.com/office/drawing/2014/main" id="{95510E0B-1BD4-48B4-B8F5-FF97796C8C45}"/>
                  </a:ext>
                </a:extLst>
              </p:cNvPr>
              <p:cNvGrpSpPr/>
              <p:nvPr userDrawn="1"/>
            </p:nvGrpSpPr>
            <p:grpSpPr>
              <a:xfrm>
                <a:off x="5429457" y="5554503"/>
                <a:ext cx="171228" cy="95155"/>
                <a:chOff x="4941888" y="5127625"/>
                <a:chExt cx="1068387" cy="593725"/>
              </a:xfrm>
              <a:grpFill/>
            </p:grpSpPr>
            <p:sp>
              <p:nvSpPr>
                <p:cNvPr id="316" name="Freeform 14">
                  <a:extLst>
                    <a:ext uri="{FF2B5EF4-FFF2-40B4-BE49-F238E27FC236}">
                      <a16:creationId xmlns:a16="http://schemas.microsoft.com/office/drawing/2014/main" id="{5B7B918F-7300-4BCE-A794-69B5FCD53D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1888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7" name="Freeform 15">
                  <a:extLst>
                    <a:ext uri="{FF2B5EF4-FFF2-40B4-BE49-F238E27FC236}">
                      <a16:creationId xmlns:a16="http://schemas.microsoft.com/office/drawing/2014/main" id="{7CEC0223-E431-40BA-91CF-225B0970E1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30850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9" name="QuotationMarksBlue" hidden="1">
            <a:extLst>
              <a:ext uri="{FF2B5EF4-FFF2-40B4-BE49-F238E27FC236}">
                <a16:creationId xmlns:a16="http://schemas.microsoft.com/office/drawing/2014/main" id="{1245C9B3-33CB-4A34-BF5F-5D46BAD3DCA3}"/>
              </a:ext>
            </a:extLst>
          </p:cNvPr>
          <p:cNvGrpSpPr/>
          <p:nvPr userDrawn="1"/>
        </p:nvGrpSpPr>
        <p:grpSpPr>
          <a:xfrm>
            <a:off x="6497461" y="4744099"/>
            <a:ext cx="396228" cy="396228"/>
            <a:chOff x="6497461" y="5988699"/>
            <a:chExt cx="396228" cy="396228"/>
          </a:xfrm>
          <a:solidFill>
            <a:schemeClr val="tx2"/>
          </a:solidFill>
        </p:grpSpPr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C818CCC7-E8D5-426A-8765-3B9A4664D5B0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5988699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41140103-F5E8-4744-8CE9-DC46D89D2498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551167" y="6112669"/>
              <a:ext cx="288816" cy="148288"/>
              <a:chOff x="5223110" y="5455799"/>
              <a:chExt cx="377575" cy="193859"/>
            </a:xfrm>
            <a:grpFill/>
          </p:grpSpPr>
          <p:grpSp>
            <p:nvGrpSpPr>
              <p:cNvPr id="321" name="Group 320">
                <a:extLst>
                  <a:ext uri="{FF2B5EF4-FFF2-40B4-BE49-F238E27FC236}">
                    <a16:creationId xmlns:a16="http://schemas.microsoft.com/office/drawing/2014/main" id="{B6299A89-F963-499F-AB8B-FC7D2AD32D6D}"/>
                  </a:ext>
                </a:extLst>
              </p:cNvPr>
              <p:cNvGrpSpPr/>
              <p:nvPr userDrawn="1"/>
            </p:nvGrpSpPr>
            <p:grpSpPr>
              <a:xfrm>
                <a:off x="5223110" y="5455799"/>
                <a:ext cx="171228" cy="95155"/>
                <a:chOff x="3128963" y="4700588"/>
                <a:chExt cx="1068387" cy="593725"/>
              </a:xfrm>
              <a:grpFill/>
            </p:grpSpPr>
            <p:sp>
              <p:nvSpPr>
                <p:cNvPr id="325" name="Freeform 12">
                  <a:extLst>
                    <a:ext uri="{FF2B5EF4-FFF2-40B4-BE49-F238E27FC236}">
                      <a16:creationId xmlns:a16="http://schemas.microsoft.com/office/drawing/2014/main" id="{1A0AC28B-4167-4E28-A90C-7831C27EC3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17925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6" name="Freeform 13">
                  <a:extLst>
                    <a:ext uri="{FF2B5EF4-FFF2-40B4-BE49-F238E27FC236}">
                      <a16:creationId xmlns:a16="http://schemas.microsoft.com/office/drawing/2014/main" id="{296BABD0-A473-47CE-B425-CDECA4FB04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8963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22" name="Group 321">
                <a:extLst>
                  <a:ext uri="{FF2B5EF4-FFF2-40B4-BE49-F238E27FC236}">
                    <a16:creationId xmlns:a16="http://schemas.microsoft.com/office/drawing/2014/main" id="{57D4833C-2C6C-41AB-AD96-498F11410260}"/>
                  </a:ext>
                </a:extLst>
              </p:cNvPr>
              <p:cNvGrpSpPr/>
              <p:nvPr userDrawn="1"/>
            </p:nvGrpSpPr>
            <p:grpSpPr>
              <a:xfrm>
                <a:off x="5429457" y="5554503"/>
                <a:ext cx="171228" cy="95155"/>
                <a:chOff x="4941888" y="5127625"/>
                <a:chExt cx="1068387" cy="593725"/>
              </a:xfrm>
              <a:grpFill/>
            </p:grpSpPr>
            <p:sp>
              <p:nvSpPr>
                <p:cNvPr id="323" name="Freeform 14">
                  <a:extLst>
                    <a:ext uri="{FF2B5EF4-FFF2-40B4-BE49-F238E27FC236}">
                      <a16:creationId xmlns:a16="http://schemas.microsoft.com/office/drawing/2014/main" id="{111E2EBC-C75C-4E63-BE8C-2F680D5012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1888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4" name="Freeform 15">
                  <a:extLst>
                    <a:ext uri="{FF2B5EF4-FFF2-40B4-BE49-F238E27FC236}">
                      <a16:creationId xmlns:a16="http://schemas.microsoft.com/office/drawing/2014/main" id="{06DD06DB-EA2B-4F5C-BFF0-4D40EAE9C2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30850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356" name="ExclamationMark" hidden="1">
            <a:extLst>
              <a:ext uri="{FF2B5EF4-FFF2-40B4-BE49-F238E27FC236}">
                <a16:creationId xmlns:a16="http://schemas.microsoft.com/office/drawing/2014/main" id="{5996886F-BB2D-43B6-9728-6FEF30AB766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681796" y="4298824"/>
            <a:ext cx="30004" cy="288000"/>
            <a:chOff x="1933545" y="4854548"/>
            <a:chExt cx="79200" cy="760220"/>
          </a:xfrm>
          <a:solidFill>
            <a:schemeClr val="accent2"/>
          </a:solidFill>
        </p:grpSpPr>
        <p:sp>
          <p:nvSpPr>
            <p:cNvPr id="357" name="Rectangle 10">
              <a:extLst>
                <a:ext uri="{FF2B5EF4-FFF2-40B4-BE49-F238E27FC236}">
                  <a16:creationId xmlns:a16="http://schemas.microsoft.com/office/drawing/2014/main" id="{F24D8822-ABEB-4892-852C-8FFB9C79E9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545" y="4854548"/>
              <a:ext cx="79200" cy="59038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58" name="Rectangle 11">
              <a:extLst>
                <a:ext uri="{FF2B5EF4-FFF2-40B4-BE49-F238E27FC236}">
                  <a16:creationId xmlns:a16="http://schemas.microsoft.com/office/drawing/2014/main" id="{C39B3A5E-EE1F-49C4-A0C1-106A09417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545" y="5535568"/>
              <a:ext cx="79200" cy="7920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28" name="ExclamationMarkWhite" hidden="1">
            <a:extLst>
              <a:ext uri="{FF2B5EF4-FFF2-40B4-BE49-F238E27FC236}">
                <a16:creationId xmlns:a16="http://schemas.microsoft.com/office/drawing/2014/main" id="{2478D324-23F7-4B48-B710-353B97917F1A}"/>
              </a:ext>
            </a:extLst>
          </p:cNvPr>
          <p:cNvGrpSpPr/>
          <p:nvPr userDrawn="1"/>
        </p:nvGrpSpPr>
        <p:grpSpPr>
          <a:xfrm>
            <a:off x="5998072" y="4244710"/>
            <a:ext cx="396228" cy="396228"/>
            <a:chOff x="5998072" y="6220531"/>
            <a:chExt cx="396228" cy="396228"/>
          </a:xfrm>
          <a:solidFill>
            <a:schemeClr val="accent1"/>
          </a:solidFill>
        </p:grpSpPr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91EC559B-3D1E-4007-923E-F2D0A1E5564D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6220531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id="{7666D6C3-FA55-4633-BCF5-B144D8033BED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181184" y="6274645"/>
              <a:ext cx="30004" cy="288000"/>
              <a:chOff x="1933545" y="4854548"/>
              <a:chExt cx="79200" cy="760220"/>
            </a:xfrm>
            <a:grpFill/>
          </p:grpSpPr>
          <p:sp>
            <p:nvSpPr>
              <p:cNvPr id="265" name="Rectangle 10">
                <a:extLst>
                  <a:ext uri="{FF2B5EF4-FFF2-40B4-BE49-F238E27FC236}">
                    <a16:creationId xmlns:a16="http://schemas.microsoft.com/office/drawing/2014/main" id="{3D7EE4BB-194B-48C6-83B5-542056001D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4854548"/>
                <a:ext cx="79200" cy="59038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66" name="Rectangle 11">
                <a:extLst>
                  <a:ext uri="{FF2B5EF4-FFF2-40B4-BE49-F238E27FC236}">
                    <a16:creationId xmlns:a16="http://schemas.microsoft.com/office/drawing/2014/main" id="{663DA691-D0F3-48F0-A0D5-06E05EFBF5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5535568"/>
                <a:ext cx="79200" cy="79200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3" name="ExclamationMarkBlue" hidden="1">
            <a:extLst>
              <a:ext uri="{FF2B5EF4-FFF2-40B4-BE49-F238E27FC236}">
                <a16:creationId xmlns:a16="http://schemas.microsoft.com/office/drawing/2014/main" id="{2237FEAE-5456-489B-BD5A-C6FAE1BADC52}"/>
              </a:ext>
            </a:extLst>
          </p:cNvPr>
          <p:cNvGrpSpPr/>
          <p:nvPr userDrawn="1"/>
        </p:nvGrpSpPr>
        <p:grpSpPr>
          <a:xfrm>
            <a:off x="6497461" y="4244710"/>
            <a:ext cx="396228" cy="396228"/>
            <a:chOff x="6497461" y="6220531"/>
            <a:chExt cx="396228" cy="396228"/>
          </a:xfrm>
          <a:solidFill>
            <a:schemeClr val="tx2"/>
          </a:solidFill>
        </p:grpSpPr>
        <p:sp>
          <p:nvSpPr>
            <p:cNvPr id="433" name="Oval 432">
              <a:extLst>
                <a:ext uri="{FF2B5EF4-FFF2-40B4-BE49-F238E27FC236}">
                  <a16:creationId xmlns:a16="http://schemas.microsoft.com/office/drawing/2014/main" id="{206D2F64-A5B7-4415-A0F9-00B4715792F5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6220531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53" name="Group 352">
              <a:extLst>
                <a:ext uri="{FF2B5EF4-FFF2-40B4-BE49-F238E27FC236}">
                  <a16:creationId xmlns:a16="http://schemas.microsoft.com/office/drawing/2014/main" id="{B1271C48-48E4-436D-9FED-44448C4786A9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680573" y="6274645"/>
              <a:ext cx="30004" cy="288000"/>
              <a:chOff x="1933545" y="4854548"/>
              <a:chExt cx="79200" cy="760220"/>
            </a:xfrm>
            <a:grpFill/>
          </p:grpSpPr>
          <p:sp>
            <p:nvSpPr>
              <p:cNvPr id="354" name="Rectangle 10">
                <a:extLst>
                  <a:ext uri="{FF2B5EF4-FFF2-40B4-BE49-F238E27FC236}">
                    <a16:creationId xmlns:a16="http://schemas.microsoft.com/office/drawing/2014/main" id="{84564C69-435F-4A4F-B8BA-A28E609AB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4854548"/>
                <a:ext cx="79200" cy="59038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55" name="Rectangle 11">
                <a:extLst>
                  <a:ext uri="{FF2B5EF4-FFF2-40B4-BE49-F238E27FC236}">
                    <a16:creationId xmlns:a16="http://schemas.microsoft.com/office/drawing/2014/main" id="{31B8ABFF-4387-46F8-9EE2-4B55C8F2FB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5535568"/>
                <a:ext cx="79200" cy="7920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55" name="QuestionMark" hidden="1">
            <a:extLst>
              <a:ext uri="{FF2B5EF4-FFF2-40B4-BE49-F238E27FC236}">
                <a16:creationId xmlns:a16="http://schemas.microsoft.com/office/drawing/2014/main" id="{D98E8AF1-CB50-4AA1-B944-CEEA66D0DDF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624592" y="3300046"/>
            <a:ext cx="156839" cy="288000"/>
            <a:chOff x="1317303" y="4854548"/>
            <a:chExt cx="414000" cy="760220"/>
          </a:xfrm>
          <a:solidFill>
            <a:schemeClr val="accent2"/>
          </a:solidFill>
        </p:grpSpPr>
        <p:sp>
          <p:nvSpPr>
            <p:cNvPr id="262" name="Freeform 5">
              <a:extLst>
                <a:ext uri="{FF2B5EF4-FFF2-40B4-BE49-F238E27FC236}">
                  <a16:creationId xmlns:a16="http://schemas.microsoft.com/office/drawing/2014/main" id="{69ECF24A-752D-4F43-92E5-C1E8390B3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7303" y="4854548"/>
              <a:ext cx="414000" cy="590382"/>
            </a:xfrm>
            <a:custGeom>
              <a:avLst/>
              <a:gdLst>
                <a:gd name="T0" fmla="*/ 54 w 125"/>
                <a:gd name="T1" fmla="*/ 178 h 178"/>
                <a:gd name="T2" fmla="*/ 30 w 125"/>
                <a:gd name="T3" fmla="*/ 178 h 178"/>
                <a:gd name="T4" fmla="*/ 30 w 125"/>
                <a:gd name="T5" fmla="*/ 95 h 178"/>
                <a:gd name="T6" fmla="*/ 42 w 125"/>
                <a:gd name="T7" fmla="*/ 83 h 178"/>
                <a:gd name="T8" fmla="*/ 101 w 125"/>
                <a:gd name="T9" fmla="*/ 83 h 178"/>
                <a:gd name="T10" fmla="*/ 101 w 125"/>
                <a:gd name="T11" fmla="*/ 24 h 178"/>
                <a:gd name="T12" fmla="*/ 0 w 125"/>
                <a:gd name="T13" fmla="*/ 24 h 178"/>
                <a:gd name="T14" fmla="*/ 0 w 125"/>
                <a:gd name="T15" fmla="*/ 0 h 178"/>
                <a:gd name="T16" fmla="*/ 113 w 125"/>
                <a:gd name="T17" fmla="*/ 0 h 178"/>
                <a:gd name="T18" fmla="*/ 125 w 125"/>
                <a:gd name="T19" fmla="*/ 12 h 178"/>
                <a:gd name="T20" fmla="*/ 125 w 125"/>
                <a:gd name="T21" fmla="*/ 95 h 178"/>
                <a:gd name="T22" fmla="*/ 113 w 125"/>
                <a:gd name="T23" fmla="*/ 107 h 178"/>
                <a:gd name="T24" fmla="*/ 54 w 125"/>
                <a:gd name="T25" fmla="*/ 107 h 178"/>
                <a:gd name="T26" fmla="*/ 54 w 125"/>
                <a:gd name="T27" fmla="*/ 178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5" h="178">
                  <a:moveTo>
                    <a:pt x="54" y="178"/>
                  </a:moveTo>
                  <a:cubicBezTo>
                    <a:pt x="30" y="178"/>
                    <a:pt x="30" y="178"/>
                    <a:pt x="30" y="178"/>
                  </a:cubicBezTo>
                  <a:cubicBezTo>
                    <a:pt x="30" y="95"/>
                    <a:pt x="30" y="95"/>
                    <a:pt x="30" y="95"/>
                  </a:cubicBezTo>
                  <a:cubicBezTo>
                    <a:pt x="30" y="88"/>
                    <a:pt x="35" y="83"/>
                    <a:pt x="42" y="83"/>
                  </a:cubicBezTo>
                  <a:cubicBezTo>
                    <a:pt x="101" y="83"/>
                    <a:pt x="101" y="83"/>
                    <a:pt x="101" y="83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9" y="0"/>
                    <a:pt x="125" y="5"/>
                    <a:pt x="125" y="12"/>
                  </a:cubicBezTo>
                  <a:cubicBezTo>
                    <a:pt x="125" y="95"/>
                    <a:pt x="125" y="95"/>
                    <a:pt x="125" y="95"/>
                  </a:cubicBezTo>
                  <a:cubicBezTo>
                    <a:pt x="125" y="101"/>
                    <a:pt x="119" y="107"/>
                    <a:pt x="113" y="107"/>
                  </a:cubicBezTo>
                  <a:cubicBezTo>
                    <a:pt x="54" y="107"/>
                    <a:pt x="54" y="107"/>
                    <a:pt x="54" y="107"/>
                  </a:cubicBezTo>
                  <a:lnTo>
                    <a:pt x="54" y="1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63" name="Rectangle 6">
              <a:extLst>
                <a:ext uri="{FF2B5EF4-FFF2-40B4-BE49-F238E27FC236}">
                  <a16:creationId xmlns:a16="http://schemas.microsoft.com/office/drawing/2014/main" id="{83D7B996-94E3-4D3C-99F0-56931259D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6852" y="5535568"/>
              <a:ext cx="79200" cy="792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47" name="QuestionMarkWhite" hidden="1">
            <a:extLst>
              <a:ext uri="{FF2B5EF4-FFF2-40B4-BE49-F238E27FC236}">
                <a16:creationId xmlns:a16="http://schemas.microsoft.com/office/drawing/2014/main" id="{37285DE4-7BC0-4462-9E0E-57E3E3D2C19D}"/>
              </a:ext>
            </a:extLst>
          </p:cNvPr>
          <p:cNvGrpSpPr/>
          <p:nvPr userDrawn="1"/>
        </p:nvGrpSpPr>
        <p:grpSpPr>
          <a:xfrm>
            <a:off x="5998072" y="3245932"/>
            <a:ext cx="396228" cy="396228"/>
            <a:chOff x="5998072" y="6268532"/>
            <a:chExt cx="396228" cy="396228"/>
          </a:xfrm>
          <a:solidFill>
            <a:schemeClr val="accent1"/>
          </a:solidFill>
        </p:grpSpPr>
        <p:sp>
          <p:nvSpPr>
            <p:cNvPr id="476" name="Oval 475">
              <a:extLst>
                <a:ext uri="{FF2B5EF4-FFF2-40B4-BE49-F238E27FC236}">
                  <a16:creationId xmlns:a16="http://schemas.microsoft.com/office/drawing/2014/main" id="{2E20AE16-3A2E-4904-AC01-3758A18A72C1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6268532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85" name="Group 484">
              <a:extLst>
                <a:ext uri="{FF2B5EF4-FFF2-40B4-BE49-F238E27FC236}">
                  <a16:creationId xmlns:a16="http://schemas.microsoft.com/office/drawing/2014/main" id="{F49AB141-3134-4E65-81A6-A52812E83A41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117767" y="6322646"/>
              <a:ext cx="156839" cy="288000"/>
              <a:chOff x="1317303" y="4854548"/>
              <a:chExt cx="414000" cy="760220"/>
            </a:xfrm>
            <a:grpFill/>
          </p:grpSpPr>
          <p:sp>
            <p:nvSpPr>
              <p:cNvPr id="486" name="Freeform 5">
                <a:extLst>
                  <a:ext uri="{FF2B5EF4-FFF2-40B4-BE49-F238E27FC236}">
                    <a16:creationId xmlns:a16="http://schemas.microsoft.com/office/drawing/2014/main" id="{78527BD5-1610-4156-A49B-D44A080D8A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7303" y="4854548"/>
                <a:ext cx="414000" cy="590382"/>
              </a:xfrm>
              <a:custGeom>
                <a:avLst/>
                <a:gdLst>
                  <a:gd name="T0" fmla="*/ 54 w 125"/>
                  <a:gd name="T1" fmla="*/ 178 h 178"/>
                  <a:gd name="T2" fmla="*/ 30 w 125"/>
                  <a:gd name="T3" fmla="*/ 178 h 178"/>
                  <a:gd name="T4" fmla="*/ 30 w 125"/>
                  <a:gd name="T5" fmla="*/ 95 h 178"/>
                  <a:gd name="T6" fmla="*/ 42 w 125"/>
                  <a:gd name="T7" fmla="*/ 83 h 178"/>
                  <a:gd name="T8" fmla="*/ 101 w 125"/>
                  <a:gd name="T9" fmla="*/ 83 h 178"/>
                  <a:gd name="T10" fmla="*/ 101 w 125"/>
                  <a:gd name="T11" fmla="*/ 24 h 178"/>
                  <a:gd name="T12" fmla="*/ 0 w 125"/>
                  <a:gd name="T13" fmla="*/ 24 h 178"/>
                  <a:gd name="T14" fmla="*/ 0 w 125"/>
                  <a:gd name="T15" fmla="*/ 0 h 178"/>
                  <a:gd name="T16" fmla="*/ 113 w 125"/>
                  <a:gd name="T17" fmla="*/ 0 h 178"/>
                  <a:gd name="T18" fmla="*/ 125 w 125"/>
                  <a:gd name="T19" fmla="*/ 12 h 178"/>
                  <a:gd name="T20" fmla="*/ 125 w 125"/>
                  <a:gd name="T21" fmla="*/ 95 h 178"/>
                  <a:gd name="T22" fmla="*/ 113 w 125"/>
                  <a:gd name="T23" fmla="*/ 107 h 178"/>
                  <a:gd name="T24" fmla="*/ 54 w 125"/>
                  <a:gd name="T25" fmla="*/ 107 h 178"/>
                  <a:gd name="T26" fmla="*/ 54 w 125"/>
                  <a:gd name="T27" fmla="*/ 178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5" h="178">
                    <a:moveTo>
                      <a:pt x="54" y="178"/>
                    </a:moveTo>
                    <a:cubicBezTo>
                      <a:pt x="30" y="178"/>
                      <a:pt x="30" y="178"/>
                      <a:pt x="30" y="178"/>
                    </a:cubicBezTo>
                    <a:cubicBezTo>
                      <a:pt x="30" y="95"/>
                      <a:pt x="30" y="95"/>
                      <a:pt x="30" y="95"/>
                    </a:cubicBezTo>
                    <a:cubicBezTo>
                      <a:pt x="30" y="88"/>
                      <a:pt x="35" y="83"/>
                      <a:pt x="42" y="83"/>
                    </a:cubicBezTo>
                    <a:cubicBezTo>
                      <a:pt x="101" y="83"/>
                      <a:pt x="101" y="83"/>
                      <a:pt x="101" y="83"/>
                    </a:cubicBezTo>
                    <a:cubicBezTo>
                      <a:pt x="101" y="24"/>
                      <a:pt x="101" y="24"/>
                      <a:pt x="101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3" y="0"/>
                      <a:pt x="113" y="0"/>
                      <a:pt x="113" y="0"/>
                    </a:cubicBezTo>
                    <a:cubicBezTo>
                      <a:pt x="119" y="0"/>
                      <a:pt x="125" y="5"/>
                      <a:pt x="125" y="12"/>
                    </a:cubicBezTo>
                    <a:cubicBezTo>
                      <a:pt x="125" y="95"/>
                      <a:pt x="125" y="95"/>
                      <a:pt x="125" y="95"/>
                    </a:cubicBezTo>
                    <a:cubicBezTo>
                      <a:pt x="125" y="101"/>
                      <a:pt x="119" y="107"/>
                      <a:pt x="113" y="107"/>
                    </a:cubicBezTo>
                    <a:cubicBezTo>
                      <a:pt x="54" y="107"/>
                      <a:pt x="54" y="107"/>
                      <a:pt x="54" y="107"/>
                    </a:cubicBezTo>
                    <a:lnTo>
                      <a:pt x="54" y="17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87" name="Rectangle 6">
                <a:extLst>
                  <a:ext uri="{FF2B5EF4-FFF2-40B4-BE49-F238E27FC236}">
                    <a16:creationId xmlns:a16="http://schemas.microsoft.com/office/drawing/2014/main" id="{713FB65C-8067-4DA5-BDB3-71F92EF958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6852" y="5535568"/>
                <a:ext cx="79200" cy="79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8" name="QuestionMarkBlue" hidden="1">
            <a:extLst>
              <a:ext uri="{FF2B5EF4-FFF2-40B4-BE49-F238E27FC236}">
                <a16:creationId xmlns:a16="http://schemas.microsoft.com/office/drawing/2014/main" id="{F9F7A102-DC32-482B-B920-39A218EC3A97}"/>
              </a:ext>
            </a:extLst>
          </p:cNvPr>
          <p:cNvGrpSpPr/>
          <p:nvPr userDrawn="1"/>
        </p:nvGrpSpPr>
        <p:grpSpPr>
          <a:xfrm>
            <a:off x="6497461" y="3245932"/>
            <a:ext cx="396228" cy="396228"/>
            <a:chOff x="6497461" y="6268532"/>
            <a:chExt cx="396228" cy="396228"/>
          </a:xfrm>
          <a:solidFill>
            <a:schemeClr val="tx2"/>
          </a:solidFill>
        </p:grpSpPr>
        <p:sp>
          <p:nvSpPr>
            <p:cNvPr id="481" name="Oval 480">
              <a:extLst>
                <a:ext uri="{FF2B5EF4-FFF2-40B4-BE49-F238E27FC236}">
                  <a16:creationId xmlns:a16="http://schemas.microsoft.com/office/drawing/2014/main" id="{058784F8-3FEF-4FC2-A3F0-5DA2C766F7B0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6268532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88" name="Group 487">
              <a:extLst>
                <a:ext uri="{FF2B5EF4-FFF2-40B4-BE49-F238E27FC236}">
                  <a16:creationId xmlns:a16="http://schemas.microsoft.com/office/drawing/2014/main" id="{A2C0D450-B050-4989-9E70-ABCDCEB48186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617156" y="6322646"/>
              <a:ext cx="156839" cy="288000"/>
              <a:chOff x="1317303" y="4854548"/>
              <a:chExt cx="414000" cy="760220"/>
            </a:xfrm>
            <a:grpFill/>
          </p:grpSpPr>
          <p:sp>
            <p:nvSpPr>
              <p:cNvPr id="489" name="Freeform 5">
                <a:extLst>
                  <a:ext uri="{FF2B5EF4-FFF2-40B4-BE49-F238E27FC236}">
                    <a16:creationId xmlns:a16="http://schemas.microsoft.com/office/drawing/2014/main" id="{89EDD452-4D82-45EA-81C8-8EF2B7D8D5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7303" y="4854548"/>
                <a:ext cx="414000" cy="590382"/>
              </a:xfrm>
              <a:custGeom>
                <a:avLst/>
                <a:gdLst>
                  <a:gd name="T0" fmla="*/ 54 w 125"/>
                  <a:gd name="T1" fmla="*/ 178 h 178"/>
                  <a:gd name="T2" fmla="*/ 30 w 125"/>
                  <a:gd name="T3" fmla="*/ 178 h 178"/>
                  <a:gd name="T4" fmla="*/ 30 w 125"/>
                  <a:gd name="T5" fmla="*/ 95 h 178"/>
                  <a:gd name="T6" fmla="*/ 42 w 125"/>
                  <a:gd name="T7" fmla="*/ 83 h 178"/>
                  <a:gd name="T8" fmla="*/ 101 w 125"/>
                  <a:gd name="T9" fmla="*/ 83 h 178"/>
                  <a:gd name="T10" fmla="*/ 101 w 125"/>
                  <a:gd name="T11" fmla="*/ 24 h 178"/>
                  <a:gd name="T12" fmla="*/ 0 w 125"/>
                  <a:gd name="T13" fmla="*/ 24 h 178"/>
                  <a:gd name="T14" fmla="*/ 0 w 125"/>
                  <a:gd name="T15" fmla="*/ 0 h 178"/>
                  <a:gd name="T16" fmla="*/ 113 w 125"/>
                  <a:gd name="T17" fmla="*/ 0 h 178"/>
                  <a:gd name="T18" fmla="*/ 125 w 125"/>
                  <a:gd name="T19" fmla="*/ 12 h 178"/>
                  <a:gd name="T20" fmla="*/ 125 w 125"/>
                  <a:gd name="T21" fmla="*/ 95 h 178"/>
                  <a:gd name="T22" fmla="*/ 113 w 125"/>
                  <a:gd name="T23" fmla="*/ 107 h 178"/>
                  <a:gd name="T24" fmla="*/ 54 w 125"/>
                  <a:gd name="T25" fmla="*/ 107 h 178"/>
                  <a:gd name="T26" fmla="*/ 54 w 125"/>
                  <a:gd name="T27" fmla="*/ 178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5" h="178">
                    <a:moveTo>
                      <a:pt x="54" y="178"/>
                    </a:moveTo>
                    <a:cubicBezTo>
                      <a:pt x="30" y="178"/>
                      <a:pt x="30" y="178"/>
                      <a:pt x="30" y="178"/>
                    </a:cubicBezTo>
                    <a:cubicBezTo>
                      <a:pt x="30" y="95"/>
                      <a:pt x="30" y="95"/>
                      <a:pt x="30" y="95"/>
                    </a:cubicBezTo>
                    <a:cubicBezTo>
                      <a:pt x="30" y="88"/>
                      <a:pt x="35" y="83"/>
                      <a:pt x="42" y="83"/>
                    </a:cubicBezTo>
                    <a:cubicBezTo>
                      <a:pt x="101" y="83"/>
                      <a:pt x="101" y="83"/>
                      <a:pt x="101" y="83"/>
                    </a:cubicBezTo>
                    <a:cubicBezTo>
                      <a:pt x="101" y="24"/>
                      <a:pt x="101" y="24"/>
                      <a:pt x="101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3" y="0"/>
                      <a:pt x="113" y="0"/>
                      <a:pt x="113" y="0"/>
                    </a:cubicBezTo>
                    <a:cubicBezTo>
                      <a:pt x="119" y="0"/>
                      <a:pt x="125" y="5"/>
                      <a:pt x="125" y="12"/>
                    </a:cubicBezTo>
                    <a:cubicBezTo>
                      <a:pt x="125" y="95"/>
                      <a:pt x="125" y="95"/>
                      <a:pt x="125" y="95"/>
                    </a:cubicBezTo>
                    <a:cubicBezTo>
                      <a:pt x="125" y="101"/>
                      <a:pt x="119" y="107"/>
                      <a:pt x="113" y="107"/>
                    </a:cubicBezTo>
                    <a:cubicBezTo>
                      <a:pt x="54" y="107"/>
                      <a:pt x="54" y="107"/>
                      <a:pt x="54" y="107"/>
                    </a:cubicBezTo>
                    <a:lnTo>
                      <a:pt x="54" y="17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91" name="Rectangle 6">
                <a:extLst>
                  <a:ext uri="{FF2B5EF4-FFF2-40B4-BE49-F238E27FC236}">
                    <a16:creationId xmlns:a16="http://schemas.microsoft.com/office/drawing/2014/main" id="{5DA40D4E-DBEE-453E-97AD-D8188258AB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6852" y="5535568"/>
                <a:ext cx="79200" cy="792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 userDrawn="1">
            <p:ph type="title"/>
            <p:custDataLst>
              <p:tags r:id="rId35"/>
            </p:custDataLst>
          </p:nvPr>
        </p:nvSpPr>
        <p:spPr>
          <a:xfrm>
            <a:off x="554736" y="226624"/>
            <a:ext cx="10402821" cy="677108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54736" y="1837425"/>
            <a:ext cx="2856297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341" name="Рисунок 340">
            <a:extLst>
              <a:ext uri="{FF2B5EF4-FFF2-40B4-BE49-F238E27FC236}">
                <a16:creationId xmlns:a16="http://schemas.microsoft.com/office/drawing/2014/main" id="{0A670762-8003-41F1-9DDF-E85A659F17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8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617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  <p:sldLayoutId id="2147483906" r:id="rId10"/>
    <p:sldLayoutId id="2147483907" r:id="rId11"/>
    <p:sldLayoutId id="2147483908" r:id="rId12"/>
    <p:sldLayoutId id="2147483909" r:id="rId13"/>
    <p:sldLayoutId id="2147483910" r:id="rId14"/>
    <p:sldLayoutId id="2147483911" r:id="rId15"/>
    <p:sldLayoutId id="2147483912" r:id="rId16"/>
    <p:sldLayoutId id="2147483913" r:id="rId17"/>
    <p:sldLayoutId id="2147483914" r:id="rId18"/>
    <p:sldLayoutId id="2147483915" r:id="rId19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ru-RU" sz="2200" b="1" kern="1200" spc="0" baseline="0" dirty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lang="en-US" sz="14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30396" indent="-226796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10000"/>
        <a:buFont typeface="Wingdings" panose="05000000000000000000" pitchFamily="2" charset="2"/>
        <a:buChar char="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42793" indent="-215997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10000"/>
        <a:buFont typeface="Arial" panose="020B0604020202020204" pitchFamily="34" charset="0"/>
        <a:buChar char="‒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7590" indent="-1511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817187" indent="-1475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̶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839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3947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1.vml"/><Relationship Id="rId2" Type="http://schemas.openxmlformats.org/officeDocument/2006/relationships/tags" Target="../tags/tag278.xml"/><Relationship Id="rId3" Type="http://schemas.openxmlformats.org/officeDocument/2006/relationships/tags" Target="../tags/tag279.xml"/><Relationship Id="rId4" Type="http://schemas.openxmlformats.org/officeDocument/2006/relationships/tags" Target="../tags/tag280.xml"/><Relationship Id="rId5" Type="http://schemas.openxmlformats.org/officeDocument/2006/relationships/tags" Target="../tags/tag281.xml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1.xml"/><Relationship Id="rId8" Type="http://schemas.openxmlformats.org/officeDocument/2006/relationships/oleObject" Target="../embeddings/oleObject41.bin"/><Relationship Id="rId9" Type="http://schemas.openxmlformats.org/officeDocument/2006/relationships/image" Target="../media/image16.emf"/><Relationship Id="rId10" Type="http://schemas.openxmlformats.org/officeDocument/2006/relationships/image" Target="../media/image17.jpeg"/><Relationship Id="rId11" Type="http://schemas.openxmlformats.org/officeDocument/2006/relationships/image" Target="../media/image2.png"/><Relationship Id="rId12" Type="http://schemas.openxmlformats.org/officeDocument/2006/relationships/image" Target="../media/image3.sv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Relationship Id="rId16" Type="http://schemas.openxmlformats.org/officeDocument/2006/relationships/image" Target="../media/image21.png"/><Relationship Id="rId17" Type="http://schemas.openxmlformats.org/officeDocument/2006/relationships/image" Target="../media/image22.png"/><Relationship Id="rId18" Type="http://schemas.openxmlformats.org/officeDocument/2006/relationships/image" Target="../media/image23.png"/><Relationship Id="rId19" Type="http://schemas.openxmlformats.org/officeDocument/2006/relationships/image" Target="../media/image2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2.vml"/><Relationship Id="rId2" Type="http://schemas.openxmlformats.org/officeDocument/2006/relationships/tags" Target="../tags/tag282.xml"/><Relationship Id="rId3" Type="http://schemas.openxmlformats.org/officeDocument/2006/relationships/tags" Target="../tags/tag283.xml"/><Relationship Id="rId4" Type="http://schemas.openxmlformats.org/officeDocument/2006/relationships/tags" Target="../tags/tag284.xml"/><Relationship Id="rId5" Type="http://schemas.openxmlformats.org/officeDocument/2006/relationships/tags" Target="../tags/tag285.xml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2.xml"/><Relationship Id="rId8" Type="http://schemas.openxmlformats.org/officeDocument/2006/relationships/oleObject" Target="../embeddings/oleObject42.bin"/><Relationship Id="rId9" Type="http://schemas.openxmlformats.org/officeDocument/2006/relationships/image" Target="../media/image16.emf"/><Relationship Id="rId10" Type="http://schemas.openxmlformats.org/officeDocument/2006/relationships/image" Target="../media/image17.jpeg"/><Relationship Id="rId11" Type="http://schemas.openxmlformats.org/officeDocument/2006/relationships/image" Target="../media/image2.png"/><Relationship Id="rId12" Type="http://schemas.openxmlformats.org/officeDocument/2006/relationships/image" Target="../media/image3.svg"/><Relationship Id="rId13" Type="http://schemas.openxmlformats.org/officeDocument/2006/relationships/image" Target="../media/image19.png"/><Relationship Id="rId14" Type="http://schemas.openxmlformats.org/officeDocument/2006/relationships/image" Target="../media/image25.png"/><Relationship Id="rId15" Type="http://schemas.openxmlformats.org/officeDocument/2006/relationships/image" Target="../media/image20.png"/><Relationship Id="rId16" Type="http://schemas.openxmlformats.org/officeDocument/2006/relationships/image" Target="../media/image26.jpeg"/><Relationship Id="rId17" Type="http://schemas.openxmlformats.org/officeDocument/2006/relationships/image" Target="../media/image27.png"/><Relationship Id="rId18" Type="http://schemas.openxmlformats.org/officeDocument/2006/relationships/image" Target="../media/image28.png"/><Relationship Id="rId19" Type="http://schemas.openxmlformats.org/officeDocument/2006/relationships/image" Target="../media/image29.jpeg"/><Relationship Id="rId20" Type="http://schemas.openxmlformats.org/officeDocument/2006/relationships/image" Target="../media/image30.jpeg"/><Relationship Id="rId21" Type="http://schemas.openxmlformats.org/officeDocument/2006/relationships/image" Target="../media/image31.png"/><Relationship Id="rId22" Type="http://schemas.openxmlformats.org/officeDocument/2006/relationships/image" Target="../media/image32.png"/><Relationship Id="rId23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 hidden="1">
            <a:extLst>
              <a:ext uri="{FF2B5EF4-FFF2-40B4-BE49-F238E27FC236}">
                <a16:creationId xmlns:a16="http://schemas.microsoft.com/office/drawing/2014/main" id="{3A97B088-1C25-4B56-8CA7-B9E619B493A0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660" name="think-cell Slide" r:id="rId8" imgW="473" imgH="473" progId="TCLayout.ActiveDocument.1">
                  <p:embed/>
                </p:oleObj>
              </mc:Choice>
              <mc:Fallback>
                <p:oleObj name="think-cell Slide" r:id="rId8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A97B088-1C25-4B56-8CA7-B9E619B493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1" name="Group 277">
            <a:extLst>
              <a:ext uri="{FF2B5EF4-FFF2-40B4-BE49-F238E27FC236}">
                <a16:creationId xmlns:a16="http://schemas.microsoft.com/office/drawing/2014/main" id="{CCB7B318-00BD-48BA-971E-5FB2145828DA}"/>
              </a:ext>
            </a:extLst>
          </p:cNvPr>
          <p:cNvGrpSpPr/>
          <p:nvPr/>
        </p:nvGrpSpPr>
        <p:grpSpPr>
          <a:xfrm>
            <a:off x="3176" y="3176"/>
            <a:ext cx="12192000" cy="6854824"/>
            <a:chOff x="0" y="3176"/>
            <a:chExt cx="12192000" cy="6854824"/>
          </a:xfrm>
        </p:grpSpPr>
        <p:grpSp>
          <p:nvGrpSpPr>
            <p:cNvPr id="82" name="Group 278">
              <a:extLst>
                <a:ext uri="{FF2B5EF4-FFF2-40B4-BE49-F238E27FC236}">
                  <a16:creationId xmlns:a16="http://schemas.microsoft.com/office/drawing/2014/main" id="{9E2FDBC3-62C9-4BDA-AE3F-5A367725C155}"/>
                </a:ext>
              </a:extLst>
            </p:cNvPr>
            <p:cNvGrpSpPr/>
            <p:nvPr/>
          </p:nvGrpSpPr>
          <p:grpSpPr>
            <a:xfrm>
              <a:off x="0" y="3176"/>
              <a:ext cx="12192000" cy="6854824"/>
              <a:chOff x="0" y="0"/>
              <a:chExt cx="12192000" cy="6854824"/>
            </a:xfrm>
          </p:grpSpPr>
          <p:sp>
            <p:nvSpPr>
              <p:cNvPr id="85" name="Прямоугольник 281">
                <a:extLst>
                  <a:ext uri="{FF2B5EF4-FFF2-40B4-BE49-F238E27FC236}">
                    <a16:creationId xmlns:a16="http://schemas.microsoft.com/office/drawing/2014/main" id="{7B2AC4B7-D48C-4726-81A6-761C8AA16354}"/>
                  </a:ext>
                </a:extLst>
              </p:cNvPr>
              <p:cNvSpPr/>
              <p:nvPr/>
            </p:nvSpPr>
            <p:spPr>
              <a:xfrm flipH="1">
                <a:off x="0" y="0"/>
                <a:ext cx="12192000" cy="6854824"/>
              </a:xfrm>
              <a:prstGeom prst="rect">
                <a:avLst/>
              </a:prstGeom>
              <a:solidFill>
                <a:srgbClr val="F5F5F5"/>
              </a:solidFill>
              <a:ln w="6350" cap="flat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n-US" sz="16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86" name="Группа 282">
                <a:extLst>
                  <a:ext uri="{FF2B5EF4-FFF2-40B4-BE49-F238E27FC236}">
                    <a16:creationId xmlns:a16="http://schemas.microsoft.com/office/drawing/2014/main" id="{3E2DD50E-AD94-4514-B9E6-8A3CA0EBB2C9}"/>
                  </a:ext>
                </a:extLst>
              </p:cNvPr>
              <p:cNvGrpSpPr/>
              <p:nvPr/>
            </p:nvGrpSpPr>
            <p:grpSpPr>
              <a:xfrm flipH="1">
                <a:off x="3525520" y="1668802"/>
                <a:ext cx="8666480" cy="5186022"/>
                <a:chOff x="0" y="2693375"/>
                <a:chExt cx="6959600" cy="4164625"/>
              </a:xfrm>
            </p:grpSpPr>
            <p:pic>
              <p:nvPicPr>
                <p:cNvPr id="87" name="Рисунок 283">
                  <a:extLst>
                    <a:ext uri="{FF2B5EF4-FFF2-40B4-BE49-F238E27FC236}">
                      <a16:creationId xmlns:a16="http://schemas.microsoft.com/office/drawing/2014/main" id="{84061DF4-454F-4E86-9F5C-4309C9C53021}"/>
                    </a:ext>
                  </a:extLst>
                </p:cNvPr>
                <p:cNvPicPr>
                  <a:picLocks/>
                </p:cNvPicPr>
                <p:nvPr/>
              </p:nvPicPr>
              <p:blipFill rotWithShape="1">
                <a:blip r:embed="rId10" cstate="hqprint">
                  <a:grayscl/>
                  <a:alphaModFix amt="6000"/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0" y="2693375"/>
                  <a:ext cx="6959600" cy="4164625"/>
                </a:xfrm>
                <a:prstGeom prst="rect">
                  <a:avLst/>
                </a:prstGeom>
              </p:spPr>
            </p:pic>
            <p:sp>
              <p:nvSpPr>
                <p:cNvPr id="88" name="Прямоугольник 284">
                  <a:extLst>
                    <a:ext uri="{FF2B5EF4-FFF2-40B4-BE49-F238E27FC236}">
                      <a16:creationId xmlns:a16="http://schemas.microsoft.com/office/drawing/2014/main" id="{5E6E8CD6-FA72-4877-9C7D-F8E7BF21537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181600" y="2693375"/>
                  <a:ext cx="1778000" cy="4164625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F5F5F5">
                        <a:alpha val="0"/>
                      </a:srgbClr>
                    </a:gs>
                    <a:gs pos="100000">
                      <a:srgbClr val="F5F5F5"/>
                    </a:gs>
                  </a:gsLst>
                  <a:lin ang="0" scaled="1"/>
                  <a:tileRect/>
                </a:gradFill>
                <a:ln w="6350" cap="flat">
                  <a:noFill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83" name="Slide Number">
              <a:extLst>
                <a:ext uri="{FF2B5EF4-FFF2-40B4-BE49-F238E27FC236}">
                  <a16:creationId xmlns:a16="http://schemas.microsoft.com/office/drawing/2014/main" id="{BDD3BFE3-036A-4D5C-A63E-590B09392DD5}"/>
                </a:ext>
              </a:extLst>
            </p:cNvPr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black">
            <a:xfrm>
              <a:off x="11311762" y="6514142"/>
              <a:ext cx="325501" cy="12311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b">
              <a:spAutoFit/>
            </a:bodyPr>
            <a:lstStyle/>
            <a:p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fld id="{4ABDCABE-3F10-B64C-92F1-862014417034}" type="slidenum">
                <a:rPr lang="ru-RU" sz="800" b="0" smtClean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rPr>
                <a:pPr algn="r" defTabSz="61074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t>1</a:t>
              </a:fld>
              <a:endParaRPr lang="ru-RU" sz="800" b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84" name="Рисунок 286">
              <a:extLst>
                <a:ext uri="{FF2B5EF4-FFF2-40B4-BE49-F238E27FC236}">
                  <a16:creationId xmlns:a16="http://schemas.microsoft.com/office/drawing/2014/main" id="{C1FDB8E4-395C-4045-9B43-976899DC95A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l="30920" t="19524" r="30920" b="22511"/>
            <a:stretch/>
          </p:blipFill>
          <p:spPr>
            <a:xfrm>
              <a:off x="11191495" y="226624"/>
              <a:ext cx="445768" cy="677108"/>
            </a:xfrm>
            <a:prstGeom prst="rect">
              <a:avLst/>
            </a:prstGeom>
          </p:spPr>
        </p:pic>
      </p:grpSp>
      <p:sp>
        <p:nvSpPr>
          <p:cNvPr id="241" name="Прямоугольник: скругленные углы 240">
            <a:extLst>
              <a:ext uri="{FF2B5EF4-FFF2-40B4-BE49-F238E27FC236}">
                <a16:creationId xmlns:a16="http://schemas.microsoft.com/office/drawing/2014/main" id="{4131945E-1FF7-41BC-8CB7-566995CF7493}"/>
              </a:ext>
            </a:extLst>
          </p:cNvPr>
          <p:cNvSpPr>
            <a:spLocks/>
          </p:cNvSpPr>
          <p:nvPr/>
        </p:nvSpPr>
        <p:spPr>
          <a:xfrm>
            <a:off x="554735" y="1762125"/>
            <a:ext cx="2914085" cy="4471035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6350">
            <a:noFill/>
          </a:ln>
          <a:effectLst>
            <a:outerShdw blurRad="152400" algn="ctr" rotWithShape="0">
              <a:schemeClr val="accent3">
                <a:alpha val="17000"/>
              </a:schemeClr>
            </a:outerShdw>
          </a:effectLst>
        </p:spPr>
        <p:txBody>
          <a:bodyPr wrap="square" lIns="72000" tIns="36000" rIns="72000" bIns="36000">
            <a:noAutofit/>
          </a:bodyPr>
          <a:lstStyle/>
          <a:p>
            <a:endParaRPr lang="ru-RU" sz="2000" b="1" dirty="0" err="1">
              <a:latin typeface="+mj-lt"/>
            </a:endParaRPr>
          </a:p>
        </p:txBody>
      </p:sp>
      <p:cxnSp>
        <p:nvCxnSpPr>
          <p:cNvPr id="313" name="Прямая со стрелкой 312">
            <a:extLst>
              <a:ext uri="{FF2B5EF4-FFF2-40B4-BE49-F238E27FC236}">
                <a16:creationId xmlns:a16="http://schemas.microsoft.com/office/drawing/2014/main" id="{4459D26F-1592-4CE2-94B0-AD334DE2618E}"/>
              </a:ext>
            </a:extLst>
          </p:cNvPr>
          <p:cNvCxnSpPr>
            <a:cxnSpLocks/>
          </p:cNvCxnSpPr>
          <p:nvPr/>
        </p:nvCxnSpPr>
        <p:spPr>
          <a:xfrm>
            <a:off x="886967" y="1964284"/>
            <a:ext cx="0" cy="4146956"/>
          </a:xfrm>
          <a:prstGeom prst="straightConnector1">
            <a:avLst/>
          </a:prstGeom>
          <a:ln w="6350" cap="sq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2. Slide Title">
            <a:extLst>
              <a:ext uri="{FF2B5EF4-FFF2-40B4-BE49-F238E27FC236}">
                <a16:creationId xmlns:a16="http://schemas.microsoft.com/office/drawing/2014/main" id="{499DFEFF-95D0-47DB-B9D2-F00F384BB893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5" y="226624"/>
            <a:ext cx="10402821" cy="67710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rIns="0" anchor="b" anchorCtr="0">
            <a:spAutoFit/>
          </a:bodyPr>
          <a:lstStyle/>
          <a:p>
            <a:r>
              <a:rPr lang="ru-RU" dirty="0"/>
              <a:t>Т-Банк строил не портфель бизнесов, а один продукт: </a:t>
            </a:r>
            <a:r>
              <a:rPr lang="ru-RU" dirty="0" err="1"/>
              <a:t>нефины</a:t>
            </a:r>
            <a:r>
              <a:rPr lang="ru-RU" dirty="0"/>
              <a:t> встроены в приложение и работают на привлечение клиента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82F860A-5322-47E1-895C-E8AA738995F1}"/>
              </a:ext>
            </a:extLst>
          </p:cNvPr>
          <p:cNvSpPr/>
          <p:nvPr/>
        </p:nvSpPr>
        <p:spPr>
          <a:xfrm>
            <a:off x="554735" y="962024"/>
            <a:ext cx="906260" cy="2800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chemeClr val="accent3">
                <a:lumMod val="40000"/>
                <a:lumOff val="60000"/>
              </a:schemeClr>
            </a:solidFill>
          </a:ln>
          <a:effectLst>
            <a:outerShdw blurRad="152400" algn="ctr" rotWithShape="0">
              <a:schemeClr val="accent3">
                <a:alpha val="17000"/>
              </a:schemeClr>
            </a:outerShdw>
          </a:effectLst>
        </p:spPr>
        <p:txBody>
          <a:bodyPr wrap="square" lIns="144000" tIns="72000" rIns="144000" bIns="72000">
            <a:noAutofit/>
          </a:bodyPr>
          <a:lstStyle/>
          <a:p>
            <a:endParaRPr lang="ru-RU" dirty="0" err="1">
              <a:solidFill>
                <a:schemeClr val="tx1"/>
              </a:solidFill>
            </a:endParaRPr>
          </a:p>
        </p:txBody>
      </p:sp>
      <p:pic>
        <p:nvPicPr>
          <p:cNvPr id="89" name="Picture 28">
            <a:extLst>
              <a:ext uri="{FF2B5EF4-FFF2-40B4-BE49-F238E27FC236}">
                <a16:creationId xmlns:a16="http://schemas.microsoft.com/office/drawing/2014/main" id="{800F51AF-23B4-40B2-899A-C69D52F80EA1}"/>
              </a:ext>
            </a:extLst>
          </p:cNvPr>
          <p:cNvPicPr>
            <a:picLocks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4439" y="1010726"/>
            <a:ext cx="661775" cy="206596"/>
          </a:xfrm>
          <a:prstGeom prst="rect">
            <a:avLst/>
          </a:prstGeom>
        </p:spPr>
      </p:pic>
      <p:sp>
        <p:nvSpPr>
          <p:cNvPr id="163" name="5. Source">
            <a:extLst>
              <a:ext uri="{FF2B5EF4-FFF2-40B4-BE49-F238E27FC236}">
                <a16:creationId xmlns:a16="http://schemas.microsoft.com/office/drawing/2014/main" id="{6EDF6628-5C84-49B3-A9BC-B1053946B712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554734" y="6514142"/>
            <a:ext cx="1076020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dirty="0"/>
              <a:t>Источник: материалы и справка Т-Банка, «Ведомости», CNews, vc.ru, </a:t>
            </a:r>
            <a:r>
              <a:rPr lang="ru-RU" dirty="0" err="1"/>
              <a:t>TAdviser</a:t>
            </a:r>
            <a:r>
              <a:rPr lang="ru-RU" dirty="0"/>
              <a:t>, Frank RG, </a:t>
            </a:r>
            <a:r>
              <a:rPr lang="ru-RU" dirty="0" err="1"/>
              <a:t>Sostav</a:t>
            </a:r>
            <a:r>
              <a:rPr lang="ru-RU" dirty="0"/>
              <a:t>, «Альфа-Инвестиции», tbank.ru, Oborot.ru; анализ команды. Даты запуска сервисов блока 2019–2023 гг. открыто не раскрывались и требуют уточнения</a:t>
            </a:r>
          </a:p>
        </p:txBody>
      </p:sp>
      <p:sp>
        <p:nvSpPr>
          <p:cNvPr id="164" name="Прямоугольник: скругленные углы 163">
            <a:extLst>
              <a:ext uri="{FF2B5EF4-FFF2-40B4-BE49-F238E27FC236}">
                <a16:creationId xmlns:a16="http://schemas.microsoft.com/office/drawing/2014/main" id="{DDA927F8-1D15-484D-A2D2-B900CC1F19DB}"/>
              </a:ext>
            </a:extLst>
          </p:cNvPr>
          <p:cNvSpPr>
            <a:spLocks/>
          </p:cNvSpPr>
          <p:nvPr/>
        </p:nvSpPr>
        <p:spPr>
          <a:xfrm>
            <a:off x="9858376" y="1335293"/>
            <a:ext cx="1775840" cy="4897867"/>
          </a:xfrm>
          <a:prstGeom prst="roundRect">
            <a:avLst>
              <a:gd name="adj" fmla="val 7557"/>
            </a:avLst>
          </a:prstGeom>
          <a:gradFill flip="none" rotWithShape="1">
            <a:gsLst>
              <a:gs pos="0">
                <a:srgbClr val="E1BC01"/>
              </a:gs>
              <a:gs pos="100000">
                <a:srgbClr val="FEDD2D"/>
              </a:gs>
            </a:gsLst>
            <a:lin ang="2700000" scaled="1"/>
            <a:tileRect/>
          </a:gradFill>
          <a:ln w="6350" cap="flat">
            <a:solidFill>
              <a:srgbClr val="E1BC0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000" dirty="0" err="1">
              <a:solidFill>
                <a:srgbClr val="FFFFFF"/>
              </a:solidFill>
            </a:endParaRPr>
          </a:p>
        </p:txBody>
      </p:sp>
      <p:sp>
        <p:nvSpPr>
          <p:cNvPr id="165" name="Прямоугольник: скругленные углы 164">
            <a:extLst>
              <a:ext uri="{FF2B5EF4-FFF2-40B4-BE49-F238E27FC236}">
                <a16:creationId xmlns:a16="http://schemas.microsoft.com/office/drawing/2014/main" id="{19607D1C-00B3-43ED-93CF-4D109CFD4297}"/>
              </a:ext>
            </a:extLst>
          </p:cNvPr>
          <p:cNvSpPr>
            <a:spLocks/>
          </p:cNvSpPr>
          <p:nvPr/>
        </p:nvSpPr>
        <p:spPr>
          <a:xfrm>
            <a:off x="3565356" y="1762125"/>
            <a:ext cx="6196485" cy="4471035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6350">
            <a:noFill/>
          </a:ln>
          <a:effectLst>
            <a:outerShdw blurRad="152400" algn="ctr" rotWithShape="0">
              <a:schemeClr val="accent3">
                <a:alpha val="17000"/>
              </a:schemeClr>
            </a:outerShdw>
          </a:effectLst>
        </p:spPr>
        <p:txBody>
          <a:bodyPr wrap="square" lIns="72000" tIns="36000" rIns="72000" bIns="36000">
            <a:noAutofit/>
          </a:bodyPr>
          <a:lstStyle/>
          <a:p>
            <a:endParaRPr lang="ru-RU" sz="2000" b="1" dirty="0" err="1">
              <a:latin typeface="+mj-lt"/>
            </a:endParaRPr>
          </a:p>
        </p:txBody>
      </p:sp>
      <p:sp>
        <p:nvSpPr>
          <p:cNvPr id="168" name="Text 14">
            <a:extLst>
              <a:ext uri="{FF2B5EF4-FFF2-40B4-BE49-F238E27FC236}">
                <a16:creationId xmlns:a16="http://schemas.microsoft.com/office/drawing/2014/main" id="{4F6ABF98-038F-4042-B016-09796F50A576}"/>
              </a:ext>
            </a:extLst>
          </p:cNvPr>
          <p:cNvSpPr txBox="1">
            <a:spLocks/>
          </p:cNvSpPr>
          <p:nvPr/>
        </p:nvSpPr>
        <p:spPr>
          <a:xfrm>
            <a:off x="9962579" y="1428750"/>
            <a:ext cx="1567434" cy="462914"/>
          </a:xfrm>
          <a:prstGeom prst="roundRect">
            <a:avLst>
              <a:gd name="adj" fmla="val 19204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200" b="1" dirty="0">
                <a:latin typeface="+mj-lt"/>
                <a:cs typeface="Arial" panose="020B0604020202020204" pitchFamily="34" charset="0"/>
              </a:rPr>
              <a:t>КЛЮЧЕВЫЕ</a:t>
            </a:r>
            <a:br>
              <a:rPr lang="en-US" sz="1200" b="1" dirty="0">
                <a:latin typeface="+mj-lt"/>
                <a:cs typeface="Arial" panose="020B0604020202020204" pitchFamily="34" charset="0"/>
              </a:rPr>
            </a:br>
            <a:r>
              <a:rPr lang="en-US" sz="1200" b="1" dirty="0">
                <a:latin typeface="+mj-lt"/>
                <a:cs typeface="Arial" panose="020B0604020202020204" pitchFamily="34" charset="0"/>
              </a:rPr>
              <a:t>РЕЗУЛЬТАТЫ</a:t>
            </a:r>
          </a:p>
        </p:txBody>
      </p:sp>
      <p:grpSp>
        <p:nvGrpSpPr>
          <p:cNvPr id="190" name="Группа 189">
            <a:extLst>
              <a:ext uri="{FF2B5EF4-FFF2-40B4-BE49-F238E27FC236}">
                <a16:creationId xmlns:a16="http://schemas.microsoft.com/office/drawing/2014/main" id="{D65733A4-09C4-4331-B6C4-351BFDF43A0B}"/>
              </a:ext>
            </a:extLst>
          </p:cNvPr>
          <p:cNvGrpSpPr>
            <a:grpSpLocks/>
          </p:cNvGrpSpPr>
          <p:nvPr/>
        </p:nvGrpSpPr>
        <p:grpSpPr>
          <a:xfrm>
            <a:off x="9962579" y="1949583"/>
            <a:ext cx="1567434" cy="763333"/>
            <a:chOff x="9962579" y="1974172"/>
            <a:chExt cx="1567434" cy="763333"/>
          </a:xfrm>
        </p:grpSpPr>
      </p:grpSp>
      <p:grpSp>
        <p:nvGrpSpPr>
          <p:cNvPr id="191" name="Группа 190">
            <a:extLst>
              <a:ext uri="{FF2B5EF4-FFF2-40B4-BE49-F238E27FC236}">
                <a16:creationId xmlns:a16="http://schemas.microsoft.com/office/drawing/2014/main" id="{79AC047C-AF56-43BD-954E-B913907CD01C}"/>
              </a:ext>
            </a:extLst>
          </p:cNvPr>
          <p:cNvGrpSpPr/>
          <p:nvPr/>
        </p:nvGrpSpPr>
        <p:grpSpPr>
          <a:xfrm>
            <a:off x="9962579" y="2828754"/>
            <a:ext cx="1567434" cy="763333"/>
            <a:chOff x="9962579" y="3042877"/>
            <a:chExt cx="1567434" cy="763333"/>
          </a:xfrm>
        </p:grpSpPr>
      </p:grpSp>
      <p:grpSp>
        <p:nvGrpSpPr>
          <p:cNvPr id="192" name="Группа 191">
            <a:extLst>
              <a:ext uri="{FF2B5EF4-FFF2-40B4-BE49-F238E27FC236}">
                <a16:creationId xmlns:a16="http://schemas.microsoft.com/office/drawing/2014/main" id="{798E742B-9C4C-4B00-BAA4-5CC737FC353C}"/>
              </a:ext>
            </a:extLst>
          </p:cNvPr>
          <p:cNvGrpSpPr/>
          <p:nvPr/>
        </p:nvGrpSpPr>
        <p:grpSpPr>
          <a:xfrm>
            <a:off x="9962579" y="3707925"/>
            <a:ext cx="1567434" cy="609445"/>
            <a:chOff x="9962579" y="4197307"/>
            <a:chExt cx="1567434" cy="609445"/>
          </a:xfrm>
        </p:grpSpPr>
      </p:grpSp>
      <p:grpSp>
        <p:nvGrpSpPr>
          <p:cNvPr id="193" name="Группа 192">
            <a:extLst>
              <a:ext uri="{FF2B5EF4-FFF2-40B4-BE49-F238E27FC236}">
                <a16:creationId xmlns:a16="http://schemas.microsoft.com/office/drawing/2014/main" id="{C2F5F1BC-2345-4318-80F9-45CF516074B0}"/>
              </a:ext>
            </a:extLst>
          </p:cNvPr>
          <p:cNvGrpSpPr/>
          <p:nvPr/>
        </p:nvGrpSpPr>
        <p:grpSpPr>
          <a:xfrm>
            <a:off x="9962579" y="4433210"/>
            <a:ext cx="1567434" cy="763333"/>
            <a:chOff x="9962579" y="5351737"/>
            <a:chExt cx="1567434" cy="763333"/>
          </a:xfrm>
        </p:grpSpPr>
      </p:grpSp>
      <p:cxnSp>
        <p:nvCxnSpPr>
          <p:cNvPr id="195" name="Прямая соединительная линия 194">
            <a:extLst>
              <a:ext uri="{FF2B5EF4-FFF2-40B4-BE49-F238E27FC236}">
                <a16:creationId xmlns:a16="http://schemas.microsoft.com/office/drawing/2014/main" id="{5DC07318-7D6C-4C3B-B85C-09B19ED69352}"/>
              </a:ext>
            </a:extLst>
          </p:cNvPr>
          <p:cNvCxnSpPr>
            <a:cxnSpLocks/>
          </p:cNvCxnSpPr>
          <p:nvPr/>
        </p:nvCxnSpPr>
        <p:spPr>
          <a:xfrm>
            <a:off x="9966960" y="2852928"/>
            <a:ext cx="1563624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32000">
                  <a:schemeClr val="accent2"/>
                </a:gs>
                <a:gs pos="73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Прямая соединительная линия 195">
            <a:extLst>
              <a:ext uri="{FF2B5EF4-FFF2-40B4-BE49-F238E27FC236}">
                <a16:creationId xmlns:a16="http://schemas.microsoft.com/office/drawing/2014/main" id="{BDB2B1E1-D745-405A-BD6A-0E9B9BE10315}"/>
              </a:ext>
            </a:extLst>
          </p:cNvPr>
          <p:cNvCxnSpPr>
            <a:cxnSpLocks/>
          </p:cNvCxnSpPr>
          <p:nvPr/>
        </p:nvCxnSpPr>
        <p:spPr>
          <a:xfrm>
            <a:off x="9966960" y="3822191"/>
            <a:ext cx="1563624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32000">
                  <a:schemeClr val="accent2"/>
                </a:gs>
                <a:gs pos="73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Полилиния: фигура 207">
            <a:extLst>
              <a:ext uri="{FF2B5EF4-FFF2-40B4-BE49-F238E27FC236}">
                <a16:creationId xmlns:a16="http://schemas.microsoft.com/office/drawing/2014/main" id="{955A090B-3255-4EA0-8886-372FDF1CD02C}"/>
              </a:ext>
            </a:extLst>
          </p:cNvPr>
          <p:cNvSpPr/>
          <p:nvPr/>
        </p:nvSpPr>
        <p:spPr>
          <a:xfrm flipH="1">
            <a:off x="9867901" y="5029200"/>
            <a:ext cx="1767840" cy="1203960"/>
          </a:xfrm>
          <a:custGeom>
            <a:avLst/>
            <a:gdLst>
              <a:gd name="connsiteX0" fmla="*/ 0 w 1767840"/>
              <a:gd name="connsiteY0" fmla="*/ 0 h 1203960"/>
              <a:gd name="connsiteX1" fmla="*/ 0 w 1767840"/>
              <a:gd name="connsiteY1" fmla="*/ 1109386 h 1203960"/>
              <a:gd name="connsiteX2" fmla="*/ 2546 w 1767840"/>
              <a:gd name="connsiteY2" fmla="*/ 1121997 h 1203960"/>
              <a:gd name="connsiteX3" fmla="*/ 126200 w 1767840"/>
              <a:gd name="connsiteY3" fmla="*/ 1203960 h 1203960"/>
              <a:gd name="connsiteX4" fmla="*/ 1633640 w 1767840"/>
              <a:gd name="connsiteY4" fmla="*/ 1203960 h 1203960"/>
              <a:gd name="connsiteX5" fmla="*/ 1767840 w 1767840"/>
              <a:gd name="connsiteY5" fmla="*/ 1069760 h 1203960"/>
              <a:gd name="connsiteX6" fmla="*/ 1767840 w 1767840"/>
              <a:gd name="connsiteY6" fmla="*/ 929640 h 1203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67840" h="1203960">
                <a:moveTo>
                  <a:pt x="0" y="0"/>
                </a:moveTo>
                <a:lnTo>
                  <a:pt x="0" y="1109386"/>
                </a:lnTo>
                <a:lnTo>
                  <a:pt x="2546" y="1121997"/>
                </a:lnTo>
                <a:cubicBezTo>
                  <a:pt x="22919" y="1170164"/>
                  <a:pt x="70612" y="1203960"/>
                  <a:pt x="126200" y="1203960"/>
                </a:cubicBezTo>
                <a:lnTo>
                  <a:pt x="1633640" y="1203960"/>
                </a:lnTo>
                <a:cubicBezTo>
                  <a:pt x="1707757" y="1203960"/>
                  <a:pt x="1767840" y="1143877"/>
                  <a:pt x="1767840" y="1069760"/>
                </a:cubicBezTo>
                <a:lnTo>
                  <a:pt x="1767840" y="929640"/>
                </a:lnTo>
                <a:close/>
              </a:path>
            </a:pathLst>
          </a:custGeom>
          <a:gradFill flip="none" rotWithShape="1">
            <a:gsLst>
              <a:gs pos="0">
                <a:schemeClr val="tx2">
                  <a:alpha val="48000"/>
                </a:schemeClr>
              </a:gs>
              <a:gs pos="100000">
                <a:schemeClr val="tx2">
                  <a:alpha val="19000"/>
                </a:schemeClr>
              </a:gs>
            </a:gsLst>
            <a:lin ang="10800000" scaled="1"/>
            <a:tileRect/>
          </a:gra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pic>
        <p:nvPicPr>
          <p:cNvPr id="205" name="Рисунок 204">
            <a:extLst>
              <a:ext uri="{FF2B5EF4-FFF2-40B4-BE49-F238E27FC236}">
                <a16:creationId xmlns:a16="http://schemas.microsoft.com/office/drawing/2014/main" id="{8F9B8767-3398-48EA-921E-70EF5FF7816D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4898" b="23741"/>
          <a:stretch>
            <a:fillRect/>
          </a:stretch>
        </p:blipFill>
        <p:spPr>
          <a:xfrm flipH="1">
            <a:off x="10045700" y="4959384"/>
            <a:ext cx="1588516" cy="1273776"/>
          </a:xfrm>
          <a:custGeom>
            <a:avLst/>
            <a:gdLst>
              <a:gd name="connsiteX0" fmla="*/ 1484376 w 1484376"/>
              <a:gd name="connsiteY0" fmla="*/ 0 h 1190270"/>
              <a:gd name="connsiteX1" fmla="*/ 0 w 1484376"/>
              <a:gd name="connsiteY1" fmla="*/ 0 h 1190270"/>
              <a:gd name="connsiteX2" fmla="*/ 0 w 1484376"/>
              <a:gd name="connsiteY2" fmla="*/ 1056070 h 1190270"/>
              <a:gd name="connsiteX3" fmla="*/ 134200 w 1484376"/>
              <a:gd name="connsiteY3" fmla="*/ 1190270 h 1190270"/>
              <a:gd name="connsiteX4" fmla="*/ 1484376 w 1484376"/>
              <a:gd name="connsiteY4" fmla="*/ 1190270 h 1190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4376" h="1190270">
                <a:moveTo>
                  <a:pt x="1484376" y="0"/>
                </a:moveTo>
                <a:lnTo>
                  <a:pt x="0" y="0"/>
                </a:lnTo>
                <a:lnTo>
                  <a:pt x="0" y="1056070"/>
                </a:lnTo>
                <a:cubicBezTo>
                  <a:pt x="0" y="1130187"/>
                  <a:pt x="60083" y="1190270"/>
                  <a:pt x="134200" y="1190270"/>
                </a:cubicBezTo>
                <a:lnTo>
                  <a:pt x="1484376" y="1190270"/>
                </a:lnTo>
                <a:close/>
              </a:path>
            </a:pathLst>
          </a:custGeom>
        </p:spPr>
      </p:pic>
      <p:sp>
        <p:nvSpPr>
          <p:cNvPr id="209" name="Прямоугольник: скругленные углы 208">
            <a:extLst>
              <a:ext uri="{FF2B5EF4-FFF2-40B4-BE49-F238E27FC236}">
                <a16:creationId xmlns:a16="http://schemas.microsoft.com/office/drawing/2014/main" id="{AAA0167E-E53D-453E-80C1-528558ACEA6C}"/>
              </a:ext>
            </a:extLst>
          </p:cNvPr>
          <p:cNvSpPr>
            <a:spLocks/>
          </p:cNvSpPr>
          <p:nvPr/>
        </p:nvSpPr>
        <p:spPr>
          <a:xfrm>
            <a:off x="3565356" y="1335292"/>
            <a:ext cx="6196485" cy="325867"/>
          </a:xfrm>
          <a:prstGeom prst="roundRect">
            <a:avLst>
              <a:gd name="adj" fmla="val 27281"/>
            </a:avLst>
          </a:prstGeom>
          <a:gradFill flip="none" rotWithShape="1">
            <a:gsLst>
              <a:gs pos="0">
                <a:srgbClr val="E1BC01"/>
              </a:gs>
              <a:gs pos="100000">
                <a:srgbClr val="FEDD2D"/>
              </a:gs>
            </a:gsLst>
            <a:lin ang="2700000" scaled="1"/>
            <a:tileRect/>
          </a:gradFill>
          <a:ln w="6350" cap="flat">
            <a:solidFill>
              <a:srgbClr val="E1BC0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200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НАПОЛНЕНИЕ B2B-ПЛАТФОРМЫ</a:t>
            </a:r>
          </a:p>
        </p:txBody>
      </p:sp>
      <p:sp>
        <p:nvSpPr>
          <p:cNvPr id="217" name="Text 14">
            <a:extLst>
              <a:ext uri="{FF2B5EF4-FFF2-40B4-BE49-F238E27FC236}">
                <a16:creationId xmlns:a16="http://schemas.microsoft.com/office/drawing/2014/main" id="{98C3CE25-1F92-4383-BDED-DCBB8EC9BBFF}"/>
              </a:ext>
            </a:extLst>
          </p:cNvPr>
          <p:cNvSpPr txBox="1">
            <a:spLocks/>
          </p:cNvSpPr>
          <p:nvPr/>
        </p:nvSpPr>
        <p:spPr>
          <a:xfrm>
            <a:off x="3657508" y="1844040"/>
            <a:ext cx="6012180" cy="220734"/>
          </a:xfrm>
          <a:prstGeom prst="roundRect">
            <a:avLst>
              <a:gd name="adj" fmla="val 29724"/>
            </a:avLst>
          </a:prstGeom>
          <a:solidFill>
            <a:srgbClr val="FEDD2D">
              <a:alpha val="35000"/>
            </a:srgbClr>
          </a:solidFill>
          <a:ln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000" b="1" dirty="0" err="1">
                <a:cs typeface="Arial" panose="020B0604020202020204" pitchFamily="34" charset="0"/>
              </a:rPr>
              <a:t>Нефинансовые</a:t>
            </a:r>
            <a:r>
              <a:rPr lang="en-US" sz="1000" b="1" dirty="0">
                <a:cs typeface="Arial" panose="020B0604020202020204" pitchFamily="34" charset="0"/>
              </a:rPr>
              <a:t> </a:t>
            </a:r>
            <a:r>
              <a:rPr lang="en-US" sz="1000" b="1" dirty="0" err="1">
                <a:cs typeface="Arial" panose="020B0604020202020204" pitchFamily="34" charset="0"/>
              </a:rPr>
              <a:t>сервисы</a:t>
            </a:r>
            <a:endParaRPr lang="en-US" sz="1000" b="1" dirty="0">
              <a:cs typeface="Arial" panose="020B0604020202020204" pitchFamily="34" charset="0"/>
            </a:endParaRPr>
          </a:p>
        </p:txBody>
      </p:sp>
      <p:pic>
        <p:nvPicPr>
          <p:cNvPr id="211" name="Рисунок 210">
            <a:extLst>
              <a:ext uri="{FF2B5EF4-FFF2-40B4-BE49-F238E27FC236}">
                <a16:creationId xmlns:a16="http://schemas.microsoft.com/office/drawing/2014/main" id="{852BCCA7-77FC-4853-AAB5-F8553EF1D194}"/>
              </a:ext>
            </a:extLst>
          </p:cNvPr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3696561" y="2140583"/>
            <a:ext cx="2935824" cy="1688099"/>
          </a:xfrm>
          <a:prstGeom prst="rect">
            <a:avLst/>
          </a:prstGeom>
        </p:spPr>
      </p:pic>
      <p:pic>
        <p:nvPicPr>
          <p:cNvPr id="212" name="Рисунок 211">
            <a:extLst>
              <a:ext uri="{FF2B5EF4-FFF2-40B4-BE49-F238E27FC236}">
                <a16:creationId xmlns:a16="http://schemas.microsoft.com/office/drawing/2014/main" id="{D8D3F33A-1A7C-4511-94FD-B33BA82A9284}"/>
              </a:ext>
            </a:extLst>
          </p:cNvPr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6694812" y="2140583"/>
            <a:ext cx="2935824" cy="1688099"/>
          </a:xfrm>
          <a:prstGeom prst="rect">
            <a:avLst/>
          </a:prstGeom>
        </p:spPr>
      </p:pic>
      <p:pic>
        <p:nvPicPr>
          <p:cNvPr id="213" name="Рисунок 212">
            <a:extLst>
              <a:ext uri="{FF2B5EF4-FFF2-40B4-BE49-F238E27FC236}">
                <a16:creationId xmlns:a16="http://schemas.microsoft.com/office/drawing/2014/main" id="{75070932-7EB5-43F5-B982-32C20589AFF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96561" y="4153522"/>
            <a:ext cx="2935824" cy="1688099"/>
          </a:xfrm>
          <a:prstGeom prst="rect">
            <a:avLst/>
          </a:prstGeom>
        </p:spPr>
      </p:pic>
      <p:pic>
        <p:nvPicPr>
          <p:cNvPr id="214" name="Рисунок 213">
            <a:extLst>
              <a:ext uri="{FF2B5EF4-FFF2-40B4-BE49-F238E27FC236}">
                <a16:creationId xmlns:a16="http://schemas.microsoft.com/office/drawing/2014/main" id="{A299595A-995C-4947-9236-8D39A4EFFBD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94812" y="4153522"/>
            <a:ext cx="2935824" cy="1688099"/>
          </a:xfrm>
          <a:prstGeom prst="rect">
            <a:avLst/>
          </a:prstGeom>
        </p:spPr>
      </p:pic>
      <p:sp>
        <p:nvSpPr>
          <p:cNvPr id="222" name="TextBox 221">
            <a:extLst>
              <a:ext uri="{FF2B5EF4-FFF2-40B4-BE49-F238E27FC236}">
                <a16:creationId xmlns:a16="http://schemas.microsoft.com/office/drawing/2014/main" id="{9BB9D32D-2476-43D4-BFE8-325E271E35FC}"/>
              </a:ext>
            </a:extLst>
          </p:cNvPr>
          <p:cNvSpPr txBox="1">
            <a:spLocks/>
          </p:cNvSpPr>
          <p:nvPr/>
        </p:nvSpPr>
        <p:spPr>
          <a:xfrm>
            <a:off x="3696561" y="3859788"/>
            <a:ext cx="2935824" cy="1538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1000" dirty="0"/>
              <a:t>Онлайн-бухгалтерия</a:t>
            </a:r>
            <a:r>
              <a:rPr lang="en-US" sz="1000" dirty="0"/>
              <a:t> </a:t>
            </a:r>
            <a:r>
              <a:rPr lang="ru-RU" sz="1000" dirty="0"/>
              <a:t>и персональный бухгалтер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39388EF1-E1BA-4B7E-B651-9D6A1BCE864C}"/>
              </a:ext>
            </a:extLst>
          </p:cNvPr>
          <p:cNvSpPr txBox="1">
            <a:spLocks/>
          </p:cNvSpPr>
          <p:nvPr/>
        </p:nvSpPr>
        <p:spPr>
          <a:xfrm>
            <a:off x="6694812" y="3859788"/>
            <a:ext cx="2935824" cy="1538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1000" dirty="0"/>
              <a:t>Работа с маркетплейсами</a:t>
            </a:r>
            <a:r>
              <a:rPr lang="en-US" sz="1000" dirty="0"/>
              <a:t> </a:t>
            </a:r>
            <a:r>
              <a:rPr lang="ru-RU" sz="1000" dirty="0"/>
              <a:t>(«</a:t>
            </a:r>
            <a:r>
              <a:rPr lang="ru-RU" sz="1000" dirty="0" err="1"/>
              <a:t>Селлер</a:t>
            </a:r>
            <a:r>
              <a:rPr lang="ru-RU" sz="1000" dirty="0"/>
              <a:t>»)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2B326F4B-DF34-4741-AEA7-FA10DC4113C0}"/>
              </a:ext>
            </a:extLst>
          </p:cNvPr>
          <p:cNvSpPr txBox="1">
            <a:spLocks/>
          </p:cNvSpPr>
          <p:nvPr/>
        </p:nvSpPr>
        <p:spPr>
          <a:xfrm>
            <a:off x="3696561" y="5872727"/>
            <a:ext cx="2935824" cy="1538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1000" dirty="0"/>
              <a:t>Конструктор сайтов</a:t>
            </a:r>
            <a:r>
              <a:rPr lang="en-US" sz="1000" dirty="0"/>
              <a:t> </a:t>
            </a:r>
            <a:r>
              <a:rPr lang="ru-RU" sz="1000" dirty="0"/>
              <a:t>и чат для сайта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1882558B-294E-4161-AD37-665A34A7D529}"/>
              </a:ext>
            </a:extLst>
          </p:cNvPr>
          <p:cNvSpPr txBox="1">
            <a:spLocks/>
          </p:cNvSpPr>
          <p:nvPr/>
        </p:nvSpPr>
        <p:spPr>
          <a:xfrm>
            <a:off x="6694812" y="5872727"/>
            <a:ext cx="2935824" cy="30777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1000" dirty="0"/>
              <a:t>Речевая аналитика звонков,</a:t>
            </a:r>
            <a:r>
              <a:rPr lang="en-US" sz="1000" dirty="0"/>
              <a:t> </a:t>
            </a:r>
            <a:r>
              <a:rPr lang="ru-RU" sz="1000" dirty="0"/>
              <a:t>КЭП и кадровые документы</a:t>
            </a:r>
          </a:p>
        </p:txBody>
      </p:sp>
      <p:sp>
        <p:nvSpPr>
          <p:cNvPr id="236" name="Прямоугольник: скругленные углы 235">
            <a:extLst>
              <a:ext uri="{FF2B5EF4-FFF2-40B4-BE49-F238E27FC236}">
                <a16:creationId xmlns:a16="http://schemas.microsoft.com/office/drawing/2014/main" id="{91C8C944-C9E4-42CB-8F77-CBEFCD965DD4}"/>
              </a:ext>
            </a:extLst>
          </p:cNvPr>
          <p:cNvSpPr>
            <a:spLocks/>
          </p:cNvSpPr>
          <p:nvPr/>
        </p:nvSpPr>
        <p:spPr>
          <a:xfrm>
            <a:off x="554735" y="1335292"/>
            <a:ext cx="2914085" cy="325867"/>
          </a:xfrm>
          <a:prstGeom prst="roundRect">
            <a:avLst>
              <a:gd name="adj" fmla="val 27281"/>
            </a:avLst>
          </a:prstGeom>
          <a:gradFill flip="none" rotWithShape="1">
            <a:gsLst>
              <a:gs pos="0">
                <a:srgbClr val="E1BC01"/>
              </a:gs>
              <a:gs pos="100000">
                <a:srgbClr val="FEDD2D"/>
              </a:gs>
            </a:gsLst>
            <a:lin ang="2700000" scaled="1"/>
            <a:tileRect/>
          </a:gradFill>
          <a:ln w="6350" cap="flat">
            <a:solidFill>
              <a:srgbClr val="E1BC0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ru-RU" sz="1200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КЛЮЧЕВЫЕ ЭТАПЫ РАЗВИТИЯ</a:t>
            </a:r>
          </a:p>
        </p:txBody>
      </p:sp>
      <p:grpSp>
        <p:nvGrpSpPr>
          <p:cNvPr id="295" name="Группа 294">
            <a:extLst>
              <a:ext uri="{FF2B5EF4-FFF2-40B4-BE49-F238E27FC236}">
                <a16:creationId xmlns:a16="http://schemas.microsoft.com/office/drawing/2014/main" id="{686241F7-0FFA-4B27-958A-2333DBB59A25}"/>
              </a:ext>
            </a:extLst>
          </p:cNvPr>
          <p:cNvGrpSpPr/>
          <p:nvPr/>
        </p:nvGrpSpPr>
        <p:grpSpPr>
          <a:xfrm>
            <a:off x="1212850" y="1857737"/>
            <a:ext cx="2159000" cy="505408"/>
            <a:chOff x="1212850" y="1857737"/>
            <a:chExt cx="2159000" cy="505408"/>
          </a:xfrm>
        </p:grpSpPr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F1A809BB-1873-4AB9-A6C1-D02B62140CC8}"/>
                </a:ext>
              </a:extLst>
            </p:cNvPr>
            <p:cNvSpPr txBox="1"/>
            <p:nvPr/>
          </p:nvSpPr>
          <p:spPr>
            <a:xfrm>
              <a:off x="1212850" y="1857737"/>
              <a:ext cx="2159000" cy="512064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050" b="1" dirty="0"/>
                <a:t>Выход в МСБ</a:t>
              </a:r>
              <a:r>
                <a:rPr lang="ru-RU" sz="1000" b="0" dirty="0"/>
                <a:t> через РКО без отделений и унаследованной клиентской базы</a:t>
              </a:r>
            </a:p>
          </p:txBody>
        </p:sp>
      </p:grpSp>
      <p:sp>
        <p:nvSpPr>
          <p:cNvPr id="284" name="Прямоугольник: скругленные углы 283">
            <a:extLst>
              <a:ext uri="{FF2B5EF4-FFF2-40B4-BE49-F238E27FC236}">
                <a16:creationId xmlns:a16="http://schemas.microsoft.com/office/drawing/2014/main" id="{437910F0-FB59-45D7-B639-BB270775EA8B}"/>
              </a:ext>
            </a:extLst>
          </p:cNvPr>
          <p:cNvSpPr/>
          <p:nvPr/>
        </p:nvSpPr>
        <p:spPr>
          <a:xfrm>
            <a:off x="630935" y="1857737"/>
            <a:ext cx="512065" cy="18061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E1BC01"/>
              </a:gs>
              <a:gs pos="100000">
                <a:srgbClr val="FEDD2D"/>
              </a:gs>
            </a:gsLst>
            <a:lin ang="2700000" scaled="1"/>
            <a:tileRect/>
          </a:gradFill>
          <a:ln w="6350" cap="flat">
            <a:solidFill>
              <a:srgbClr val="E1BC0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72000" rIns="36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2015</a:t>
            </a:r>
            <a:endParaRPr lang="ru-RU" sz="1050" b="1" dirty="0" err="1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grpSp>
        <p:nvGrpSpPr>
          <p:cNvPr id="294" name="Группа 293">
            <a:extLst>
              <a:ext uri="{FF2B5EF4-FFF2-40B4-BE49-F238E27FC236}">
                <a16:creationId xmlns:a16="http://schemas.microsoft.com/office/drawing/2014/main" id="{A8EC39B2-D3F4-4408-B6C5-96D09932E7AE}"/>
              </a:ext>
            </a:extLst>
          </p:cNvPr>
          <p:cNvGrpSpPr/>
          <p:nvPr/>
        </p:nvGrpSpPr>
        <p:grpSpPr>
          <a:xfrm>
            <a:off x="1212850" y="2568893"/>
            <a:ext cx="2159000" cy="659296"/>
            <a:chOff x="1212850" y="2651741"/>
            <a:chExt cx="2159000" cy="659296"/>
          </a:xfrm>
        </p:grpSpPr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020E943A-5FFD-4065-884E-D00565012BB6}"/>
                </a:ext>
              </a:extLst>
            </p:cNvPr>
            <p:cNvSpPr txBox="1"/>
            <p:nvPr/>
          </p:nvSpPr>
          <p:spPr>
            <a:xfrm>
              <a:off x="1212850" y="2651741"/>
              <a:ext cx="2159000" cy="512064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050" b="1" dirty="0"/>
                <a:t>Мобильное приложение</a:t>
              </a:r>
              <a:r>
                <a:rPr lang="ru-RU" sz="1000" b="0" dirty="0"/>
                <a:t> для малого бизнеса выпущено в феврале</a:t>
              </a:r>
            </a:p>
          </p:txBody>
        </p:sp>
      </p:grpSp>
      <p:sp>
        <p:nvSpPr>
          <p:cNvPr id="285" name="Прямоугольник: скругленные углы 284">
            <a:extLst>
              <a:ext uri="{FF2B5EF4-FFF2-40B4-BE49-F238E27FC236}">
                <a16:creationId xmlns:a16="http://schemas.microsoft.com/office/drawing/2014/main" id="{B65D7E3C-6AF3-44CB-9392-72AA826843A8}"/>
              </a:ext>
            </a:extLst>
          </p:cNvPr>
          <p:cNvSpPr/>
          <p:nvPr/>
        </p:nvSpPr>
        <p:spPr>
          <a:xfrm>
            <a:off x="630935" y="2568893"/>
            <a:ext cx="512065" cy="18061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E1BC01"/>
              </a:gs>
              <a:gs pos="100000">
                <a:srgbClr val="FEDD2D"/>
              </a:gs>
            </a:gsLst>
            <a:lin ang="2700000" scaled="1"/>
            <a:tileRect/>
          </a:gradFill>
          <a:ln w="6350" cap="flat">
            <a:solidFill>
              <a:srgbClr val="E1BC0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72000" rIns="36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2016</a:t>
            </a:r>
            <a:endParaRPr lang="ru-RU" sz="1050" b="1" dirty="0" err="1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grpSp>
        <p:nvGrpSpPr>
          <p:cNvPr id="296" name="Группа 295">
            <a:extLst>
              <a:ext uri="{FF2B5EF4-FFF2-40B4-BE49-F238E27FC236}">
                <a16:creationId xmlns:a16="http://schemas.microsoft.com/office/drawing/2014/main" id="{25A305C7-BFD0-414B-97E5-CB7621163DD1}"/>
              </a:ext>
            </a:extLst>
          </p:cNvPr>
          <p:cNvGrpSpPr/>
          <p:nvPr/>
        </p:nvGrpSpPr>
        <p:grpSpPr>
          <a:xfrm>
            <a:off x="1212850" y="3433937"/>
            <a:ext cx="2159000" cy="505408"/>
            <a:chOff x="1212850" y="3445745"/>
            <a:chExt cx="2159000" cy="505408"/>
          </a:xfrm>
        </p:grpSpPr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3E6DBF9F-547B-4E1A-8084-CED7C813EFA2}"/>
                </a:ext>
              </a:extLst>
            </p:cNvPr>
            <p:cNvSpPr txBox="1"/>
            <p:nvPr/>
          </p:nvSpPr>
          <p:spPr>
            <a:xfrm>
              <a:off x="1212850" y="3445745"/>
              <a:ext cx="2159000" cy="512064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050" b="1" dirty="0"/>
                <a:t>Покупка CloudPayments</a:t>
              </a:r>
              <a:r>
                <a:rPr lang="ru-RU" sz="1000" b="0" dirty="0"/>
                <a:t> за 290 млн руб. (55%), эквайринг и онлайн-кассы</a:t>
              </a:r>
              <a:endParaRPr lang="ru-RU" sz="1050" b="1" dirty="0"/>
            </a:p>
          </p:txBody>
        </p:sp>
      </p:grpSp>
      <p:sp>
        <p:nvSpPr>
          <p:cNvPr id="286" name="Прямоугольник: скругленные углы 285">
            <a:extLst>
              <a:ext uri="{FF2B5EF4-FFF2-40B4-BE49-F238E27FC236}">
                <a16:creationId xmlns:a16="http://schemas.microsoft.com/office/drawing/2014/main" id="{8CC7AE29-C83C-4821-8DF3-970B7823515D}"/>
              </a:ext>
            </a:extLst>
          </p:cNvPr>
          <p:cNvSpPr/>
          <p:nvPr/>
        </p:nvSpPr>
        <p:spPr>
          <a:xfrm>
            <a:off x="630935" y="3433937"/>
            <a:ext cx="512065" cy="364163"/>
          </a:xfrm>
          <a:prstGeom prst="roundRect">
            <a:avLst>
              <a:gd name="adj" fmla="val 19842"/>
            </a:avLst>
          </a:prstGeom>
          <a:gradFill flip="none" rotWithShape="1">
            <a:gsLst>
              <a:gs pos="0">
                <a:srgbClr val="E1BC01"/>
              </a:gs>
              <a:gs pos="100000">
                <a:srgbClr val="FEDD2D"/>
              </a:gs>
            </a:gsLst>
            <a:lin ang="2700000" scaled="1"/>
            <a:tileRect/>
          </a:gradFill>
          <a:ln w="6350" cap="flat">
            <a:solidFill>
              <a:srgbClr val="E1BC0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72000" rIns="36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2017-</a:t>
            </a:r>
            <a:b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</a:b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2019</a:t>
            </a:r>
            <a:endParaRPr lang="ru-RU" sz="1050" b="1" dirty="0" err="1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grpSp>
        <p:nvGrpSpPr>
          <p:cNvPr id="298" name="Группа 297">
            <a:extLst>
              <a:ext uri="{FF2B5EF4-FFF2-40B4-BE49-F238E27FC236}">
                <a16:creationId xmlns:a16="http://schemas.microsoft.com/office/drawing/2014/main" id="{A8519B29-216B-47FA-9AAF-BBA7D912DD5D}"/>
              </a:ext>
            </a:extLst>
          </p:cNvPr>
          <p:cNvGrpSpPr/>
          <p:nvPr/>
        </p:nvGrpSpPr>
        <p:grpSpPr>
          <a:xfrm>
            <a:off x="1212850" y="4856249"/>
            <a:ext cx="2159000" cy="505408"/>
            <a:chOff x="1212850" y="4773403"/>
            <a:chExt cx="2159000" cy="505408"/>
          </a:xfrm>
        </p:grpSpPr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52A2C1BA-2BAC-45B9-A0C5-8CB281482E1A}"/>
                </a:ext>
              </a:extLst>
            </p:cNvPr>
            <p:cNvSpPr txBox="1"/>
            <p:nvPr/>
          </p:nvSpPr>
          <p:spPr>
            <a:xfrm>
              <a:off x="1212850" y="4773403"/>
              <a:ext cx="2159000" cy="512064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050" b="1" dirty="0"/>
                <a:t>Ребрендинг в Т-Бизнес</a:t>
              </a:r>
              <a:r>
                <a:rPr lang="ru-RU" sz="1000" b="0" dirty="0"/>
                <a:t> под единым брендом «Т-», присоединение Росбанка</a:t>
              </a:r>
            </a:p>
          </p:txBody>
        </p:sp>
      </p:grpSp>
      <p:sp>
        <p:nvSpPr>
          <p:cNvPr id="288" name="Прямоугольник: скругленные углы 287">
            <a:extLst>
              <a:ext uri="{FF2B5EF4-FFF2-40B4-BE49-F238E27FC236}">
                <a16:creationId xmlns:a16="http://schemas.microsoft.com/office/drawing/2014/main" id="{825CE4F7-0F64-46B4-B277-E6B355C2FBE9}"/>
              </a:ext>
            </a:extLst>
          </p:cNvPr>
          <p:cNvSpPr/>
          <p:nvPr/>
        </p:nvSpPr>
        <p:spPr>
          <a:xfrm>
            <a:off x="630935" y="4856249"/>
            <a:ext cx="512065" cy="18061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E1BC01"/>
              </a:gs>
              <a:gs pos="100000">
                <a:srgbClr val="FEDD2D"/>
              </a:gs>
            </a:gsLst>
            <a:lin ang="2700000" scaled="1"/>
            <a:tileRect/>
          </a:gradFill>
          <a:ln w="6350" cap="flat">
            <a:solidFill>
              <a:srgbClr val="E1BC0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72000" rIns="36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2024</a:t>
            </a:r>
            <a:endParaRPr lang="ru-RU" sz="1050" b="1" dirty="0" err="1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grpSp>
        <p:nvGrpSpPr>
          <p:cNvPr id="297" name="Группа 296">
            <a:extLst>
              <a:ext uri="{FF2B5EF4-FFF2-40B4-BE49-F238E27FC236}">
                <a16:creationId xmlns:a16="http://schemas.microsoft.com/office/drawing/2014/main" id="{C20B9363-CC7D-4FD3-93EC-B4ACF3D27953}"/>
              </a:ext>
            </a:extLst>
          </p:cNvPr>
          <p:cNvGrpSpPr/>
          <p:nvPr/>
        </p:nvGrpSpPr>
        <p:grpSpPr>
          <a:xfrm>
            <a:off x="1212850" y="4145093"/>
            <a:ext cx="2159000" cy="505408"/>
            <a:chOff x="1212850" y="4239749"/>
            <a:chExt cx="2159000" cy="505408"/>
          </a:xfrm>
        </p:grpSpPr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99E6A942-AFE4-4564-B4A1-FAC309B88FC9}"/>
                </a:ext>
              </a:extLst>
            </p:cNvPr>
            <p:cNvSpPr txBox="1"/>
            <p:nvPr/>
          </p:nvSpPr>
          <p:spPr>
            <a:xfrm>
              <a:off x="1212850" y="4239749"/>
              <a:ext cx="2159000" cy="512064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050" b="1" dirty="0"/>
                <a:t>Собственные сервисы</a:t>
              </a:r>
              <a:r>
                <a:rPr lang="ru-RU" sz="1000" b="0" dirty="0"/>
                <a:t> от бухгалтерии и конструктора сайтов до «Селлера» и КЭП</a:t>
              </a:r>
            </a:p>
          </p:txBody>
        </p:sp>
      </p:grpSp>
      <p:sp>
        <p:nvSpPr>
          <p:cNvPr id="290" name="Прямоугольник: скругленные углы 289">
            <a:extLst>
              <a:ext uri="{FF2B5EF4-FFF2-40B4-BE49-F238E27FC236}">
                <a16:creationId xmlns:a16="http://schemas.microsoft.com/office/drawing/2014/main" id="{0B92D436-1000-4558-9AA6-348E400486F6}"/>
              </a:ext>
            </a:extLst>
          </p:cNvPr>
          <p:cNvSpPr/>
          <p:nvPr/>
        </p:nvSpPr>
        <p:spPr>
          <a:xfrm>
            <a:off x="630935" y="4145093"/>
            <a:ext cx="512065" cy="364163"/>
          </a:xfrm>
          <a:prstGeom prst="roundRect">
            <a:avLst>
              <a:gd name="adj" fmla="val 19842"/>
            </a:avLst>
          </a:prstGeom>
          <a:gradFill flip="none" rotWithShape="1">
            <a:gsLst>
              <a:gs pos="0">
                <a:srgbClr val="E1BC01"/>
              </a:gs>
              <a:gs pos="100000">
                <a:srgbClr val="FEDD2D"/>
              </a:gs>
            </a:gsLst>
            <a:lin ang="2700000" scaled="1"/>
            <a:tileRect/>
          </a:gradFill>
          <a:ln w="6350" cap="flat">
            <a:solidFill>
              <a:srgbClr val="E1BC0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72000" rIns="36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2019-</a:t>
            </a:r>
            <a:b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</a:b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2023</a:t>
            </a:r>
            <a:endParaRPr lang="ru-RU" sz="1050" b="1" dirty="0" err="1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grpSp>
        <p:nvGrpSpPr>
          <p:cNvPr id="299" name="Группа 298">
            <a:extLst>
              <a:ext uri="{FF2B5EF4-FFF2-40B4-BE49-F238E27FC236}">
                <a16:creationId xmlns:a16="http://schemas.microsoft.com/office/drawing/2014/main" id="{A8E34280-FCDA-493F-9746-FD3DEA9422B6}"/>
              </a:ext>
            </a:extLst>
          </p:cNvPr>
          <p:cNvGrpSpPr/>
          <p:nvPr/>
        </p:nvGrpSpPr>
        <p:grpSpPr>
          <a:xfrm>
            <a:off x="1212850" y="5567407"/>
            <a:ext cx="2159000" cy="505408"/>
            <a:chOff x="1212850" y="5567407"/>
            <a:chExt cx="2159000" cy="505408"/>
          </a:xfrm>
        </p:grpSpPr>
        <p:sp>
          <p:nvSpPr>
            <p:cNvPr id="274" name="TextBox 273">
              <a:extLst>
                <a:ext uri="{FF2B5EF4-FFF2-40B4-BE49-F238E27FC236}">
                  <a16:creationId xmlns:a16="http://schemas.microsoft.com/office/drawing/2014/main" id="{A33DCFB1-59C4-4AD4-A542-679A5B9A0949}"/>
                </a:ext>
              </a:extLst>
            </p:cNvPr>
            <p:cNvSpPr txBox="1"/>
            <p:nvPr/>
          </p:nvSpPr>
          <p:spPr>
            <a:xfrm>
              <a:off x="1212850" y="5567407"/>
              <a:ext cx="2159000" cy="512064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050" b="1" dirty="0"/>
                <a:t>Охват без монетизации</a:t>
              </a:r>
              <a:r>
                <a:rPr lang="ru-RU" sz="1000" b="0" dirty="0"/>
                <a:t>, 14,5% клиентов рынка МСБ при 2,1% средств бизнеса</a:t>
              </a:r>
            </a:p>
          </p:txBody>
        </p:sp>
      </p:grpSp>
      <p:sp>
        <p:nvSpPr>
          <p:cNvPr id="291" name="Прямоугольник: скругленные углы 290">
            <a:extLst>
              <a:ext uri="{FF2B5EF4-FFF2-40B4-BE49-F238E27FC236}">
                <a16:creationId xmlns:a16="http://schemas.microsoft.com/office/drawing/2014/main" id="{9BC49BD7-F2D3-4D6E-B6C6-F39507485E3D}"/>
              </a:ext>
            </a:extLst>
          </p:cNvPr>
          <p:cNvSpPr/>
          <p:nvPr/>
        </p:nvSpPr>
        <p:spPr>
          <a:xfrm>
            <a:off x="630935" y="5567407"/>
            <a:ext cx="512065" cy="364163"/>
          </a:xfrm>
          <a:prstGeom prst="roundRect">
            <a:avLst>
              <a:gd name="adj" fmla="val 19842"/>
            </a:avLst>
          </a:prstGeom>
          <a:gradFill flip="none" rotWithShape="1">
            <a:gsLst>
              <a:gs pos="0">
                <a:srgbClr val="E1BC01"/>
              </a:gs>
              <a:gs pos="100000">
                <a:srgbClr val="FEDD2D"/>
              </a:gs>
            </a:gsLst>
            <a:lin ang="2700000" scaled="1"/>
            <a:tileRect/>
          </a:gradFill>
          <a:ln w="6350" cap="flat">
            <a:solidFill>
              <a:srgbClr val="E1BC0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72000" rIns="36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2025-</a:t>
            </a:r>
            <a:b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</a:b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2026</a:t>
            </a:r>
            <a:endParaRPr lang="ru-RU" sz="1050" b="1" dirty="0" err="1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306" name="Прямая соединительная линия 305">
            <a:extLst>
              <a:ext uri="{FF2B5EF4-FFF2-40B4-BE49-F238E27FC236}">
                <a16:creationId xmlns:a16="http://schemas.microsoft.com/office/drawing/2014/main" id="{97269AA1-4EB4-4737-87A9-4ACC471084D2}"/>
              </a:ext>
            </a:extLst>
          </p:cNvPr>
          <p:cNvCxnSpPr>
            <a:cxnSpLocks/>
          </p:cNvCxnSpPr>
          <p:nvPr/>
        </p:nvCxnSpPr>
        <p:spPr>
          <a:xfrm>
            <a:off x="883920" y="2466019"/>
            <a:ext cx="2487930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3">
                    <a:lumMod val="40000"/>
                    <a:lumOff val="60000"/>
                    <a:alpha val="0"/>
                  </a:schemeClr>
                </a:gs>
                <a:gs pos="32000">
                  <a:schemeClr val="accent3">
                    <a:lumMod val="40000"/>
                    <a:lumOff val="60000"/>
                  </a:schemeClr>
                </a:gs>
                <a:gs pos="73000">
                  <a:schemeClr val="accent3">
                    <a:lumMod val="40000"/>
                    <a:lumOff val="60000"/>
                  </a:schemeClr>
                </a:gs>
                <a:gs pos="100000">
                  <a:schemeClr val="accent3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Прямая соединительная линия 306">
            <a:extLst>
              <a:ext uri="{FF2B5EF4-FFF2-40B4-BE49-F238E27FC236}">
                <a16:creationId xmlns:a16="http://schemas.microsoft.com/office/drawing/2014/main" id="{307A6F11-25BA-47AA-A27C-F9254E03F3FB}"/>
              </a:ext>
            </a:extLst>
          </p:cNvPr>
          <p:cNvCxnSpPr>
            <a:cxnSpLocks/>
          </p:cNvCxnSpPr>
          <p:nvPr/>
        </p:nvCxnSpPr>
        <p:spPr>
          <a:xfrm>
            <a:off x="883920" y="3331063"/>
            <a:ext cx="2487930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3">
                    <a:lumMod val="40000"/>
                    <a:lumOff val="60000"/>
                    <a:alpha val="0"/>
                  </a:schemeClr>
                </a:gs>
                <a:gs pos="32000">
                  <a:schemeClr val="accent3">
                    <a:lumMod val="40000"/>
                    <a:lumOff val="60000"/>
                  </a:schemeClr>
                </a:gs>
                <a:gs pos="73000">
                  <a:schemeClr val="accent3">
                    <a:lumMod val="40000"/>
                    <a:lumOff val="60000"/>
                  </a:schemeClr>
                </a:gs>
                <a:gs pos="100000">
                  <a:schemeClr val="accent3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Прямая соединительная линия 307">
            <a:extLst>
              <a:ext uri="{FF2B5EF4-FFF2-40B4-BE49-F238E27FC236}">
                <a16:creationId xmlns:a16="http://schemas.microsoft.com/office/drawing/2014/main" id="{117E4522-F1C0-4CB0-889E-A6E6B7415E6B}"/>
              </a:ext>
            </a:extLst>
          </p:cNvPr>
          <p:cNvCxnSpPr>
            <a:cxnSpLocks/>
          </p:cNvCxnSpPr>
          <p:nvPr/>
        </p:nvCxnSpPr>
        <p:spPr>
          <a:xfrm>
            <a:off x="883920" y="4042219"/>
            <a:ext cx="2487930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3">
                    <a:lumMod val="40000"/>
                    <a:lumOff val="60000"/>
                    <a:alpha val="0"/>
                  </a:schemeClr>
                </a:gs>
                <a:gs pos="32000">
                  <a:schemeClr val="accent3">
                    <a:lumMod val="40000"/>
                    <a:lumOff val="60000"/>
                  </a:schemeClr>
                </a:gs>
                <a:gs pos="73000">
                  <a:schemeClr val="accent3">
                    <a:lumMod val="40000"/>
                    <a:lumOff val="60000"/>
                  </a:schemeClr>
                </a:gs>
                <a:gs pos="100000">
                  <a:schemeClr val="accent3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Прямая соединительная линия 308">
            <a:extLst>
              <a:ext uri="{FF2B5EF4-FFF2-40B4-BE49-F238E27FC236}">
                <a16:creationId xmlns:a16="http://schemas.microsoft.com/office/drawing/2014/main" id="{372FDD27-CFD3-4244-8B14-10BE3E76D3FC}"/>
              </a:ext>
            </a:extLst>
          </p:cNvPr>
          <p:cNvCxnSpPr>
            <a:cxnSpLocks/>
          </p:cNvCxnSpPr>
          <p:nvPr/>
        </p:nvCxnSpPr>
        <p:spPr>
          <a:xfrm>
            <a:off x="883920" y="4753375"/>
            <a:ext cx="2487930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3">
                    <a:lumMod val="40000"/>
                    <a:lumOff val="60000"/>
                    <a:alpha val="0"/>
                  </a:schemeClr>
                </a:gs>
                <a:gs pos="32000">
                  <a:schemeClr val="accent3">
                    <a:lumMod val="40000"/>
                    <a:lumOff val="60000"/>
                  </a:schemeClr>
                </a:gs>
                <a:gs pos="73000">
                  <a:schemeClr val="accent3">
                    <a:lumMod val="40000"/>
                    <a:lumOff val="60000"/>
                  </a:schemeClr>
                </a:gs>
                <a:gs pos="100000">
                  <a:schemeClr val="accent3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Прямая соединительная линия 309">
            <a:extLst>
              <a:ext uri="{FF2B5EF4-FFF2-40B4-BE49-F238E27FC236}">
                <a16:creationId xmlns:a16="http://schemas.microsoft.com/office/drawing/2014/main" id="{2D38CB70-0985-438D-93B1-D245D5158341}"/>
              </a:ext>
            </a:extLst>
          </p:cNvPr>
          <p:cNvCxnSpPr>
            <a:cxnSpLocks/>
          </p:cNvCxnSpPr>
          <p:nvPr/>
        </p:nvCxnSpPr>
        <p:spPr>
          <a:xfrm>
            <a:off x="883920" y="5464531"/>
            <a:ext cx="2487930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3">
                    <a:lumMod val="40000"/>
                    <a:lumOff val="60000"/>
                    <a:alpha val="0"/>
                  </a:schemeClr>
                </a:gs>
                <a:gs pos="32000">
                  <a:schemeClr val="accent3">
                    <a:lumMod val="40000"/>
                    <a:lumOff val="60000"/>
                  </a:schemeClr>
                </a:gs>
                <a:gs pos="73000">
                  <a:schemeClr val="accent3">
                    <a:lumMod val="40000"/>
                    <a:lumOff val="60000"/>
                  </a:schemeClr>
                </a:gs>
                <a:gs pos="100000">
                  <a:schemeClr val="accent3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1A51E5E-CF81-4430-AF9B-0A67C68DF31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35180" y="2251251"/>
            <a:ext cx="2233100" cy="1456111"/>
          </a:xfrm>
          <a:prstGeom prst="rect">
            <a:avLst/>
          </a:prstGeom>
        </p:spPr>
      </p:pic>
      <p:pic>
        <p:nvPicPr>
          <p:cNvPr id="240646" name="Picture 6">
            <a:extLst>
              <a:ext uri="{FF2B5EF4-FFF2-40B4-BE49-F238E27FC236}">
                <a16:creationId xmlns:a16="http://schemas.microsoft.com/office/drawing/2014/main" id="{B0395BF7-9CDE-458C-85AA-AB61DA093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3331" y="4163481"/>
            <a:ext cx="2192286" cy="1561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650" name="Picture 10">
            <a:extLst>
              <a:ext uri="{FF2B5EF4-FFF2-40B4-BE49-F238E27FC236}">
                <a16:creationId xmlns:a16="http://schemas.microsoft.com/office/drawing/2014/main" id="{9F1B8E09-F1DA-4AF2-BC92-3E038A3423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60" t="7210" r="14235" b="7331"/>
          <a:stretch/>
        </p:blipFill>
        <p:spPr bwMode="auto">
          <a:xfrm>
            <a:off x="7035180" y="4260243"/>
            <a:ext cx="2271761" cy="1422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F667C9B-FEE0-4D37-9ABD-295C51010E97}"/>
              </a:ext>
            </a:extLst>
          </p:cNvPr>
          <p:cNvSpPr txBox="1"/>
          <p:nvPr/>
        </p:nvSpPr>
        <p:spPr>
          <a:xfrm>
            <a:off x="1460995" y="-441064"/>
            <a:ext cx="914400" cy="9144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ru-RU" sz="16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3BE3F3C-E011-4E55-8487-AEAABEAEC50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02077" y="2258207"/>
            <a:ext cx="2147214" cy="1449156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B1303311-4421-4E16-9550-ACF9FBC6DBDA}"/>
              </a:ext>
            </a:extLst>
          </p:cNvPr>
          <p:cNvSpPr txBox="1">
            <a:spLocks/>
          </p:cNvSpPr>
          <p:nvPr/>
        </p:nvSpPr>
        <p:spPr>
          <a:xfrm>
            <a:off x="9966960" y="1975104"/>
            <a:ext cx="1563624" cy="2743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800" b="1" dirty="0">
                <a:latin typeface="+mj-lt"/>
              </a:rPr>
              <a:t>70+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B48F671-E760-4A48-A775-AE4BC215949F}"/>
              </a:ext>
            </a:extLst>
          </p:cNvPr>
          <p:cNvSpPr txBox="1">
            <a:spLocks/>
          </p:cNvSpPr>
          <p:nvPr/>
        </p:nvSpPr>
        <p:spPr>
          <a:xfrm>
            <a:off x="9966960" y="2276856"/>
            <a:ext cx="1563624" cy="45720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технологичных продуктов для бизнеса в Т-Бизнесе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5595B871-3CA5-4E5C-8E9C-E1016FC322FB}"/>
              </a:ext>
            </a:extLst>
          </p:cNvPr>
          <p:cNvSpPr txBox="1">
            <a:spLocks/>
          </p:cNvSpPr>
          <p:nvPr/>
        </p:nvSpPr>
        <p:spPr>
          <a:xfrm>
            <a:off x="9966960" y="2944368"/>
            <a:ext cx="1563624" cy="2743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800" b="1" dirty="0">
                <a:latin typeface="+mj-lt"/>
              </a:rPr>
              <a:t>1,6 млн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BA2C672D-850E-424A-A1CB-CFE8B203FA41}"/>
              </a:ext>
            </a:extLst>
          </p:cNvPr>
          <p:cNvSpPr txBox="1">
            <a:spLocks/>
          </p:cNvSpPr>
          <p:nvPr/>
        </p:nvSpPr>
        <p:spPr>
          <a:xfrm>
            <a:off x="9966960" y="3246120"/>
            <a:ext cx="1563624" cy="45720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клиентов малого и среднего бизнеса по итогам 2025 г.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300389D0-0280-4D86-A31D-8A2850C2A3C7}"/>
              </a:ext>
            </a:extLst>
          </p:cNvPr>
          <p:cNvSpPr txBox="1">
            <a:spLocks/>
          </p:cNvSpPr>
          <p:nvPr/>
        </p:nvSpPr>
        <p:spPr>
          <a:xfrm>
            <a:off x="9966960" y="3913632"/>
            <a:ext cx="1563624" cy="2743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800" b="1" dirty="0">
                <a:latin typeface="+mj-lt"/>
              </a:rPr>
              <a:t>10</a:t>
            </a:r>
            <a:r>
              <a:rPr lang="ru-RU" sz="1200" b="1" dirty="0">
                <a:latin typeface="+mj-lt"/>
              </a:rPr>
              <a:t> минут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0D9539BD-EA05-45D8-B231-C9EB9A90845A}"/>
              </a:ext>
            </a:extLst>
          </p:cNvPr>
          <p:cNvSpPr txBox="1">
            <a:spLocks/>
          </p:cNvSpPr>
          <p:nvPr/>
        </p:nvSpPr>
        <p:spPr>
          <a:xfrm>
            <a:off x="9966960" y="4215384"/>
            <a:ext cx="1563624" cy="45720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до звонка менеджера с предложением сервисов (Frank RG, 2024 г.)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 hidden="1">
            <a:extLst>
              <a:ext uri="{FF2B5EF4-FFF2-40B4-BE49-F238E27FC236}">
                <a16:creationId xmlns:a16="http://schemas.microsoft.com/office/drawing/2014/main" id="{3A97B088-1C25-4B56-8CA7-B9E619B493A0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689" name="think-cell Slide" r:id="rId8" imgW="473" imgH="473" progId="TCLayout.ActiveDocument.1">
                  <p:embed/>
                </p:oleObj>
              </mc:Choice>
              <mc:Fallback>
                <p:oleObj name="think-cell Slide" r:id="rId8" imgW="473" imgH="473" progId="TCLayout.ActiveDocument.1">
                  <p:embed/>
                  <p:pic>
                    <p:nvPicPr>
                      <p:cNvPr id="6" name="Object 6" hidden="1">
                        <a:extLst>
                          <a:ext uri="{FF2B5EF4-FFF2-40B4-BE49-F238E27FC236}">
                            <a16:creationId xmlns:a16="http://schemas.microsoft.com/office/drawing/2014/main" id="{3A97B088-1C25-4B56-8CA7-B9E619B493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1" name="Group 277">
            <a:extLst>
              <a:ext uri="{FF2B5EF4-FFF2-40B4-BE49-F238E27FC236}">
                <a16:creationId xmlns:a16="http://schemas.microsoft.com/office/drawing/2014/main" id="{CCB7B318-00BD-48BA-971E-5FB2145828DA}"/>
              </a:ext>
            </a:extLst>
          </p:cNvPr>
          <p:cNvGrpSpPr/>
          <p:nvPr/>
        </p:nvGrpSpPr>
        <p:grpSpPr>
          <a:xfrm>
            <a:off x="-51976" y="-193483"/>
            <a:ext cx="12192000" cy="6854824"/>
            <a:chOff x="0" y="3176"/>
            <a:chExt cx="12192000" cy="6854824"/>
          </a:xfrm>
        </p:grpSpPr>
        <p:grpSp>
          <p:nvGrpSpPr>
            <p:cNvPr id="82" name="Group 278">
              <a:extLst>
                <a:ext uri="{FF2B5EF4-FFF2-40B4-BE49-F238E27FC236}">
                  <a16:creationId xmlns:a16="http://schemas.microsoft.com/office/drawing/2014/main" id="{9E2FDBC3-62C9-4BDA-AE3F-5A367725C155}"/>
                </a:ext>
              </a:extLst>
            </p:cNvPr>
            <p:cNvGrpSpPr/>
            <p:nvPr/>
          </p:nvGrpSpPr>
          <p:grpSpPr>
            <a:xfrm>
              <a:off x="0" y="3176"/>
              <a:ext cx="12192000" cy="6854824"/>
              <a:chOff x="0" y="0"/>
              <a:chExt cx="12192000" cy="6854824"/>
            </a:xfrm>
          </p:grpSpPr>
          <p:sp>
            <p:nvSpPr>
              <p:cNvPr id="85" name="Прямоугольник 281">
                <a:extLst>
                  <a:ext uri="{FF2B5EF4-FFF2-40B4-BE49-F238E27FC236}">
                    <a16:creationId xmlns:a16="http://schemas.microsoft.com/office/drawing/2014/main" id="{7B2AC4B7-D48C-4726-81A6-761C8AA16354}"/>
                  </a:ext>
                </a:extLst>
              </p:cNvPr>
              <p:cNvSpPr/>
              <p:nvPr/>
            </p:nvSpPr>
            <p:spPr>
              <a:xfrm flipH="1">
                <a:off x="0" y="0"/>
                <a:ext cx="12192000" cy="6854824"/>
              </a:xfrm>
              <a:prstGeom prst="rect">
                <a:avLst/>
              </a:prstGeom>
              <a:solidFill>
                <a:srgbClr val="F5F5F5"/>
              </a:solidFill>
              <a:ln w="6350" cap="flat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n-US" sz="16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86" name="Группа 282">
                <a:extLst>
                  <a:ext uri="{FF2B5EF4-FFF2-40B4-BE49-F238E27FC236}">
                    <a16:creationId xmlns:a16="http://schemas.microsoft.com/office/drawing/2014/main" id="{3E2DD50E-AD94-4514-B9E6-8A3CA0EBB2C9}"/>
                  </a:ext>
                </a:extLst>
              </p:cNvPr>
              <p:cNvGrpSpPr/>
              <p:nvPr/>
            </p:nvGrpSpPr>
            <p:grpSpPr>
              <a:xfrm flipH="1">
                <a:off x="3525520" y="1668802"/>
                <a:ext cx="8666480" cy="5186022"/>
                <a:chOff x="0" y="2693375"/>
                <a:chExt cx="6959600" cy="4164625"/>
              </a:xfrm>
            </p:grpSpPr>
            <p:pic>
              <p:nvPicPr>
                <p:cNvPr id="87" name="Рисунок 283">
                  <a:extLst>
                    <a:ext uri="{FF2B5EF4-FFF2-40B4-BE49-F238E27FC236}">
                      <a16:creationId xmlns:a16="http://schemas.microsoft.com/office/drawing/2014/main" id="{84061DF4-454F-4E86-9F5C-4309C9C53021}"/>
                    </a:ext>
                  </a:extLst>
                </p:cNvPr>
                <p:cNvPicPr>
                  <a:picLocks/>
                </p:cNvPicPr>
                <p:nvPr/>
              </p:nvPicPr>
              <p:blipFill rotWithShape="1">
                <a:blip r:embed="rId10" cstate="hqprint">
                  <a:grayscl/>
                  <a:alphaModFix amt="6000"/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0" y="2693375"/>
                  <a:ext cx="6959600" cy="4164625"/>
                </a:xfrm>
                <a:prstGeom prst="rect">
                  <a:avLst/>
                </a:prstGeom>
              </p:spPr>
            </p:pic>
            <p:sp>
              <p:nvSpPr>
                <p:cNvPr id="88" name="Прямоугольник 284">
                  <a:extLst>
                    <a:ext uri="{FF2B5EF4-FFF2-40B4-BE49-F238E27FC236}">
                      <a16:creationId xmlns:a16="http://schemas.microsoft.com/office/drawing/2014/main" id="{5E6E8CD6-FA72-4877-9C7D-F8E7BF21537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181600" y="2693375"/>
                  <a:ext cx="1778000" cy="4164625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F5F5F5">
                        <a:alpha val="0"/>
                      </a:srgbClr>
                    </a:gs>
                    <a:gs pos="100000">
                      <a:srgbClr val="F5F5F5"/>
                    </a:gs>
                  </a:gsLst>
                  <a:lin ang="0" scaled="1"/>
                  <a:tileRect/>
                </a:gradFill>
                <a:ln w="6350" cap="flat">
                  <a:noFill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83" name="Slide Number">
              <a:extLst>
                <a:ext uri="{FF2B5EF4-FFF2-40B4-BE49-F238E27FC236}">
                  <a16:creationId xmlns:a16="http://schemas.microsoft.com/office/drawing/2014/main" id="{BDD3BFE3-036A-4D5C-A63E-590B09392DD5}"/>
                </a:ext>
              </a:extLst>
            </p:cNvPr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black">
            <a:xfrm>
              <a:off x="11311762" y="6514142"/>
              <a:ext cx="325501" cy="12311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b">
              <a:spAutoFit/>
            </a:bodyPr>
            <a:lstStyle/>
            <a:p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fld id="{4ABDCABE-3F10-B64C-92F1-862014417034}" type="slidenum">
                <a:rPr lang="ru-RU" sz="800" b="0" smtClean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rPr>
                <a:pPr algn="r" defTabSz="61074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t>2</a:t>
              </a:fld>
              <a:endParaRPr lang="ru-RU" sz="800" b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84" name="Рисунок 286">
              <a:extLst>
                <a:ext uri="{FF2B5EF4-FFF2-40B4-BE49-F238E27FC236}">
                  <a16:creationId xmlns:a16="http://schemas.microsoft.com/office/drawing/2014/main" id="{C1FDB8E4-395C-4045-9B43-976899DC95A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l="30920" t="19524" r="30920" b="22511"/>
            <a:stretch/>
          </p:blipFill>
          <p:spPr>
            <a:xfrm>
              <a:off x="11191495" y="226624"/>
              <a:ext cx="445768" cy="677108"/>
            </a:xfrm>
            <a:prstGeom prst="rect">
              <a:avLst/>
            </a:prstGeom>
          </p:spPr>
        </p:pic>
      </p:grpSp>
      <p:sp>
        <p:nvSpPr>
          <p:cNvPr id="165" name="Прямоугольник: скругленные углы 164">
            <a:extLst>
              <a:ext uri="{FF2B5EF4-FFF2-40B4-BE49-F238E27FC236}">
                <a16:creationId xmlns:a16="http://schemas.microsoft.com/office/drawing/2014/main" id="{19607D1C-00B3-43ED-93CF-4D109CFD4297}"/>
              </a:ext>
            </a:extLst>
          </p:cNvPr>
          <p:cNvSpPr>
            <a:spLocks/>
          </p:cNvSpPr>
          <p:nvPr/>
        </p:nvSpPr>
        <p:spPr>
          <a:xfrm>
            <a:off x="3565356" y="1762125"/>
            <a:ext cx="6196485" cy="4471035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6350">
            <a:noFill/>
          </a:ln>
          <a:effectLst>
            <a:outerShdw blurRad="152400" algn="ctr" rotWithShape="0">
              <a:schemeClr val="accent3">
                <a:alpha val="17000"/>
              </a:schemeClr>
            </a:outerShdw>
          </a:effectLst>
        </p:spPr>
        <p:txBody>
          <a:bodyPr wrap="square" lIns="72000" tIns="36000" rIns="72000" bIns="36000">
            <a:noAutofit/>
          </a:bodyPr>
          <a:lstStyle/>
          <a:p>
            <a:endParaRPr lang="ru-RU" sz="2000" b="1" dirty="0" err="1">
              <a:latin typeface="+mj-lt"/>
            </a:endParaRPr>
          </a:p>
        </p:txBody>
      </p:sp>
      <p:sp>
        <p:nvSpPr>
          <p:cNvPr id="193" name="Text 14">
            <a:extLst>
              <a:ext uri="{FF2B5EF4-FFF2-40B4-BE49-F238E27FC236}">
                <a16:creationId xmlns:a16="http://schemas.microsoft.com/office/drawing/2014/main" id="{0BA1C54C-F895-41C7-A56B-E578DF2AEAA3}"/>
              </a:ext>
            </a:extLst>
          </p:cNvPr>
          <p:cNvSpPr txBox="1">
            <a:spLocks/>
          </p:cNvSpPr>
          <p:nvPr/>
        </p:nvSpPr>
        <p:spPr>
          <a:xfrm>
            <a:off x="3657508" y="1844040"/>
            <a:ext cx="4080312" cy="4320847"/>
          </a:xfrm>
          <a:prstGeom prst="roundRect">
            <a:avLst>
              <a:gd name="adj" fmla="val 2179"/>
            </a:avLst>
          </a:prstGeom>
          <a:gradFill flip="none" rotWithShape="1">
            <a:gsLst>
              <a:gs pos="0">
                <a:srgbClr val="CAE566">
                  <a:alpha val="27000"/>
                </a:srgbClr>
              </a:gs>
              <a:gs pos="100000">
                <a:srgbClr val="CAE566">
                  <a:alpha val="0"/>
                </a:srgbClr>
              </a:gs>
            </a:gsLst>
            <a:lin ang="5400000" scaled="1"/>
            <a:tileRect/>
          </a:gradFill>
          <a:ln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endParaRPr lang="ru-RU" sz="1000" dirty="0">
              <a:cs typeface="Arial" panose="020B0604020202020204" pitchFamily="34" charset="0"/>
            </a:endParaRPr>
          </a:p>
        </p:txBody>
      </p:sp>
      <p:sp>
        <p:nvSpPr>
          <p:cNvPr id="241" name="Прямоугольник: скругленные углы 240">
            <a:extLst>
              <a:ext uri="{FF2B5EF4-FFF2-40B4-BE49-F238E27FC236}">
                <a16:creationId xmlns:a16="http://schemas.microsoft.com/office/drawing/2014/main" id="{4131945E-1FF7-41BC-8CB7-566995CF7493}"/>
              </a:ext>
            </a:extLst>
          </p:cNvPr>
          <p:cNvSpPr>
            <a:spLocks/>
          </p:cNvSpPr>
          <p:nvPr/>
        </p:nvSpPr>
        <p:spPr>
          <a:xfrm>
            <a:off x="554735" y="1762125"/>
            <a:ext cx="2914085" cy="4471035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6350">
            <a:noFill/>
          </a:ln>
          <a:effectLst>
            <a:outerShdw blurRad="152400" algn="ctr" rotWithShape="0">
              <a:schemeClr val="accent3">
                <a:alpha val="17000"/>
              </a:schemeClr>
            </a:outerShdw>
          </a:effectLst>
        </p:spPr>
        <p:txBody>
          <a:bodyPr wrap="square" lIns="72000" tIns="36000" rIns="72000" bIns="36000">
            <a:noAutofit/>
          </a:bodyPr>
          <a:lstStyle/>
          <a:p>
            <a:endParaRPr lang="ru-RU" sz="2000" b="1" dirty="0" err="1">
              <a:latin typeface="+mj-lt"/>
            </a:endParaRPr>
          </a:p>
        </p:txBody>
      </p:sp>
      <p:cxnSp>
        <p:nvCxnSpPr>
          <p:cNvPr id="313" name="Прямая со стрелкой 312">
            <a:extLst>
              <a:ext uri="{FF2B5EF4-FFF2-40B4-BE49-F238E27FC236}">
                <a16:creationId xmlns:a16="http://schemas.microsoft.com/office/drawing/2014/main" id="{4459D26F-1592-4CE2-94B0-AD334DE2618E}"/>
              </a:ext>
            </a:extLst>
          </p:cNvPr>
          <p:cNvCxnSpPr>
            <a:cxnSpLocks/>
          </p:cNvCxnSpPr>
          <p:nvPr/>
        </p:nvCxnSpPr>
        <p:spPr>
          <a:xfrm>
            <a:off x="886967" y="1964284"/>
            <a:ext cx="0" cy="4146956"/>
          </a:xfrm>
          <a:prstGeom prst="straightConnector1">
            <a:avLst/>
          </a:prstGeom>
          <a:ln w="6350" cap="sq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2. Slide Title">
            <a:extLst>
              <a:ext uri="{FF2B5EF4-FFF2-40B4-BE49-F238E27FC236}">
                <a16:creationId xmlns:a16="http://schemas.microsoft.com/office/drawing/2014/main" id="{499DFEFF-95D0-47DB-B9D2-F00F384BB893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5" y="226624"/>
            <a:ext cx="10402821" cy="67710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rIns="0" anchor="b" anchorCtr="0">
            <a:spAutoFit/>
          </a:bodyPr>
          <a:lstStyle/>
          <a:p>
            <a:r>
              <a:rPr lang="ru-RU" dirty="0" err="1"/>
              <a:t>Сбер</a:t>
            </a:r>
            <a:r>
              <a:rPr lang="ru-RU" dirty="0"/>
              <a:t> шёл к нефинансовым сервисам 14 лет: от портала </a:t>
            </a:r>
            <a:br>
              <a:rPr lang="en-US" dirty="0"/>
            </a:br>
            <a:r>
              <a:rPr lang="ru-RU" dirty="0"/>
              <a:t>для предпринимателей до самостоятельного B2B-тех-бизнеса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82F860A-5322-47E1-895C-E8AA738995F1}"/>
              </a:ext>
            </a:extLst>
          </p:cNvPr>
          <p:cNvSpPr/>
          <p:nvPr/>
        </p:nvSpPr>
        <p:spPr>
          <a:xfrm>
            <a:off x="554735" y="962024"/>
            <a:ext cx="906260" cy="2800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chemeClr val="accent3">
                <a:lumMod val="40000"/>
                <a:lumOff val="60000"/>
              </a:schemeClr>
            </a:solidFill>
          </a:ln>
          <a:effectLst>
            <a:outerShdw blurRad="152400" algn="ctr" rotWithShape="0">
              <a:schemeClr val="accent3">
                <a:alpha val="17000"/>
              </a:schemeClr>
            </a:outerShdw>
          </a:effectLst>
        </p:spPr>
        <p:txBody>
          <a:bodyPr wrap="square" lIns="144000" tIns="72000" rIns="144000" bIns="72000">
            <a:noAutofit/>
          </a:bodyPr>
          <a:lstStyle/>
          <a:p>
            <a:endParaRPr lang="ru-RU" dirty="0" err="1">
              <a:solidFill>
                <a:schemeClr val="tx1"/>
              </a:solidFill>
            </a:endParaRPr>
          </a:p>
        </p:txBody>
      </p:sp>
      <p:sp>
        <p:nvSpPr>
          <p:cNvPr id="163" name="5. Source">
            <a:extLst>
              <a:ext uri="{FF2B5EF4-FFF2-40B4-BE49-F238E27FC236}">
                <a16:creationId xmlns:a16="http://schemas.microsoft.com/office/drawing/2014/main" id="{6EDF6628-5C84-49B3-A9BC-B1053946B712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554734" y="6514142"/>
            <a:ext cx="1076020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dirty="0"/>
              <a:t>Источник: пресс-релизы и материалы </a:t>
            </a:r>
            <a:r>
              <a:rPr lang="ru-RU" dirty="0" err="1"/>
              <a:t>Сбера</a:t>
            </a:r>
            <a:r>
              <a:rPr lang="ru-RU" dirty="0"/>
              <a:t>, «Интерфакс», РБК, CNews, «Ведомости», ТАСС, ЕГРЮЛ; анализ команды. Показатели по Сбер2В за 2025 г. и текущая витрина </a:t>
            </a:r>
            <a:r>
              <a:rPr lang="ru-RU" dirty="0" err="1"/>
              <a:t>СберБизнеса</a:t>
            </a:r>
            <a:r>
              <a:rPr lang="ru-RU" dirty="0"/>
              <a:t> требуют уточнения</a:t>
            </a:r>
          </a:p>
        </p:txBody>
      </p:sp>
      <p:sp>
        <p:nvSpPr>
          <p:cNvPr id="164" name="Прямоугольник: скругленные углы 163">
            <a:extLst>
              <a:ext uri="{FF2B5EF4-FFF2-40B4-BE49-F238E27FC236}">
                <a16:creationId xmlns:a16="http://schemas.microsoft.com/office/drawing/2014/main" id="{DDA927F8-1D15-484D-A2D2-B900CC1F19DB}"/>
              </a:ext>
            </a:extLst>
          </p:cNvPr>
          <p:cNvSpPr>
            <a:spLocks/>
          </p:cNvSpPr>
          <p:nvPr/>
        </p:nvSpPr>
        <p:spPr>
          <a:xfrm>
            <a:off x="9858376" y="1335293"/>
            <a:ext cx="1775840" cy="4897867"/>
          </a:xfrm>
          <a:prstGeom prst="roundRect">
            <a:avLst>
              <a:gd name="adj" fmla="val 7557"/>
            </a:avLst>
          </a:prstGeom>
          <a:gradFill flip="none" rotWithShape="1">
            <a:gsLst>
              <a:gs pos="0">
                <a:srgbClr val="00B330">
                  <a:alpha val="62000"/>
                </a:srgbClr>
              </a:gs>
              <a:gs pos="100000">
                <a:srgbClr val="B3D905">
                  <a:alpha val="64000"/>
                </a:srgbClr>
              </a:gs>
            </a:gsLst>
            <a:lin ang="2700000" scaled="1"/>
            <a:tileRect/>
          </a:gradFill>
          <a:ln w="6350" cap="flat">
            <a:solidFill>
              <a:srgbClr val="00922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000" dirty="0" err="1">
              <a:solidFill>
                <a:srgbClr val="FFFFFF"/>
              </a:solidFill>
            </a:endParaRPr>
          </a:p>
        </p:txBody>
      </p:sp>
      <p:sp>
        <p:nvSpPr>
          <p:cNvPr id="168" name="Text 14">
            <a:extLst>
              <a:ext uri="{FF2B5EF4-FFF2-40B4-BE49-F238E27FC236}">
                <a16:creationId xmlns:a16="http://schemas.microsoft.com/office/drawing/2014/main" id="{4F6ABF98-038F-4042-B016-09796F50A576}"/>
              </a:ext>
            </a:extLst>
          </p:cNvPr>
          <p:cNvSpPr txBox="1">
            <a:spLocks/>
          </p:cNvSpPr>
          <p:nvPr/>
        </p:nvSpPr>
        <p:spPr>
          <a:xfrm>
            <a:off x="9962579" y="1428750"/>
            <a:ext cx="1567434" cy="462914"/>
          </a:xfrm>
          <a:prstGeom prst="roundRect">
            <a:avLst>
              <a:gd name="adj" fmla="val 19204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200" b="1" dirty="0">
                <a:latin typeface="+mj-lt"/>
                <a:cs typeface="Arial" panose="020B0604020202020204" pitchFamily="34" charset="0"/>
              </a:rPr>
              <a:t>КЛЮЧЕВЫЕ</a:t>
            </a:r>
            <a:br>
              <a:rPr lang="en-US" sz="1200" b="1" dirty="0">
                <a:latin typeface="+mj-lt"/>
                <a:cs typeface="Arial" panose="020B0604020202020204" pitchFamily="34" charset="0"/>
              </a:rPr>
            </a:br>
            <a:r>
              <a:rPr lang="en-US" sz="1200" b="1" dirty="0">
                <a:latin typeface="+mj-lt"/>
                <a:cs typeface="Arial" panose="020B0604020202020204" pitchFamily="34" charset="0"/>
              </a:rPr>
              <a:t>РЕЗУЛЬТАТЫ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1303311-4421-4E16-9550-ACF9FBC6DBDA}"/>
              </a:ext>
            </a:extLst>
          </p:cNvPr>
          <p:cNvSpPr txBox="1">
            <a:spLocks/>
          </p:cNvSpPr>
          <p:nvPr/>
        </p:nvSpPr>
        <p:spPr>
          <a:xfrm>
            <a:off x="9962579" y="1947672"/>
            <a:ext cx="1567434" cy="2769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800" b="1" dirty="0">
                <a:latin typeface="+mj-lt"/>
              </a:rPr>
              <a:t>3</a:t>
            </a:r>
            <a:r>
              <a:rPr lang="en-US" sz="1200" b="1" dirty="0">
                <a:latin typeface="+mj-lt"/>
              </a:rPr>
              <a:t> млрд руб.</a:t>
            </a:r>
            <a:endParaRPr lang="ru-RU" sz="1800" b="1" dirty="0">
              <a:latin typeface="+mj-lt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B48F671-E760-4A48-A775-AE4BC215949F}"/>
              </a:ext>
            </a:extLst>
          </p:cNvPr>
          <p:cNvSpPr txBox="1">
            <a:spLocks/>
          </p:cNvSpPr>
          <p:nvPr/>
        </p:nvSpPr>
        <p:spPr>
          <a:xfrm>
            <a:off x="9962579" y="2249424"/>
            <a:ext cx="1567434" cy="45720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выручка Сбер2В за 2025 г., чистая прибыль 552 млн руб.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300389D0-0280-4D86-A31D-8A2850C2A3C7}"/>
              </a:ext>
            </a:extLst>
          </p:cNvPr>
          <p:cNvSpPr txBox="1">
            <a:spLocks/>
          </p:cNvSpPr>
          <p:nvPr/>
        </p:nvSpPr>
        <p:spPr>
          <a:xfrm>
            <a:off x="9962579" y="2816352"/>
            <a:ext cx="1567434" cy="2769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800" b="1" dirty="0">
                <a:latin typeface="+mj-lt"/>
              </a:rPr>
              <a:t>319 тыс.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0D9539BD-EA05-45D8-B231-C9EB9A90845A}"/>
              </a:ext>
            </a:extLst>
          </p:cNvPr>
          <p:cNvSpPr txBox="1">
            <a:spLocks/>
          </p:cNvSpPr>
          <p:nvPr/>
        </p:nvSpPr>
        <p:spPr>
          <a:xfrm>
            <a:off x="9962579" y="3118104"/>
            <a:ext cx="1567434" cy="45720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клиентов пользуются небанковскими сервисами, 2023 г.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68912BB6-9958-416C-BC53-744E2AD4F5C9}"/>
              </a:ext>
            </a:extLst>
          </p:cNvPr>
          <p:cNvSpPr txBox="1">
            <a:spLocks/>
          </p:cNvSpPr>
          <p:nvPr/>
        </p:nvSpPr>
        <p:spPr>
          <a:xfrm>
            <a:off x="9962579" y="3685032"/>
            <a:ext cx="1567434" cy="2769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800" b="1" dirty="0">
                <a:latin typeface="+mj-lt"/>
              </a:rPr>
              <a:t>×2,5</a:t>
            </a:r>
            <a:endParaRPr lang="ru-RU" sz="1200" b="1" dirty="0">
              <a:latin typeface="+mj-lt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8B489064-840C-4A5E-A31E-34C6AB9DD8B0}"/>
              </a:ext>
            </a:extLst>
          </p:cNvPr>
          <p:cNvSpPr txBox="1">
            <a:spLocks/>
          </p:cNvSpPr>
          <p:nvPr/>
        </p:nvSpPr>
        <p:spPr>
          <a:xfrm>
            <a:off x="9962579" y="3986784"/>
            <a:ext cx="1567434" cy="45720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рост активной аудитории ЭДО в СберБизнес за 2025 г.</a:t>
            </a:r>
          </a:p>
        </p:txBody>
      </p:sp>
      <p:cxnSp>
        <p:nvCxnSpPr>
          <p:cNvPr id="195" name="Прямая соединительная линия 194">
            <a:extLst>
              <a:ext uri="{FF2B5EF4-FFF2-40B4-BE49-F238E27FC236}">
                <a16:creationId xmlns:a16="http://schemas.microsoft.com/office/drawing/2014/main" id="{5DC07318-7D6C-4C3B-B85C-09B19ED69352}"/>
              </a:ext>
            </a:extLst>
          </p:cNvPr>
          <p:cNvCxnSpPr>
            <a:cxnSpLocks/>
          </p:cNvCxnSpPr>
          <p:nvPr/>
        </p:nvCxnSpPr>
        <p:spPr>
          <a:xfrm>
            <a:off x="9962579" y="2734056"/>
            <a:ext cx="1567434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32000">
                  <a:schemeClr val="accent2"/>
                </a:gs>
                <a:gs pos="73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Прямая соединительная линия 196">
            <a:extLst>
              <a:ext uri="{FF2B5EF4-FFF2-40B4-BE49-F238E27FC236}">
                <a16:creationId xmlns:a16="http://schemas.microsoft.com/office/drawing/2014/main" id="{2144BEE8-1372-4965-8608-A1851C6EE093}"/>
              </a:ext>
            </a:extLst>
          </p:cNvPr>
          <p:cNvCxnSpPr>
            <a:cxnSpLocks/>
          </p:cNvCxnSpPr>
          <p:nvPr/>
        </p:nvCxnSpPr>
        <p:spPr>
          <a:xfrm>
            <a:off x="9962579" y="3602736"/>
            <a:ext cx="1567434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32000">
                  <a:schemeClr val="accent2"/>
                </a:gs>
                <a:gs pos="73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Полилиния: фигура 207">
            <a:extLst>
              <a:ext uri="{FF2B5EF4-FFF2-40B4-BE49-F238E27FC236}">
                <a16:creationId xmlns:a16="http://schemas.microsoft.com/office/drawing/2014/main" id="{955A090B-3255-4EA0-8886-372FDF1CD02C}"/>
              </a:ext>
            </a:extLst>
          </p:cNvPr>
          <p:cNvSpPr/>
          <p:nvPr/>
        </p:nvSpPr>
        <p:spPr>
          <a:xfrm flipH="1">
            <a:off x="10184853" y="5468112"/>
            <a:ext cx="1127837" cy="768096"/>
          </a:xfrm>
          <a:custGeom>
            <a:avLst/>
            <a:gdLst>
              <a:gd name="connsiteX0" fmla="*/ 0 w 1767840"/>
              <a:gd name="connsiteY0" fmla="*/ 0 h 1203960"/>
              <a:gd name="connsiteX1" fmla="*/ 0 w 1767840"/>
              <a:gd name="connsiteY1" fmla="*/ 1109386 h 1203960"/>
              <a:gd name="connsiteX2" fmla="*/ 2546 w 1767840"/>
              <a:gd name="connsiteY2" fmla="*/ 1121997 h 1203960"/>
              <a:gd name="connsiteX3" fmla="*/ 126200 w 1767840"/>
              <a:gd name="connsiteY3" fmla="*/ 1203960 h 1203960"/>
              <a:gd name="connsiteX4" fmla="*/ 1633640 w 1767840"/>
              <a:gd name="connsiteY4" fmla="*/ 1203960 h 1203960"/>
              <a:gd name="connsiteX5" fmla="*/ 1767840 w 1767840"/>
              <a:gd name="connsiteY5" fmla="*/ 1069760 h 1203960"/>
              <a:gd name="connsiteX6" fmla="*/ 1767840 w 1767840"/>
              <a:gd name="connsiteY6" fmla="*/ 929640 h 1203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67840" h="1203960">
                <a:moveTo>
                  <a:pt x="0" y="0"/>
                </a:moveTo>
                <a:lnTo>
                  <a:pt x="0" y="1109386"/>
                </a:lnTo>
                <a:lnTo>
                  <a:pt x="2546" y="1121997"/>
                </a:lnTo>
                <a:cubicBezTo>
                  <a:pt x="22919" y="1170164"/>
                  <a:pt x="70612" y="1203960"/>
                  <a:pt x="126200" y="1203960"/>
                </a:cubicBezTo>
                <a:lnTo>
                  <a:pt x="1633640" y="1203960"/>
                </a:lnTo>
                <a:cubicBezTo>
                  <a:pt x="1707757" y="1203960"/>
                  <a:pt x="1767840" y="1143877"/>
                  <a:pt x="1767840" y="1069760"/>
                </a:cubicBezTo>
                <a:lnTo>
                  <a:pt x="1767840" y="929640"/>
                </a:lnTo>
                <a:close/>
              </a:path>
            </a:pathLst>
          </a:custGeom>
          <a:gradFill flip="none" rotWithShape="1">
            <a:gsLst>
              <a:gs pos="0">
                <a:schemeClr val="tx2">
                  <a:alpha val="48000"/>
                </a:schemeClr>
              </a:gs>
              <a:gs pos="100000">
                <a:schemeClr val="tx2">
                  <a:alpha val="19000"/>
                </a:schemeClr>
              </a:gs>
            </a:gsLst>
            <a:lin ang="10800000" scaled="1"/>
            <a:tileRect/>
          </a:gra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pic>
        <p:nvPicPr>
          <p:cNvPr id="205" name="Рисунок 204">
            <a:extLst>
              <a:ext uri="{FF2B5EF4-FFF2-40B4-BE49-F238E27FC236}">
                <a16:creationId xmlns:a16="http://schemas.microsoft.com/office/drawing/2014/main" id="{8F9B8767-3398-48EA-921E-70EF5FF7816D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4898" b="23741"/>
          <a:stretch>
            <a:fillRect/>
          </a:stretch>
        </p:blipFill>
        <p:spPr>
          <a:xfrm flipH="1">
            <a:off x="10045700" y="4959384"/>
            <a:ext cx="1588516" cy="1273776"/>
          </a:xfrm>
          <a:custGeom>
            <a:avLst/>
            <a:gdLst>
              <a:gd name="connsiteX0" fmla="*/ 1484376 w 1484376"/>
              <a:gd name="connsiteY0" fmla="*/ 0 h 1190270"/>
              <a:gd name="connsiteX1" fmla="*/ 0 w 1484376"/>
              <a:gd name="connsiteY1" fmla="*/ 0 h 1190270"/>
              <a:gd name="connsiteX2" fmla="*/ 0 w 1484376"/>
              <a:gd name="connsiteY2" fmla="*/ 1056070 h 1190270"/>
              <a:gd name="connsiteX3" fmla="*/ 134200 w 1484376"/>
              <a:gd name="connsiteY3" fmla="*/ 1190270 h 1190270"/>
              <a:gd name="connsiteX4" fmla="*/ 1484376 w 1484376"/>
              <a:gd name="connsiteY4" fmla="*/ 1190270 h 1190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4376" h="1190270">
                <a:moveTo>
                  <a:pt x="1484376" y="0"/>
                </a:moveTo>
                <a:lnTo>
                  <a:pt x="0" y="0"/>
                </a:lnTo>
                <a:lnTo>
                  <a:pt x="0" y="1056070"/>
                </a:lnTo>
                <a:cubicBezTo>
                  <a:pt x="0" y="1130187"/>
                  <a:pt x="60083" y="1190270"/>
                  <a:pt x="134200" y="1190270"/>
                </a:cubicBezTo>
                <a:lnTo>
                  <a:pt x="1484376" y="1190270"/>
                </a:lnTo>
                <a:close/>
              </a:path>
            </a:pathLst>
          </a:custGeom>
        </p:spPr>
      </p:pic>
      <p:sp>
        <p:nvSpPr>
          <p:cNvPr id="209" name="Прямоугольник: скругленные углы 208">
            <a:extLst>
              <a:ext uri="{FF2B5EF4-FFF2-40B4-BE49-F238E27FC236}">
                <a16:creationId xmlns:a16="http://schemas.microsoft.com/office/drawing/2014/main" id="{AAA0167E-E53D-453E-80C1-528558ACEA6C}"/>
              </a:ext>
            </a:extLst>
          </p:cNvPr>
          <p:cNvSpPr>
            <a:spLocks/>
          </p:cNvSpPr>
          <p:nvPr/>
        </p:nvSpPr>
        <p:spPr>
          <a:xfrm>
            <a:off x="3565356" y="1335292"/>
            <a:ext cx="6196485" cy="325867"/>
          </a:xfrm>
          <a:prstGeom prst="roundRect">
            <a:avLst>
              <a:gd name="adj" fmla="val 27281"/>
            </a:avLst>
          </a:prstGeom>
          <a:gradFill flip="none" rotWithShape="1">
            <a:gsLst>
              <a:gs pos="0">
                <a:srgbClr val="00B330">
                  <a:alpha val="62000"/>
                </a:srgbClr>
              </a:gs>
              <a:gs pos="100000">
                <a:srgbClr val="B3D905">
                  <a:alpha val="64000"/>
                </a:srgbClr>
              </a:gs>
            </a:gsLst>
            <a:lin ang="2700000" scaled="1"/>
            <a:tileRect/>
          </a:gradFill>
          <a:ln w="6350" cap="flat">
            <a:solidFill>
              <a:srgbClr val="00922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200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НАПОЛНЕНИЕ B2B-ПЛАТФОРМЫ</a:t>
            </a:r>
          </a:p>
        </p:txBody>
      </p:sp>
      <p:sp>
        <p:nvSpPr>
          <p:cNvPr id="236" name="Прямоугольник: скругленные углы 235">
            <a:extLst>
              <a:ext uri="{FF2B5EF4-FFF2-40B4-BE49-F238E27FC236}">
                <a16:creationId xmlns:a16="http://schemas.microsoft.com/office/drawing/2014/main" id="{91C8C944-C9E4-42CB-8F77-CBEFCD965DD4}"/>
              </a:ext>
            </a:extLst>
          </p:cNvPr>
          <p:cNvSpPr>
            <a:spLocks/>
          </p:cNvSpPr>
          <p:nvPr/>
        </p:nvSpPr>
        <p:spPr>
          <a:xfrm>
            <a:off x="554735" y="1335292"/>
            <a:ext cx="2914085" cy="325867"/>
          </a:xfrm>
          <a:prstGeom prst="roundRect">
            <a:avLst>
              <a:gd name="adj" fmla="val 27281"/>
            </a:avLst>
          </a:prstGeom>
          <a:gradFill flip="none" rotWithShape="1">
            <a:gsLst>
              <a:gs pos="0">
                <a:srgbClr val="00B330">
                  <a:alpha val="62000"/>
                </a:srgbClr>
              </a:gs>
              <a:gs pos="100000">
                <a:srgbClr val="B3D905">
                  <a:alpha val="64000"/>
                </a:srgbClr>
              </a:gs>
            </a:gsLst>
            <a:lin ang="2700000" scaled="1"/>
            <a:tileRect/>
          </a:gradFill>
          <a:ln w="6350" cap="flat">
            <a:solidFill>
              <a:srgbClr val="00922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ru-RU" sz="1200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КЛЮЧЕВЫЕ ЭТАПЫ РАЗВИТИЯ</a:t>
            </a:r>
          </a:p>
        </p:txBody>
      </p:sp>
      <p:cxnSp>
        <p:nvCxnSpPr>
          <p:cNvPr id="306" name="Прямая соединительная линия 305">
            <a:extLst>
              <a:ext uri="{FF2B5EF4-FFF2-40B4-BE49-F238E27FC236}">
                <a16:creationId xmlns:a16="http://schemas.microsoft.com/office/drawing/2014/main" id="{97269AA1-4EB4-4737-87A9-4ACC471084D2}"/>
              </a:ext>
            </a:extLst>
          </p:cNvPr>
          <p:cNvCxnSpPr>
            <a:cxnSpLocks/>
          </p:cNvCxnSpPr>
          <p:nvPr/>
        </p:nvCxnSpPr>
        <p:spPr>
          <a:xfrm>
            <a:off x="883920" y="2560380"/>
            <a:ext cx="2487930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3">
                    <a:lumMod val="40000"/>
                    <a:lumOff val="60000"/>
                    <a:alpha val="0"/>
                  </a:schemeClr>
                </a:gs>
                <a:gs pos="32000">
                  <a:schemeClr val="accent3">
                    <a:lumMod val="40000"/>
                    <a:lumOff val="60000"/>
                  </a:schemeClr>
                </a:gs>
                <a:gs pos="73000">
                  <a:schemeClr val="accent3">
                    <a:lumMod val="40000"/>
                    <a:lumOff val="60000"/>
                  </a:schemeClr>
                </a:gs>
                <a:gs pos="100000">
                  <a:schemeClr val="accent3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Прямая соединительная линия 306">
            <a:extLst>
              <a:ext uri="{FF2B5EF4-FFF2-40B4-BE49-F238E27FC236}">
                <a16:creationId xmlns:a16="http://schemas.microsoft.com/office/drawing/2014/main" id="{307A6F11-25BA-47AA-A27C-F9254E03F3FB}"/>
              </a:ext>
            </a:extLst>
          </p:cNvPr>
          <p:cNvCxnSpPr>
            <a:cxnSpLocks/>
          </p:cNvCxnSpPr>
          <p:nvPr/>
        </p:nvCxnSpPr>
        <p:spPr>
          <a:xfrm>
            <a:off x="883920" y="3171532"/>
            <a:ext cx="2487930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3">
                    <a:lumMod val="40000"/>
                    <a:lumOff val="60000"/>
                    <a:alpha val="0"/>
                  </a:schemeClr>
                </a:gs>
                <a:gs pos="32000">
                  <a:schemeClr val="accent3">
                    <a:lumMod val="40000"/>
                    <a:lumOff val="60000"/>
                  </a:schemeClr>
                </a:gs>
                <a:gs pos="73000">
                  <a:schemeClr val="accent3">
                    <a:lumMod val="40000"/>
                    <a:lumOff val="60000"/>
                  </a:schemeClr>
                </a:gs>
                <a:gs pos="100000">
                  <a:schemeClr val="accent3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Прямая соединительная линия 307">
            <a:extLst>
              <a:ext uri="{FF2B5EF4-FFF2-40B4-BE49-F238E27FC236}">
                <a16:creationId xmlns:a16="http://schemas.microsoft.com/office/drawing/2014/main" id="{117E4522-F1C0-4CB0-889E-A6E6B7415E6B}"/>
              </a:ext>
            </a:extLst>
          </p:cNvPr>
          <p:cNvCxnSpPr>
            <a:cxnSpLocks/>
          </p:cNvCxnSpPr>
          <p:nvPr/>
        </p:nvCxnSpPr>
        <p:spPr>
          <a:xfrm>
            <a:off x="883920" y="3782684"/>
            <a:ext cx="2487930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3">
                    <a:lumMod val="40000"/>
                    <a:lumOff val="60000"/>
                    <a:alpha val="0"/>
                  </a:schemeClr>
                </a:gs>
                <a:gs pos="32000">
                  <a:schemeClr val="accent3">
                    <a:lumMod val="40000"/>
                    <a:lumOff val="60000"/>
                  </a:schemeClr>
                </a:gs>
                <a:gs pos="73000">
                  <a:schemeClr val="accent3">
                    <a:lumMod val="40000"/>
                    <a:lumOff val="60000"/>
                  </a:schemeClr>
                </a:gs>
                <a:gs pos="100000">
                  <a:schemeClr val="accent3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Прямая соединительная линия 308">
            <a:extLst>
              <a:ext uri="{FF2B5EF4-FFF2-40B4-BE49-F238E27FC236}">
                <a16:creationId xmlns:a16="http://schemas.microsoft.com/office/drawing/2014/main" id="{372FDD27-CFD3-4244-8B14-10BE3E76D3FC}"/>
              </a:ext>
            </a:extLst>
          </p:cNvPr>
          <p:cNvCxnSpPr>
            <a:cxnSpLocks/>
          </p:cNvCxnSpPr>
          <p:nvPr/>
        </p:nvCxnSpPr>
        <p:spPr>
          <a:xfrm>
            <a:off x="883920" y="4393836"/>
            <a:ext cx="2487930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3">
                    <a:lumMod val="40000"/>
                    <a:lumOff val="60000"/>
                    <a:alpha val="0"/>
                  </a:schemeClr>
                </a:gs>
                <a:gs pos="32000">
                  <a:schemeClr val="accent3">
                    <a:lumMod val="40000"/>
                    <a:lumOff val="60000"/>
                  </a:schemeClr>
                </a:gs>
                <a:gs pos="73000">
                  <a:schemeClr val="accent3">
                    <a:lumMod val="40000"/>
                    <a:lumOff val="60000"/>
                  </a:schemeClr>
                </a:gs>
                <a:gs pos="100000">
                  <a:schemeClr val="accent3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Прямая соединительная линия 309">
            <a:extLst>
              <a:ext uri="{FF2B5EF4-FFF2-40B4-BE49-F238E27FC236}">
                <a16:creationId xmlns:a16="http://schemas.microsoft.com/office/drawing/2014/main" id="{2D38CB70-0985-438D-93B1-D245D5158341}"/>
              </a:ext>
            </a:extLst>
          </p:cNvPr>
          <p:cNvCxnSpPr>
            <a:cxnSpLocks/>
          </p:cNvCxnSpPr>
          <p:nvPr/>
        </p:nvCxnSpPr>
        <p:spPr>
          <a:xfrm>
            <a:off x="883920" y="5004988"/>
            <a:ext cx="2487930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3">
                    <a:lumMod val="40000"/>
                    <a:lumOff val="60000"/>
                    <a:alpha val="0"/>
                  </a:schemeClr>
                </a:gs>
                <a:gs pos="32000">
                  <a:schemeClr val="accent3">
                    <a:lumMod val="40000"/>
                    <a:lumOff val="60000"/>
                  </a:schemeClr>
                </a:gs>
                <a:gs pos="73000">
                  <a:schemeClr val="accent3">
                    <a:lumMod val="40000"/>
                    <a:lumOff val="60000"/>
                  </a:schemeClr>
                </a:gs>
                <a:gs pos="100000">
                  <a:schemeClr val="accent3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" name="Picture 27">
            <a:extLst>
              <a:ext uri="{FF2B5EF4-FFF2-40B4-BE49-F238E27FC236}">
                <a16:creationId xmlns:a16="http://schemas.microsoft.com/office/drawing/2014/main" id="{C57A6451-F8C9-4466-8091-A183F0EDC682}"/>
              </a:ext>
            </a:extLst>
          </p:cNvPr>
          <p:cNvPicPr>
            <a:picLocks noChangeAspect="1"/>
          </p:cNvPicPr>
          <p:nvPr/>
        </p:nvPicPr>
        <p:blipFill rotWithShape="1">
          <a:blip r:embed="rId1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4611" y="1005616"/>
            <a:ext cx="706509" cy="192850"/>
          </a:xfrm>
          <a:prstGeom prst="rect">
            <a:avLst/>
          </a:prstGeom>
        </p:spPr>
      </p:pic>
      <p:sp>
        <p:nvSpPr>
          <p:cNvPr id="264" name="TextBox 263">
            <a:extLst>
              <a:ext uri="{FF2B5EF4-FFF2-40B4-BE49-F238E27FC236}">
                <a16:creationId xmlns:a16="http://schemas.microsoft.com/office/drawing/2014/main" id="{F1A809BB-1873-4AB9-A6C1-D02B62140CC8}"/>
              </a:ext>
            </a:extLst>
          </p:cNvPr>
          <p:cNvSpPr txBox="1"/>
          <p:nvPr/>
        </p:nvSpPr>
        <p:spPr>
          <a:xfrm>
            <a:off x="1212850" y="1857737"/>
            <a:ext cx="2159000" cy="51206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50" b="1" dirty="0"/>
              <a:t>Запуск «Деловой среды»</a:t>
            </a:r>
            <a:r>
              <a:rPr lang="ru-RU" sz="1000" b="0" dirty="0"/>
              <a:t>, портала знаний и сервисов для МСБ</a:t>
            </a:r>
          </a:p>
        </p:txBody>
      </p:sp>
      <p:sp>
        <p:nvSpPr>
          <p:cNvPr id="206" name="Прямоугольник: скругленные углы 205">
            <a:extLst>
              <a:ext uri="{FF2B5EF4-FFF2-40B4-BE49-F238E27FC236}">
                <a16:creationId xmlns:a16="http://schemas.microsoft.com/office/drawing/2014/main" id="{F16A580E-40BA-46AE-AD70-89B9E126D885}"/>
              </a:ext>
            </a:extLst>
          </p:cNvPr>
          <p:cNvSpPr/>
          <p:nvPr/>
        </p:nvSpPr>
        <p:spPr>
          <a:xfrm>
            <a:off x="630935" y="1857737"/>
            <a:ext cx="512065" cy="18061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78D57D"/>
              </a:gs>
              <a:gs pos="100000">
                <a:srgbClr val="CAE566"/>
              </a:gs>
            </a:gsLst>
            <a:lin ang="2700000" scaled="1"/>
            <a:tileRect/>
          </a:gradFill>
          <a:ln w="6350" cap="flat">
            <a:solidFill>
              <a:srgbClr val="00922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201</a:t>
            </a:r>
            <a:r>
              <a:rPr lang="ru-RU" sz="1050" b="1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020E943A-5FFD-4065-884E-D00565012BB6}"/>
              </a:ext>
            </a:extLst>
          </p:cNvPr>
          <p:cNvSpPr txBox="1"/>
          <p:nvPr/>
        </p:nvSpPr>
        <p:spPr>
          <a:xfrm>
            <a:off x="1212850" y="2622777"/>
            <a:ext cx="2159000" cy="51206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50" b="1" dirty="0"/>
              <a:t>Операционные сервисы</a:t>
            </a:r>
            <a:r>
              <a:rPr lang="ru-RU" sz="1000" b="0" dirty="0"/>
              <a:t> — ЭДО, бухгалтерия, регистрация бизнеса и кассы</a:t>
            </a:r>
          </a:p>
        </p:txBody>
      </p:sp>
      <p:sp>
        <p:nvSpPr>
          <p:cNvPr id="207" name="Прямоугольник: скругленные углы 206">
            <a:extLst>
              <a:ext uri="{FF2B5EF4-FFF2-40B4-BE49-F238E27FC236}">
                <a16:creationId xmlns:a16="http://schemas.microsoft.com/office/drawing/2014/main" id="{B8F2EF99-9572-4DC9-A9F3-99B6FB751992}"/>
              </a:ext>
            </a:extLst>
          </p:cNvPr>
          <p:cNvSpPr/>
          <p:nvPr/>
        </p:nvSpPr>
        <p:spPr>
          <a:xfrm>
            <a:off x="630935" y="2622777"/>
            <a:ext cx="512065" cy="364163"/>
          </a:xfrm>
          <a:prstGeom prst="roundRect">
            <a:avLst>
              <a:gd name="adj" fmla="val 19842"/>
            </a:avLst>
          </a:prstGeom>
          <a:gradFill flip="none" rotWithShape="1">
            <a:gsLst>
              <a:gs pos="0">
                <a:srgbClr val="78D57D"/>
              </a:gs>
              <a:gs pos="100000">
                <a:srgbClr val="CAE566"/>
              </a:gs>
            </a:gsLst>
            <a:lin ang="2700000" scaled="1"/>
            <a:tileRect/>
          </a:gradFill>
          <a:ln w="6350" cap="flat">
            <a:solidFill>
              <a:srgbClr val="00922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201</a:t>
            </a:r>
            <a:r>
              <a:rPr lang="ru-RU" sz="1050" b="1" dirty="0">
                <a:solidFill>
                  <a:schemeClr val="tx1"/>
                </a:solidFill>
                <a:cs typeface="Arial" panose="020B0604020202020204" pitchFamily="34" charset="0"/>
              </a:rPr>
              <a:t>4</a:t>
            </a: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-</a:t>
            </a:r>
            <a:b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</a:b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201</a:t>
            </a:r>
            <a:r>
              <a:rPr lang="ru-RU" sz="1050" b="1" dirty="0">
                <a:solidFill>
                  <a:schemeClr val="tx1"/>
                </a:solidFill>
                <a:cs typeface="Arial" panose="020B0604020202020204" pitchFamily="34" charset="0"/>
              </a:rPr>
              <a:t>8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3E6DBF9F-547B-4E1A-8084-CED7C813EFA2}"/>
              </a:ext>
            </a:extLst>
          </p:cNvPr>
          <p:cNvSpPr txBox="1"/>
          <p:nvPr/>
        </p:nvSpPr>
        <p:spPr>
          <a:xfrm>
            <a:off x="1212850" y="3233929"/>
            <a:ext cx="2159000" cy="51206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50" b="1" dirty="0"/>
              <a:t>Единый бренд «Сбер»</a:t>
            </a:r>
            <a:r>
              <a:rPr lang="ru-RU" sz="1000" b="0" dirty="0"/>
              <a:t> и стратегия интегрированной экосистемы вокруг клиента</a:t>
            </a:r>
          </a:p>
        </p:txBody>
      </p:sp>
      <p:sp>
        <p:nvSpPr>
          <p:cNvPr id="210" name="Прямоугольник: скругленные углы 209">
            <a:extLst>
              <a:ext uri="{FF2B5EF4-FFF2-40B4-BE49-F238E27FC236}">
                <a16:creationId xmlns:a16="http://schemas.microsoft.com/office/drawing/2014/main" id="{2CC7CDC4-87C6-47E5-9884-87190BB400CA}"/>
              </a:ext>
            </a:extLst>
          </p:cNvPr>
          <p:cNvSpPr/>
          <p:nvPr/>
        </p:nvSpPr>
        <p:spPr>
          <a:xfrm>
            <a:off x="630935" y="3233929"/>
            <a:ext cx="512065" cy="18061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78D57D"/>
              </a:gs>
              <a:gs pos="100000">
                <a:srgbClr val="CAE566"/>
              </a:gs>
            </a:gsLst>
            <a:lin ang="2700000" scaled="1"/>
            <a:tileRect/>
          </a:gradFill>
          <a:ln w="6350" cap="flat">
            <a:solidFill>
              <a:srgbClr val="00922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</a:t>
            </a:r>
            <a:r>
              <a:rPr lang="ru-RU" sz="1050" b="1" dirty="0">
                <a:solidFill>
                  <a:schemeClr val="tx1"/>
                </a:solidFill>
                <a:cs typeface="Arial" panose="020B0604020202020204" pitchFamily="34" charset="0"/>
              </a:rPr>
              <a:t>20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99E6A942-AFE4-4564-B4A1-FAC309B88FC9}"/>
              </a:ext>
            </a:extLst>
          </p:cNvPr>
          <p:cNvSpPr txBox="1"/>
          <p:nvPr/>
        </p:nvSpPr>
        <p:spPr>
          <a:xfrm>
            <a:off x="1212850" y="3845081"/>
            <a:ext cx="2159000" cy="51206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50" b="1" dirty="0"/>
              <a:t>Первое раскрытие</a:t>
            </a:r>
            <a:r>
              <a:rPr lang="ru-RU" sz="1000" b="0" dirty="0"/>
              <a:t> выручки нефинансового бизнеса, 71,4 млрд руб.</a:t>
            </a:r>
          </a:p>
        </p:txBody>
      </p:sp>
      <p:sp>
        <p:nvSpPr>
          <p:cNvPr id="215" name="Прямоугольник: скругленные углы 214">
            <a:extLst>
              <a:ext uri="{FF2B5EF4-FFF2-40B4-BE49-F238E27FC236}">
                <a16:creationId xmlns:a16="http://schemas.microsoft.com/office/drawing/2014/main" id="{A4A15548-5400-45A6-883F-5688EEADEC5F}"/>
              </a:ext>
            </a:extLst>
          </p:cNvPr>
          <p:cNvSpPr/>
          <p:nvPr/>
        </p:nvSpPr>
        <p:spPr>
          <a:xfrm>
            <a:off x="630935" y="3845081"/>
            <a:ext cx="512065" cy="18061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78D57D"/>
              </a:gs>
              <a:gs pos="100000">
                <a:srgbClr val="CAE566"/>
              </a:gs>
            </a:gsLst>
            <a:lin ang="2700000" scaled="1"/>
            <a:tileRect/>
          </a:gradFill>
          <a:ln w="6350" cap="flat">
            <a:solidFill>
              <a:srgbClr val="00922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</a:t>
            </a:r>
            <a:r>
              <a:rPr lang="ru-RU" sz="1050" b="1" dirty="0">
                <a:solidFill>
                  <a:schemeClr val="tx1"/>
                </a:solidFill>
                <a:cs typeface="Arial" panose="020B0604020202020204" pitchFamily="34" charset="0"/>
              </a:rPr>
              <a:t>21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52A2C1BA-2BAC-45B9-A0C5-8CB281482E1A}"/>
              </a:ext>
            </a:extLst>
          </p:cNvPr>
          <p:cNvSpPr txBox="1"/>
          <p:nvPr/>
        </p:nvSpPr>
        <p:spPr>
          <a:xfrm>
            <a:off x="1212850" y="4456233"/>
            <a:ext cx="2159000" cy="51206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50" b="1" dirty="0"/>
              <a:t>Санкции и требования ЦБ</a:t>
            </a:r>
            <a:r>
              <a:rPr lang="ru-RU" sz="1000" b="0" dirty="0"/>
              <a:t>, продажа B2C-активов и разворот в B2B</a:t>
            </a:r>
          </a:p>
        </p:txBody>
      </p:sp>
      <p:sp>
        <p:nvSpPr>
          <p:cNvPr id="216" name="Прямоугольник: скругленные углы 215">
            <a:extLst>
              <a:ext uri="{FF2B5EF4-FFF2-40B4-BE49-F238E27FC236}">
                <a16:creationId xmlns:a16="http://schemas.microsoft.com/office/drawing/2014/main" id="{EAC1392F-21EF-4891-9F7B-4E67AC1FA602}"/>
              </a:ext>
            </a:extLst>
          </p:cNvPr>
          <p:cNvSpPr/>
          <p:nvPr/>
        </p:nvSpPr>
        <p:spPr>
          <a:xfrm>
            <a:off x="630935" y="4456233"/>
            <a:ext cx="512065" cy="18061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78D57D"/>
              </a:gs>
              <a:gs pos="100000">
                <a:srgbClr val="CAE566"/>
              </a:gs>
            </a:gsLst>
            <a:lin ang="2700000" scaled="1"/>
            <a:tileRect/>
          </a:gradFill>
          <a:ln w="6350" cap="flat">
            <a:solidFill>
              <a:srgbClr val="00922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</a:t>
            </a:r>
            <a:r>
              <a:rPr lang="ru-RU" sz="1050" b="1" dirty="0">
                <a:solidFill>
                  <a:schemeClr val="tx1"/>
                </a:solidFill>
                <a:cs typeface="Arial" panose="020B0604020202020204" pitchFamily="34" charset="0"/>
              </a:rPr>
              <a:t>22</a:t>
            </a: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A33DCFB1-59C4-4AD4-A542-679A5B9A0949}"/>
              </a:ext>
            </a:extLst>
          </p:cNvPr>
          <p:cNvSpPr txBox="1"/>
          <p:nvPr/>
        </p:nvSpPr>
        <p:spPr>
          <a:xfrm>
            <a:off x="1212850" y="5067385"/>
            <a:ext cx="2159000" cy="51206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50" b="1" dirty="0"/>
              <a:t>ИИ как бизнес-продукт</a:t>
            </a:r>
            <a:r>
              <a:rPr lang="ru-RU" sz="1000" b="0" dirty="0"/>
              <a:t> — GigaChat API и GigaChain для бизнеса</a:t>
            </a:r>
          </a:p>
        </p:txBody>
      </p:sp>
      <p:sp>
        <p:nvSpPr>
          <p:cNvPr id="218" name="Прямоугольник: скругленные углы 217">
            <a:extLst>
              <a:ext uri="{FF2B5EF4-FFF2-40B4-BE49-F238E27FC236}">
                <a16:creationId xmlns:a16="http://schemas.microsoft.com/office/drawing/2014/main" id="{2E76D20D-D840-4678-9E6C-A11E8A7CDC0A}"/>
              </a:ext>
            </a:extLst>
          </p:cNvPr>
          <p:cNvSpPr/>
          <p:nvPr/>
        </p:nvSpPr>
        <p:spPr>
          <a:xfrm>
            <a:off x="630935" y="5067385"/>
            <a:ext cx="512065" cy="18061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78D57D"/>
              </a:gs>
              <a:gs pos="100000">
                <a:srgbClr val="CAE566"/>
              </a:gs>
            </a:gsLst>
            <a:lin ang="2700000" scaled="1"/>
            <a:tileRect/>
          </a:gradFill>
          <a:ln w="6350" cap="flat">
            <a:solidFill>
              <a:srgbClr val="00922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</a:t>
            </a:r>
            <a:r>
              <a:rPr lang="ru-RU" sz="1050" b="1" dirty="0">
                <a:solidFill>
                  <a:schemeClr val="tx1"/>
                </a:solidFill>
                <a:cs typeface="Arial" panose="020B0604020202020204" pitchFamily="34" charset="0"/>
              </a:rPr>
              <a:t>23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FA7791B3-D344-48CE-A680-826274EEE246}"/>
              </a:ext>
            </a:extLst>
          </p:cNvPr>
          <p:cNvSpPr txBox="1"/>
          <p:nvPr/>
        </p:nvSpPr>
        <p:spPr>
          <a:xfrm>
            <a:off x="1212850" y="5678532"/>
            <a:ext cx="2159000" cy="51206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50" b="1" dirty="0"/>
              <a:t>Выделение Сбер2В</a:t>
            </a:r>
            <a:r>
              <a:rPr lang="ru-RU" sz="1000" b="0" dirty="0"/>
              <a:t> — более 10 компаний в отдельной бизнес-группе вне банка</a:t>
            </a:r>
          </a:p>
        </p:txBody>
      </p:sp>
      <p:sp>
        <p:nvSpPr>
          <p:cNvPr id="221" name="Прямоугольник: скругленные углы 220">
            <a:extLst>
              <a:ext uri="{FF2B5EF4-FFF2-40B4-BE49-F238E27FC236}">
                <a16:creationId xmlns:a16="http://schemas.microsoft.com/office/drawing/2014/main" id="{02F787BF-3F1B-4418-8D62-C6A2A6DFED8A}"/>
              </a:ext>
            </a:extLst>
          </p:cNvPr>
          <p:cNvSpPr/>
          <p:nvPr/>
        </p:nvSpPr>
        <p:spPr>
          <a:xfrm>
            <a:off x="630935" y="5678532"/>
            <a:ext cx="512065" cy="18061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78D57D"/>
              </a:gs>
              <a:gs pos="100000">
                <a:srgbClr val="CAE566"/>
              </a:gs>
            </a:gsLst>
            <a:lin ang="2700000" scaled="1"/>
            <a:tileRect/>
          </a:gradFill>
          <a:ln w="6350" cap="flat">
            <a:solidFill>
              <a:srgbClr val="00922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</a:t>
            </a:r>
            <a:r>
              <a:rPr lang="ru-RU" sz="1050" b="1" dirty="0">
                <a:solidFill>
                  <a:schemeClr val="tx1"/>
                </a:solidFill>
                <a:cs typeface="Arial" panose="020B0604020202020204" pitchFamily="34" charset="0"/>
              </a:rPr>
              <a:t>26</a:t>
            </a:r>
          </a:p>
        </p:txBody>
      </p:sp>
      <p:cxnSp>
        <p:nvCxnSpPr>
          <p:cNvPr id="223" name="Прямая соединительная линия 222">
            <a:extLst>
              <a:ext uri="{FF2B5EF4-FFF2-40B4-BE49-F238E27FC236}">
                <a16:creationId xmlns:a16="http://schemas.microsoft.com/office/drawing/2014/main" id="{E1E52C49-3BD0-4CCC-982E-16340BCD47E0}"/>
              </a:ext>
            </a:extLst>
          </p:cNvPr>
          <p:cNvCxnSpPr>
            <a:cxnSpLocks/>
          </p:cNvCxnSpPr>
          <p:nvPr/>
        </p:nvCxnSpPr>
        <p:spPr>
          <a:xfrm>
            <a:off x="883920" y="5616140"/>
            <a:ext cx="2487930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3">
                    <a:lumMod val="40000"/>
                    <a:lumOff val="60000"/>
                    <a:alpha val="0"/>
                  </a:schemeClr>
                </a:gs>
                <a:gs pos="32000">
                  <a:schemeClr val="accent3">
                    <a:lumMod val="40000"/>
                    <a:lumOff val="60000"/>
                  </a:schemeClr>
                </a:gs>
                <a:gs pos="73000">
                  <a:schemeClr val="accent3">
                    <a:lumMod val="40000"/>
                    <a:lumOff val="60000"/>
                  </a:schemeClr>
                </a:gs>
                <a:gs pos="100000">
                  <a:schemeClr val="accent3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Text 14">
            <a:extLst>
              <a:ext uri="{FF2B5EF4-FFF2-40B4-BE49-F238E27FC236}">
                <a16:creationId xmlns:a16="http://schemas.microsoft.com/office/drawing/2014/main" id="{D86CF231-5953-4C20-BDA3-C589BEF3B69C}"/>
              </a:ext>
            </a:extLst>
          </p:cNvPr>
          <p:cNvSpPr txBox="1">
            <a:spLocks/>
          </p:cNvSpPr>
          <p:nvPr/>
        </p:nvSpPr>
        <p:spPr>
          <a:xfrm>
            <a:off x="3657508" y="1844041"/>
            <a:ext cx="4080312" cy="340360"/>
          </a:xfrm>
          <a:prstGeom prst="roundRect">
            <a:avLst>
              <a:gd name="adj" fmla="val 26119"/>
            </a:avLst>
          </a:prstGeom>
          <a:solidFill>
            <a:srgbClr val="CAE566">
              <a:alpha val="80000"/>
            </a:srgbClr>
          </a:solidFill>
          <a:ln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ru-RU" sz="1000" b="1" dirty="0">
                <a:cs typeface="Arial" panose="020B0604020202020204" pitchFamily="34" charset="0"/>
              </a:rPr>
              <a:t>Нефинансовые сервисы для развития бизнеса </a:t>
            </a:r>
            <a:br>
              <a:rPr lang="en-US" sz="1000" b="1" dirty="0">
                <a:cs typeface="Arial" panose="020B0604020202020204" pitchFamily="34" charset="0"/>
              </a:rPr>
            </a:br>
            <a:r>
              <a:rPr lang="ru-RU" sz="800" dirty="0">
                <a:cs typeface="Arial" panose="020B0604020202020204" pitchFamily="34" charset="0"/>
              </a:rPr>
              <a:t>(периметр Сбер2В)</a:t>
            </a:r>
            <a:endParaRPr lang="ru-RU" sz="1000" dirty="0">
              <a:cs typeface="Arial" panose="020B0604020202020204" pitchFamily="34" charset="0"/>
            </a:endParaRPr>
          </a:p>
        </p:txBody>
      </p:sp>
      <p:pic>
        <p:nvPicPr>
          <p:cNvPr id="312" name="Рисунок 311">
            <a:extLst>
              <a:ext uri="{FF2B5EF4-FFF2-40B4-BE49-F238E27FC236}">
                <a16:creationId xmlns:a16="http://schemas.microsoft.com/office/drawing/2014/main" id="{A2AF8FD0-011A-469F-81CC-4651A5F6C9D7}"/>
              </a:ext>
            </a:extLst>
          </p:cNvPr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7945357" y="2692016"/>
            <a:ext cx="1633596" cy="939319"/>
          </a:xfrm>
          <a:prstGeom prst="rect">
            <a:avLst/>
          </a:prstGeom>
        </p:spPr>
      </p:pic>
      <p:sp>
        <p:nvSpPr>
          <p:cNvPr id="293" name="TextBox 292">
            <a:extLst>
              <a:ext uri="{FF2B5EF4-FFF2-40B4-BE49-F238E27FC236}">
                <a16:creationId xmlns:a16="http://schemas.microsoft.com/office/drawing/2014/main" id="{2C168940-1E46-48F3-8520-E4C28C7CEEE2}"/>
              </a:ext>
            </a:extLst>
          </p:cNvPr>
          <p:cNvSpPr txBox="1">
            <a:spLocks/>
          </p:cNvSpPr>
          <p:nvPr/>
        </p:nvSpPr>
        <p:spPr>
          <a:xfrm>
            <a:off x="7945357" y="3749611"/>
            <a:ext cx="1633597" cy="12311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800" dirty="0"/>
              <a:t>Банковское ядро</a:t>
            </a:r>
            <a:r>
              <a:rPr lang="en-US" sz="800" dirty="0"/>
              <a:t> </a:t>
            </a:r>
            <a:r>
              <a:rPr lang="ru-RU" sz="800" dirty="0"/>
              <a:t>для бизнеса</a:t>
            </a:r>
          </a:p>
        </p:txBody>
      </p:sp>
      <p:pic>
        <p:nvPicPr>
          <p:cNvPr id="315" name="Рисунок 314">
            <a:extLst>
              <a:ext uri="{FF2B5EF4-FFF2-40B4-BE49-F238E27FC236}">
                <a16:creationId xmlns:a16="http://schemas.microsoft.com/office/drawing/2014/main" id="{36EA0846-DD41-449A-9BD3-03F52F3E44E3}"/>
              </a:ext>
            </a:extLst>
          </p:cNvPr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7945357" y="4245280"/>
            <a:ext cx="1633596" cy="939319"/>
          </a:xfrm>
          <a:prstGeom prst="rect">
            <a:avLst/>
          </a:prstGeom>
        </p:spPr>
      </p:pic>
      <p:sp>
        <p:nvSpPr>
          <p:cNvPr id="300" name="TextBox 299">
            <a:extLst>
              <a:ext uri="{FF2B5EF4-FFF2-40B4-BE49-F238E27FC236}">
                <a16:creationId xmlns:a16="http://schemas.microsoft.com/office/drawing/2014/main" id="{1F0454DE-F9EC-4D20-B994-1B4D8112CF74}"/>
              </a:ext>
            </a:extLst>
          </p:cNvPr>
          <p:cNvSpPr txBox="1">
            <a:spLocks/>
          </p:cNvSpPr>
          <p:nvPr/>
        </p:nvSpPr>
        <p:spPr>
          <a:xfrm>
            <a:off x="7945358" y="5241320"/>
            <a:ext cx="1633597" cy="24622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800" dirty="0"/>
              <a:t>Господдержка и льготные</a:t>
            </a:r>
            <a:r>
              <a:rPr lang="en-US" sz="800" dirty="0"/>
              <a:t> </a:t>
            </a:r>
            <a:r>
              <a:rPr lang="ru-RU" sz="800" dirty="0"/>
              <a:t>программы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A219463-B4E4-4A0C-B0AA-61E768692599}"/>
              </a:ext>
            </a:extLst>
          </p:cNvPr>
          <p:cNvGrpSpPr/>
          <p:nvPr/>
        </p:nvGrpSpPr>
        <p:grpSpPr>
          <a:xfrm>
            <a:off x="3928547" y="2234816"/>
            <a:ext cx="1633597" cy="1254146"/>
            <a:chOff x="4693920" y="1837943"/>
            <a:chExt cx="1633597" cy="1254146"/>
          </a:xfrm>
        </p:grpSpPr>
        <p:pic>
          <p:nvPicPr>
            <p:cNvPr id="227" name="Рисунок 226">
              <a:extLst>
                <a:ext uri="{FF2B5EF4-FFF2-40B4-BE49-F238E27FC236}">
                  <a16:creationId xmlns:a16="http://schemas.microsoft.com/office/drawing/2014/main" id="{20952FE4-486D-4E74-8743-9BC38B24DFC3}"/>
                </a:ext>
              </a:extLst>
            </p:cNvPr>
            <p:cNvPicPr>
              <a:picLocks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693920" y="1837943"/>
              <a:ext cx="1633596" cy="939318"/>
            </a:xfrm>
            <a:prstGeom prst="rect">
              <a:avLst/>
            </a:prstGeom>
          </p:spPr>
        </p:pic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068780DD-8C11-4F86-BEC4-C6ACAA421E61}"/>
                </a:ext>
              </a:extLst>
            </p:cNvPr>
            <p:cNvSpPr txBox="1">
              <a:spLocks/>
            </p:cNvSpPr>
            <p:nvPr/>
          </p:nvSpPr>
          <p:spPr>
            <a:xfrm>
              <a:off x="4693920" y="2822097"/>
              <a:ext cx="1633597" cy="269992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ru-RU" sz="800" dirty="0"/>
                <a:t>Аналитика больших данных (</a:t>
              </a:r>
              <a:r>
                <a:rPr lang="ru-RU" sz="800" dirty="0" err="1"/>
                <a:t>СберАналитика</a:t>
              </a:r>
              <a:r>
                <a:rPr lang="ru-RU" sz="800" dirty="0"/>
                <a:t>)</a:t>
              </a:r>
            </a:p>
          </p:txBody>
        </p:sp>
      </p:grp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B546E793-14D9-48D4-B40F-F72755F15D2A}"/>
              </a:ext>
            </a:extLst>
          </p:cNvPr>
          <p:cNvGrpSpPr/>
          <p:nvPr/>
        </p:nvGrpSpPr>
        <p:grpSpPr>
          <a:xfrm>
            <a:off x="3928547" y="3589792"/>
            <a:ext cx="1633597" cy="1242261"/>
            <a:chOff x="4693920" y="3357841"/>
            <a:chExt cx="1633597" cy="1242261"/>
          </a:xfrm>
        </p:grpSpPr>
        <p:pic>
          <p:nvPicPr>
            <p:cNvPr id="281" name="Рисунок 280">
              <a:extLst>
                <a:ext uri="{FF2B5EF4-FFF2-40B4-BE49-F238E27FC236}">
                  <a16:creationId xmlns:a16="http://schemas.microsoft.com/office/drawing/2014/main" id="{1B209278-435E-4BCF-AA3B-F7989306F1BB}"/>
                </a:ext>
              </a:extLst>
            </p:cNvPr>
            <p:cNvPicPr>
              <a:picLocks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693920" y="3357841"/>
              <a:ext cx="1633596" cy="939318"/>
            </a:xfrm>
            <a:prstGeom prst="rect">
              <a:avLst/>
            </a:prstGeom>
          </p:spPr>
        </p:pic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5DB08D53-E11D-4215-82B1-AECE0A40C7F7}"/>
                </a:ext>
              </a:extLst>
            </p:cNvPr>
            <p:cNvSpPr txBox="1">
              <a:spLocks/>
            </p:cNvSpPr>
            <p:nvPr/>
          </p:nvSpPr>
          <p:spPr>
            <a:xfrm>
              <a:off x="4693920" y="4353881"/>
              <a:ext cx="1633597" cy="246221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ru-RU" sz="800" dirty="0"/>
                <a:t>ИИ-помощник </a:t>
              </a:r>
              <a:br>
                <a:rPr lang="ru-RU" sz="800" dirty="0"/>
              </a:br>
              <a:r>
                <a:rPr lang="ru-RU" sz="800" dirty="0"/>
                <a:t>(«</a:t>
              </a:r>
              <a:r>
                <a:rPr lang="ru-RU" sz="800" dirty="0" err="1"/>
                <a:t>ГигаЧат</a:t>
              </a:r>
              <a:r>
                <a:rPr lang="ru-RU" sz="800" dirty="0"/>
                <a:t> Бизнес»)</a:t>
              </a:r>
            </a:p>
          </p:txBody>
        </p:sp>
      </p:grp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85213557-A17C-4DDE-AA67-F22346CB82DA}"/>
              </a:ext>
            </a:extLst>
          </p:cNvPr>
          <p:cNvGrpSpPr/>
          <p:nvPr/>
        </p:nvGrpSpPr>
        <p:grpSpPr>
          <a:xfrm>
            <a:off x="3928547" y="4932883"/>
            <a:ext cx="1633597" cy="1254146"/>
            <a:chOff x="8012975" y="1837943"/>
            <a:chExt cx="1633597" cy="1254146"/>
          </a:xfrm>
        </p:grpSpPr>
        <p:pic>
          <p:nvPicPr>
            <p:cNvPr id="239" name="Рисунок 238">
              <a:extLst>
                <a:ext uri="{FF2B5EF4-FFF2-40B4-BE49-F238E27FC236}">
                  <a16:creationId xmlns:a16="http://schemas.microsoft.com/office/drawing/2014/main" id="{C3D748B7-290B-4757-ACF3-379F4D5A2A06}"/>
                </a:ext>
              </a:extLst>
            </p:cNvPr>
            <p:cNvPicPr>
              <a:picLocks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012976" y="1837943"/>
              <a:ext cx="1633596" cy="939318"/>
            </a:xfrm>
            <a:prstGeom prst="rect">
              <a:avLst/>
            </a:prstGeom>
          </p:spPr>
        </p:pic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569F62BA-3AC1-4E54-A2B5-59D2D0507890}"/>
                </a:ext>
              </a:extLst>
            </p:cNvPr>
            <p:cNvSpPr txBox="1">
              <a:spLocks/>
            </p:cNvSpPr>
            <p:nvPr/>
          </p:nvSpPr>
          <p:spPr>
            <a:xfrm>
              <a:off x="8012975" y="2822097"/>
              <a:ext cx="1633597" cy="269992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ru-RU" sz="800" dirty="0"/>
                <a:t>Автоматизация процессов</a:t>
              </a:r>
              <a:br>
                <a:rPr lang="ru-RU" sz="800" dirty="0"/>
              </a:br>
              <a:r>
                <a:rPr lang="ru-RU" sz="800" dirty="0"/>
                <a:t>(</a:t>
              </a:r>
              <a:r>
                <a:rPr lang="ru-RU" sz="800" dirty="0" err="1"/>
                <a:t>Сбер</a:t>
              </a:r>
              <a:r>
                <a:rPr lang="ru-RU" sz="800" dirty="0"/>
                <a:t> Бизнес Софт)</a:t>
              </a:r>
            </a:p>
          </p:txBody>
        </p:sp>
      </p:grp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0F29E87-BE74-4267-B583-C5B84B1D32AB}"/>
              </a:ext>
            </a:extLst>
          </p:cNvPr>
          <p:cNvGrpSpPr/>
          <p:nvPr/>
        </p:nvGrpSpPr>
        <p:grpSpPr>
          <a:xfrm>
            <a:off x="5833183" y="2234816"/>
            <a:ext cx="1633598" cy="1254146"/>
            <a:chOff x="6353448" y="1837943"/>
            <a:chExt cx="1633598" cy="1254146"/>
          </a:xfrm>
        </p:grpSpPr>
        <p:pic>
          <p:nvPicPr>
            <p:cNvPr id="232" name="Рисунок 231">
              <a:extLst>
                <a:ext uri="{FF2B5EF4-FFF2-40B4-BE49-F238E27FC236}">
                  <a16:creationId xmlns:a16="http://schemas.microsoft.com/office/drawing/2014/main" id="{E1CD0A33-9320-4529-8AFB-F14FF7928A2D}"/>
                </a:ext>
              </a:extLst>
            </p:cNvPr>
            <p:cNvPicPr>
              <a:picLocks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353448" y="1837943"/>
              <a:ext cx="1633596" cy="939318"/>
            </a:xfrm>
            <a:prstGeom prst="rect">
              <a:avLst/>
            </a:prstGeom>
          </p:spPr>
        </p:pic>
        <p:sp>
          <p:nvSpPr>
            <p:cNvPr id="243" name="TextBox 242">
              <a:extLst>
                <a:ext uri="{FF2B5EF4-FFF2-40B4-BE49-F238E27FC236}">
                  <a16:creationId xmlns:a16="http://schemas.microsoft.com/office/drawing/2014/main" id="{3FA90B5A-56E4-4695-98A8-EE5BAC2E5723}"/>
                </a:ext>
              </a:extLst>
            </p:cNvPr>
            <p:cNvSpPr txBox="1">
              <a:spLocks/>
            </p:cNvSpPr>
            <p:nvPr/>
          </p:nvSpPr>
          <p:spPr>
            <a:xfrm>
              <a:off x="6353449" y="2822097"/>
              <a:ext cx="1633597" cy="269992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ru-RU" sz="800" dirty="0"/>
                <a:t>ЭДО и документооборот</a:t>
              </a:r>
              <a:br>
                <a:rPr lang="ru-RU" sz="800" dirty="0"/>
              </a:br>
              <a:r>
                <a:rPr lang="ru-RU" sz="800" dirty="0"/>
                <a:t>(</a:t>
              </a:r>
              <a:r>
                <a:rPr lang="ru-RU" sz="800" dirty="0" err="1"/>
                <a:t>СберКорус</a:t>
              </a:r>
              <a:r>
                <a:rPr lang="ru-RU" sz="800" dirty="0"/>
                <a:t>)</a:t>
              </a:r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7248286A-4BA8-4F27-924C-1462332D9460}"/>
              </a:ext>
            </a:extLst>
          </p:cNvPr>
          <p:cNvGrpSpPr/>
          <p:nvPr/>
        </p:nvGrpSpPr>
        <p:grpSpPr>
          <a:xfrm>
            <a:off x="5833183" y="3589792"/>
            <a:ext cx="1633598" cy="1242261"/>
            <a:chOff x="6353448" y="3357841"/>
            <a:chExt cx="1633598" cy="1242261"/>
          </a:xfrm>
        </p:grpSpPr>
        <p:pic>
          <p:nvPicPr>
            <p:cNvPr id="283" name="Рисунок 282">
              <a:extLst>
                <a:ext uri="{FF2B5EF4-FFF2-40B4-BE49-F238E27FC236}">
                  <a16:creationId xmlns:a16="http://schemas.microsoft.com/office/drawing/2014/main" id="{2DEB301C-63CB-4609-BE73-D4B74CE711BD}"/>
                </a:ext>
              </a:extLst>
            </p:cNvPr>
            <p:cNvPicPr>
              <a:picLocks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353448" y="3357841"/>
              <a:ext cx="1633596" cy="939318"/>
            </a:xfrm>
            <a:prstGeom prst="rect">
              <a:avLst/>
            </a:prstGeom>
          </p:spPr>
        </p:pic>
        <p:sp>
          <p:nvSpPr>
            <p:cNvPr id="271" name="TextBox 270">
              <a:extLst>
                <a:ext uri="{FF2B5EF4-FFF2-40B4-BE49-F238E27FC236}">
                  <a16:creationId xmlns:a16="http://schemas.microsoft.com/office/drawing/2014/main" id="{88939180-C42B-4C33-B7FE-1E44933D615B}"/>
                </a:ext>
              </a:extLst>
            </p:cNvPr>
            <p:cNvSpPr txBox="1">
              <a:spLocks/>
            </p:cNvSpPr>
            <p:nvPr/>
          </p:nvSpPr>
          <p:spPr>
            <a:xfrm>
              <a:off x="6353449" y="4353881"/>
              <a:ext cx="1633597" cy="246221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ru-RU" sz="800" dirty="0"/>
                <a:t>Решения для </a:t>
              </a:r>
              <a:r>
                <a:rPr lang="ru-RU" sz="800" dirty="0" err="1"/>
                <a:t>селлеров</a:t>
              </a:r>
              <a:br>
                <a:rPr lang="ru-RU" sz="800" dirty="0"/>
              </a:br>
              <a:r>
                <a:rPr lang="ru-RU" sz="800" dirty="0"/>
                <a:t>(</a:t>
              </a:r>
              <a:r>
                <a:rPr lang="en-US" sz="800" dirty="0" err="1"/>
                <a:t>inSales</a:t>
              </a:r>
              <a:r>
                <a:rPr lang="en-US" sz="800" dirty="0"/>
                <a:t>)</a:t>
              </a:r>
            </a:p>
          </p:txBody>
        </p:sp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CC035B28-3E90-4A07-871E-BA89D610669F}"/>
              </a:ext>
            </a:extLst>
          </p:cNvPr>
          <p:cNvGrpSpPr/>
          <p:nvPr/>
        </p:nvGrpSpPr>
        <p:grpSpPr>
          <a:xfrm>
            <a:off x="5833183" y="4944768"/>
            <a:ext cx="1633597" cy="1242261"/>
            <a:chOff x="8012975" y="3357841"/>
            <a:chExt cx="1633597" cy="1242261"/>
          </a:xfrm>
        </p:grpSpPr>
        <p:pic>
          <p:nvPicPr>
            <p:cNvPr id="279" name="Рисунок 278">
              <a:extLst>
                <a:ext uri="{FF2B5EF4-FFF2-40B4-BE49-F238E27FC236}">
                  <a16:creationId xmlns:a16="http://schemas.microsoft.com/office/drawing/2014/main" id="{1743991E-1BC1-49CE-91B0-6620FCA41548}"/>
                </a:ext>
              </a:extLst>
            </p:cNvPr>
            <p:cNvPicPr>
              <a:picLocks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012976" y="3357841"/>
              <a:ext cx="1633596" cy="939318"/>
            </a:xfrm>
            <a:prstGeom prst="rect">
              <a:avLst/>
            </a:prstGeom>
          </p:spPr>
        </p:pic>
        <p:sp>
          <p:nvSpPr>
            <p:cNvPr id="273" name="TextBox 272">
              <a:extLst>
                <a:ext uri="{FF2B5EF4-FFF2-40B4-BE49-F238E27FC236}">
                  <a16:creationId xmlns:a16="http://schemas.microsoft.com/office/drawing/2014/main" id="{8DB10EFF-D4BD-41EE-8CD8-52F23FB5D61F}"/>
                </a:ext>
              </a:extLst>
            </p:cNvPr>
            <p:cNvSpPr txBox="1">
              <a:spLocks/>
            </p:cNvSpPr>
            <p:nvPr/>
          </p:nvSpPr>
          <p:spPr>
            <a:xfrm>
              <a:off x="8012975" y="4353881"/>
              <a:ext cx="1633597" cy="246221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ru-RU" sz="800" dirty="0"/>
                <a:t>Обучение и сообщество</a:t>
              </a:r>
              <a:br>
                <a:rPr lang="ru-RU" sz="800" dirty="0"/>
              </a:br>
              <a:r>
                <a:rPr lang="ru-RU" sz="800" dirty="0"/>
                <a:t>(«Деловая среда»)</a:t>
              </a:r>
            </a:p>
          </p:txBody>
        </p:sp>
      </p:grpSp>
      <p:cxnSp>
        <p:nvCxnSpPr>
          <p:cNvPr id="317" name="Прямая соединительная линия 316">
            <a:extLst>
              <a:ext uri="{FF2B5EF4-FFF2-40B4-BE49-F238E27FC236}">
                <a16:creationId xmlns:a16="http://schemas.microsoft.com/office/drawing/2014/main" id="{9F095D03-9875-4867-AD9F-668165007C63}"/>
              </a:ext>
            </a:extLst>
          </p:cNvPr>
          <p:cNvCxnSpPr>
            <a:cxnSpLocks/>
          </p:cNvCxnSpPr>
          <p:nvPr/>
        </p:nvCxnSpPr>
        <p:spPr>
          <a:xfrm>
            <a:off x="3787972" y="4882468"/>
            <a:ext cx="3619015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3">
                    <a:lumMod val="40000"/>
                    <a:lumOff val="60000"/>
                    <a:alpha val="0"/>
                  </a:schemeClr>
                </a:gs>
                <a:gs pos="32000">
                  <a:schemeClr val="accent3">
                    <a:lumMod val="40000"/>
                    <a:lumOff val="60000"/>
                  </a:schemeClr>
                </a:gs>
                <a:gs pos="73000">
                  <a:schemeClr val="accent3">
                    <a:lumMod val="40000"/>
                    <a:lumOff val="60000"/>
                  </a:schemeClr>
                </a:gs>
                <a:gs pos="100000">
                  <a:schemeClr val="accent3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Прямая соединительная линия 317">
            <a:extLst>
              <a:ext uri="{FF2B5EF4-FFF2-40B4-BE49-F238E27FC236}">
                <a16:creationId xmlns:a16="http://schemas.microsoft.com/office/drawing/2014/main" id="{60EDAFF7-0939-483E-88D1-A43B65282ED4}"/>
              </a:ext>
            </a:extLst>
          </p:cNvPr>
          <p:cNvCxnSpPr>
            <a:cxnSpLocks/>
          </p:cNvCxnSpPr>
          <p:nvPr/>
        </p:nvCxnSpPr>
        <p:spPr>
          <a:xfrm>
            <a:off x="3787972" y="3539377"/>
            <a:ext cx="3619015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3">
                    <a:lumMod val="40000"/>
                    <a:lumOff val="60000"/>
                    <a:alpha val="0"/>
                  </a:schemeClr>
                </a:gs>
                <a:gs pos="32000">
                  <a:schemeClr val="accent3">
                    <a:lumMod val="40000"/>
                    <a:lumOff val="60000"/>
                  </a:schemeClr>
                </a:gs>
                <a:gs pos="73000">
                  <a:schemeClr val="accent3">
                    <a:lumMod val="40000"/>
                    <a:lumOff val="60000"/>
                  </a:schemeClr>
                </a:gs>
                <a:gs pos="100000">
                  <a:schemeClr val="accent3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1671" name="Picture 7">
            <a:extLst>
              <a:ext uri="{FF2B5EF4-FFF2-40B4-BE49-F238E27FC236}">
                <a16:creationId xmlns:a16="http://schemas.microsoft.com/office/drawing/2014/main" id="{011961D7-DA2E-43DD-A921-963B4BD569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5857" y="2302140"/>
            <a:ext cx="1227768" cy="810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AutoShape 9">
            <a:extLst>
              <a:ext uri="{FF2B5EF4-FFF2-40B4-BE49-F238E27FC236}">
                <a16:creationId xmlns:a16="http://schemas.microsoft.com/office/drawing/2014/main" id="{86B69947-89B8-4A13-9B49-01C4481B54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" name="AutoShape 11">
            <a:extLst>
              <a:ext uri="{FF2B5EF4-FFF2-40B4-BE49-F238E27FC236}">
                <a16:creationId xmlns:a16="http://schemas.microsoft.com/office/drawing/2014/main" id="{E49FC6AB-A366-4E00-AC18-0D4607F727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774E3BD-D160-45D3-AECD-4CE8196CEBA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31572" y="2293558"/>
            <a:ext cx="1227846" cy="820397"/>
          </a:xfrm>
          <a:prstGeom prst="rect">
            <a:avLst/>
          </a:prstGeom>
        </p:spPr>
      </p:pic>
      <p:pic>
        <p:nvPicPr>
          <p:cNvPr id="241677" name="Picture 13" descr="security-img">
            <a:extLst>
              <a:ext uri="{FF2B5EF4-FFF2-40B4-BE49-F238E27FC236}">
                <a16:creationId xmlns:a16="http://schemas.microsoft.com/office/drawing/2014/main" id="{959D0F4B-1004-4CB6-B3BF-1326FCD43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5227" y="3662983"/>
            <a:ext cx="1218209" cy="778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680" name="Picture 16" descr="Подключение аналитики в СберБизнес">
            <a:extLst>
              <a:ext uri="{FF2B5EF4-FFF2-40B4-BE49-F238E27FC236}">
                <a16:creationId xmlns:a16="http://schemas.microsoft.com/office/drawing/2014/main" id="{975A968C-6338-4C50-AE93-6EAB1029A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4024" y="3662983"/>
            <a:ext cx="1215403" cy="778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682" name="Picture 18" descr="Дизайн образовательной платформы «Деловая среда»">
            <a:extLst>
              <a:ext uri="{FF2B5EF4-FFF2-40B4-BE49-F238E27FC236}">
                <a16:creationId xmlns:a16="http://schemas.microsoft.com/office/drawing/2014/main" id="{51865146-D462-4EE1-BE36-488AA75A93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6" t="8724" r="2555" b="4071"/>
          <a:stretch/>
        </p:blipFill>
        <p:spPr bwMode="auto">
          <a:xfrm>
            <a:off x="6031572" y="5001972"/>
            <a:ext cx="1227846" cy="816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684" name="Picture 20">
            <a:extLst>
              <a:ext uri="{FF2B5EF4-FFF2-40B4-BE49-F238E27FC236}">
                <a16:creationId xmlns:a16="http://schemas.microsoft.com/office/drawing/2014/main" id="{B371C0F7-DB9B-42A9-A542-6AC417486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1207" y="2784360"/>
            <a:ext cx="1213555" cy="787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1CCD756-1385-4FD9-89BB-798585A3FE92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142177" y="5006586"/>
            <a:ext cx="1204310" cy="78653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AFCF49A-0AC8-4AC0-AEAC-A7C9B4F7DAE1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161206" y="4331439"/>
            <a:ext cx="1213555" cy="769390"/>
          </a:xfrm>
          <a:prstGeom prst="rect">
            <a:avLst/>
          </a:prstGeom>
        </p:spPr>
      </p:pic>
      <p:sp>
        <p:nvSpPr>
          <p:cNvPr id="9186" name="TextBox 185">
            <a:extLst>
              <a:ext uri="{FF2B5EF4-FFF2-40B4-BE49-F238E27FC236}">
                <a16:creationId xmlns:a16="http://schemas.microsoft.com/office/drawing/2014/main" id="{68912BB6-9958-416C-BC53-744E2AD4F5C9}"/>
              </a:ext>
            </a:extLst>
          </p:cNvPr>
          <p:cNvSpPr txBox="1">
            <a:spLocks/>
          </p:cNvSpPr>
          <p:nvPr/>
        </p:nvSpPr>
        <p:spPr>
          <a:xfrm>
            <a:off x="9962579" y="4553712"/>
            <a:ext cx="1567434" cy="2769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800" b="1" dirty="0">
                <a:latin typeface="+mj-lt"/>
              </a:rPr>
              <a:t>20–30%</a:t>
            </a:r>
            <a:endParaRPr lang="ru-RU" sz="1200" b="1" dirty="0">
              <a:latin typeface="+mj-lt"/>
            </a:endParaRPr>
          </a:p>
        </p:txBody>
      </p:sp>
      <p:sp>
        <p:nvSpPr>
          <p:cNvPr id="9188" name="TextBox 187">
            <a:extLst>
              <a:ext uri="{FF2B5EF4-FFF2-40B4-BE49-F238E27FC236}">
                <a16:creationId xmlns:a16="http://schemas.microsoft.com/office/drawing/2014/main" id="{8B489064-840C-4A5E-A31E-34C6AB9DD8B0}"/>
              </a:ext>
            </a:extLst>
          </p:cNvPr>
          <p:cNvSpPr txBox="1">
            <a:spLocks/>
          </p:cNvSpPr>
          <p:nvPr/>
        </p:nvSpPr>
        <p:spPr>
          <a:xfrm>
            <a:off x="9962579" y="4855464"/>
            <a:ext cx="1567434" cy="45720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целевая доля нефинансовых сервисов в опердоходе группы к 2030 г.</a:t>
            </a:r>
          </a:p>
        </p:txBody>
      </p:sp>
      <p:cxnSp>
        <p:nvCxnSpPr>
          <p:cNvPr id="9297" name="Прямая соединительная линия 196">
            <a:extLst>
              <a:ext uri="{FF2B5EF4-FFF2-40B4-BE49-F238E27FC236}">
                <a16:creationId xmlns:a16="http://schemas.microsoft.com/office/drawing/2014/main" id="{2144BEE8-1372-4965-8608-A1851C6EE093}"/>
              </a:ext>
            </a:extLst>
          </p:cNvPr>
          <p:cNvCxnSpPr>
            <a:cxnSpLocks/>
          </p:cNvCxnSpPr>
          <p:nvPr/>
        </p:nvCxnSpPr>
        <p:spPr>
          <a:xfrm>
            <a:off x="9962579" y="4471416"/>
            <a:ext cx="1567434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32000">
                  <a:schemeClr val="accent2"/>
                </a:gs>
                <a:gs pos="73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10767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c90ee1e1-c015-415f-8aa1-dd21303cc84c"/>
  <p:tag name="NEWVI" val="true"/>
  <p:tag name="TEMPLATELASTEDITTED" val="2019-02-25 12:05 PM"/>
  <p:tag name="TEMPLATECREATED" val="2019-02-27 01:18 PM"/>
  <p:tag name="TEMPLATEVERSION" val="3"/>
  <p:tag name="BLUEONEFOURTHTITLEFONTCOLORFIXED" val="true"/>
  <p:tag name="DARKLAYOUTNAMESCHANGEDTOCONTRAST" val="true"/>
  <p:tag name="CTFIXED" val="Yes"/>
  <p:tag name="TSCLIENT" val="True"/>
  <p:tag name="THINKCELLUNDODONOTDELETE" val="0"/>
  <p:tag name="TEMPLATELASTEDITED" val="2025-04-07 11:31 "/>
  <p:tag name="BULLETPOINTACTIVEGAP" val="0"/>
  <p:tag name="THINKCELLPRESENTATIONDONOTDELETE" val="&lt;?xml version=&quot;1.0&quot; encoding=&quot;UTF-16&quot; standalone=&quot;yes&quot;?&gt;&lt;root reqver=&quot;32687&quot;&gt;&lt;version val=&quot;1010198&quot;/&gt;&lt;CPresentation id=&quot;1&quot;&gt;&lt;m_precDefaultOrdinal&gt;&lt;m_bNumberIsYear val=&quot;1&quot;/&gt;&lt;m_chMinusSymbol&gt;-&lt;/m_chMinusSymbol&gt;&lt;m_chDecimalSymbol17909&gt;,&lt;/m_chDecimalSymbol17909&gt;&lt;m_nGroupingDigits17909 val=&quot;3&quot;/&gt;&lt;m_chGroupingSymbol17909&gt; 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,&lt;/m_chDecimalSymbol17909&gt;&lt;m_nGroupingDigits17909 val=&quot;3&quot;/&gt;&lt;m_chGroupingSymbol17909&gt; 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,&lt;/m_chDecimalSymbol17909&gt;&lt;m_nGroupingDigits17909 val=&quot;3&quot;/&gt;&lt;m_chGroupingSymbol17909&gt; 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-%1-%Y&lt;/m_strFormatTime&gt;&lt;m_yearfmt&gt;&lt;begin val=&quot;0&quot;/&gt;&lt;end val=&quot;0&quot;/&gt;&lt;/m_yearfmt&gt;&lt;/m_precDefaultDate&gt;&lt;m_precDefaultDay&gt;&lt;m_bNumberIsYear val=&quot;0&quot;/&gt;&lt;m_strFormatTime&gt;%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5&quot;&gt;&lt;elem m_fUsage=&quot;1.00000000000000000000E+00&quot;&gt;&lt;m_msothmcolidx val=&quot;0&quot;/&gt;&lt;m_rgb r=&quot;00&quot; g=&quot;37&quot; b=&quot;91&quot;/&gt;&lt;/elem&gt;&lt;elem m_fUsage=&quot;9.00000000000000022204E-01&quot;&gt;&lt;m_msothmcolidx val=&quot;0&quot;/&gt;&lt;m_rgb r=&quot;E4&quot; g=&quot;E4&quot; b=&quot;E4&quot;/&gt;&lt;/elem&gt;&lt;elem m_fUsage=&quot;8.10000000000000053291E-01&quot;&gt;&lt;m_msothmcolidx val=&quot;0&quot;/&gt;&lt;m_rgb r=&quot;20&quot; g=&quot;4F&quot; b=&quot;EE&quot;/&gt;&lt;/elem&gt;&lt;elem m_fUsage=&quot;7.29000000000000092371E-01&quot;&gt;&lt;m_msothmcolidx val=&quot;0&quot;/&gt;&lt;m_rgb r=&quot;00&quot; g=&quot;DA&quot; b=&quot;C5&quot;/&gt;&lt;/elem&gt;&lt;elem m_fUsage=&quot;6.56100000000000127542E-01&quot;&gt;&lt;m_msothmcolidx val=&quot;0&quot;/&gt;&lt;m_rgb r=&quot;31&quot; g=&quot;5A&quot; b=&quot;C8&quot;/&gt;&lt;/elem&gt;&lt;/m_vecMRU&gt;&lt;/m_mruColor&gt;&lt;m_eweekdayFirstOfWeek val=&quot;2&quot;/&gt;&lt;m_eweekdayFirstOfWorkweek val=&quot;2&quot;/&gt;&lt;m_eweekdayFirstOfWeekend val=&quot;7&quot;/&gt;&lt;m_eweeknumbering val=&quot;1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Whi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Bl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Whi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Empty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Quat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3Quat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Whit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Bl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Whit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Empty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Quater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3Quater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heme/theme1.xml><?xml version="1.0" encoding="utf-8"?>
<a:theme xmlns:a="http://schemas.openxmlformats.org/drawingml/2006/main" name="Альфа_16x9 (2024_UPD-07.04.25)">
  <a:themeElements>
    <a:clrScheme name="Client">
      <a:dk1>
        <a:srgbClr val="000000"/>
      </a:dk1>
      <a:lt1>
        <a:srgbClr val="FFFFFF"/>
      </a:lt1>
      <a:dk2>
        <a:srgbClr val="FFFFFF"/>
      </a:dk2>
      <a:lt2>
        <a:srgbClr val="000000"/>
      </a:lt2>
      <a:accent1>
        <a:srgbClr val="EF3124"/>
      </a:accent1>
      <a:accent2>
        <a:srgbClr val="000000"/>
      </a:accent2>
      <a:accent3>
        <a:srgbClr val="505759"/>
      </a:accent3>
      <a:accent4>
        <a:srgbClr val="D9D9D6"/>
      </a:accent4>
      <a:accent5>
        <a:srgbClr val="6727CC"/>
      </a:accent5>
      <a:accent6>
        <a:srgbClr val="07E2E2"/>
      </a:accent6>
      <a:hlink>
        <a:srgbClr val="EF3124"/>
      </a:hlink>
      <a:folHlink>
        <a:srgbClr val="6727CC"/>
      </a:folHlink>
    </a:clrScheme>
    <a:fontScheme name="Другая 8">
      <a:majorFont>
        <a:latin typeface="Verdana"/>
        <a:ea typeface=""/>
        <a:cs typeface=""/>
      </a:majorFont>
      <a:minorFont>
        <a:latin typeface="Segoe U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Client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EF3124"/>
        </a:accent1>
        <a:accent2>
          <a:srgbClr val="000000"/>
        </a:accent2>
        <a:accent3>
          <a:srgbClr val="505759"/>
        </a:accent3>
        <a:accent4>
          <a:srgbClr val="D9D9D6"/>
        </a:accent4>
        <a:accent5>
          <a:srgbClr val="6727CC"/>
        </a:accent5>
        <a:accent6>
          <a:srgbClr val="07E2E2"/>
        </a:accent6>
        <a:hlink>
          <a:srgbClr val="EF3124"/>
        </a:hlink>
        <a:folHlink>
          <a:srgbClr val="6727CC"/>
        </a:folHlink>
      </a:clrScheme>
    </a:extraClrScheme>
  </a:extraClrSchemeLst>
  <a:custClrLst>
    <a:custClr name="Custom 1">
      <a:srgbClr val="4D4D4D"/>
    </a:custClr>
    <a:custClr name="Custom 2">
      <a:srgbClr val="7F7F7F"/>
    </a:custClr>
    <a:custClr name="Custom 3">
      <a:srgbClr val="B3B3B3"/>
    </a:custClr>
    <a:custClr name="Custom 4">
      <a:srgbClr val="D0D0D0"/>
    </a:custClr>
    <a:custClr name="Custom 5">
      <a:srgbClr val="E6E6E6"/>
    </a:custClr>
    <a:custClr name="Custom 6">
      <a:srgbClr val="F2F2F2"/>
    </a:custClr>
  </a:custClrLst>
  <a:extLst>
    <a:ext uri="{05A4C25C-085E-4340-85A3-A5531E510DB2}">
      <thm15:themeFamily xmlns:thm15="http://schemas.microsoft.com/office/thememl/2012/main" name="Альфа_16x9 (2024_UPD-07.04.25).potx" id="{D5545BD1-619B-4C6B-BE24-82069B3B5A82}" vid="{859D332F-F189-4BBF-95AF-67146A9BF049}"/>
    </a:ext>
  </a:extLst>
</a:theme>
</file>

<file path=ppt/theme/theme2.xml><?xml version="1.0" encoding="utf-8"?>
<a:theme xmlns:a="http://schemas.openxmlformats.org/drawingml/2006/main" name="1_Альфа_16x9 (2024_UPD-07.04.25)">
  <a:themeElements>
    <a:clrScheme name="Client">
      <a:dk1>
        <a:srgbClr val="000000"/>
      </a:dk1>
      <a:lt1>
        <a:srgbClr val="FFFFFF"/>
      </a:lt1>
      <a:dk2>
        <a:srgbClr val="FFFFFF"/>
      </a:dk2>
      <a:lt2>
        <a:srgbClr val="000000"/>
      </a:lt2>
      <a:accent1>
        <a:srgbClr val="EF3124"/>
      </a:accent1>
      <a:accent2>
        <a:srgbClr val="000000"/>
      </a:accent2>
      <a:accent3>
        <a:srgbClr val="505759"/>
      </a:accent3>
      <a:accent4>
        <a:srgbClr val="D9D9D6"/>
      </a:accent4>
      <a:accent5>
        <a:srgbClr val="6727CC"/>
      </a:accent5>
      <a:accent6>
        <a:srgbClr val="07E2E2"/>
      </a:accent6>
      <a:hlink>
        <a:srgbClr val="EF3124"/>
      </a:hlink>
      <a:folHlink>
        <a:srgbClr val="6727CC"/>
      </a:folHlink>
    </a:clrScheme>
    <a:fontScheme name="Другая 8">
      <a:majorFont>
        <a:latin typeface="Verdana"/>
        <a:ea typeface=""/>
        <a:cs typeface=""/>
      </a:majorFont>
      <a:minorFont>
        <a:latin typeface="Segoe U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Client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EF3124"/>
        </a:accent1>
        <a:accent2>
          <a:srgbClr val="000000"/>
        </a:accent2>
        <a:accent3>
          <a:srgbClr val="505759"/>
        </a:accent3>
        <a:accent4>
          <a:srgbClr val="D9D9D6"/>
        </a:accent4>
        <a:accent5>
          <a:srgbClr val="6727CC"/>
        </a:accent5>
        <a:accent6>
          <a:srgbClr val="07E2E2"/>
        </a:accent6>
        <a:hlink>
          <a:srgbClr val="EF3124"/>
        </a:hlink>
        <a:folHlink>
          <a:srgbClr val="6727CC"/>
        </a:folHlink>
      </a:clrScheme>
    </a:extraClrScheme>
  </a:extraClrSchemeLst>
  <a:custClrLst>
    <a:custClr name="Custom 1">
      <a:srgbClr val="4D4D4D"/>
    </a:custClr>
    <a:custClr name="Custom 2">
      <a:srgbClr val="7F7F7F"/>
    </a:custClr>
    <a:custClr name="Custom 3">
      <a:srgbClr val="B3B3B3"/>
    </a:custClr>
    <a:custClr name="Custom 4">
      <a:srgbClr val="D0D0D0"/>
    </a:custClr>
    <a:custClr name="Custom 5">
      <a:srgbClr val="E6E6E6"/>
    </a:custClr>
    <a:custClr name="Custom 6">
      <a:srgbClr val="F2F2F2"/>
    </a:custClr>
  </a:custClrLst>
  <a:extLst>
    <a:ext uri="{05A4C25C-085E-4340-85A3-A5531E510DB2}">
      <thm15:themeFamily xmlns:thm15="http://schemas.microsoft.com/office/thememl/2012/main" name="Альфа_16x9 (2024_UPD-07.04.25).potx" id="{D5545BD1-619B-4C6B-BE24-82069B3B5A82}" vid="{859D332F-F189-4BBF-95AF-67146A9BF049}"/>
    </a:ext>
  </a:extLst>
</a:theme>
</file>

<file path=ppt/theme/theme3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2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Альфа_16x9 (2024_UPD-07.04.25) (1)</Template>
  <TotalTime>23545</TotalTime>
  <Words>551</Words>
  <Application>Microsoft Office PowerPoint</Application>
  <PresentationFormat>Широкоэкранный</PresentationFormat>
  <Paragraphs>81</Paragraphs>
  <Slides>2</Slides>
  <Notes>2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9" baseType="lpstr">
      <vt:lpstr>Arial</vt:lpstr>
      <vt:lpstr>Segoe UI</vt:lpstr>
      <vt:lpstr>Verdana</vt:lpstr>
      <vt:lpstr>Wingdings</vt:lpstr>
      <vt:lpstr>Альфа_16x9 (2024_UPD-07.04.25)</vt:lpstr>
      <vt:lpstr>1_Альфа_16x9 (2024_UPD-07.04.25)</vt:lpstr>
      <vt:lpstr>think-cell Slide</vt:lpstr>
      <vt:lpstr>Т-Банк строил не портфель бизнесов, а один продукт: нефины встроены в приложение и работают на привлечение клиента</vt:lpstr>
      <vt:lpstr>Сбер шёл к нефинансовым сервисам 14 лет: от портала  для предпринимателей до самостоятельного B2B-тех-бизнеса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 of the document</dc:title>
  <dc:subject/>
  <dc:creator>Kirill Kovalenko</dc:creator>
  <cp:keywords/>
  <dc:description/>
  <cp:lastModifiedBy>Александр Войцев</cp:lastModifiedBy>
  <cp:revision>904</cp:revision>
  <cp:lastPrinted>2018-10-30T20:37:12Z</cp:lastPrinted>
  <dcterms:created xsi:type="dcterms:W3CDTF">2026-08-06T06:14:36Z</dcterms:created>
  <dcterms:modified xsi:type="dcterms:W3CDTF">2026-09-07T11:21:48Z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1628964</vt:lpwstr>
  </property>
  <property fmtid="{D5CDD505-2E9C-101B-9397-08002B2CF9AE}" pid="3" name="NXPowerLiteSettings">
    <vt:lpwstr>C9000A38044001</vt:lpwstr>
  </property>
  <property fmtid="{D5CDD505-2E9C-101B-9397-08002B2CF9AE}" pid="4" name="NXPowerLiteVersion">
    <vt:lpwstr>D7.1.14</vt:lpwstr>
  </property>
  <property fmtid="{D5CDD505-2E9C-101B-9397-08002B2CF9AE}" pid="5" name="PPT">
    <vt:lpwstr>Hello</vt:lpwstr>
  </property>
  <property fmtid="{D5CDD505-2E9C-101B-9397-08002B2CF9AE}" pid="6" name="TemplateVersion">
    <vt:lpwstr>4</vt:lpwstr>
  </property>
  <property fmtid="{D5CDD505-2E9C-101B-9397-08002B2CF9AE}" pid="7" name="TemplateLastEdited">
    <vt:lpwstr>2025-04-07 11:31 </vt:lpwstr>
  </property>
  <property fmtid="{D5CDD505-2E9C-101B-9397-08002B2CF9AE}" pid="8" name="TemplateCreated">
    <vt:lpwstr>2019-02-27 01:18 PM</vt:lpwstr>
  </property>
</Properties>
</file>