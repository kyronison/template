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21.vml" ContentType="application/vnd.openxmlformats-officedocument.vmlDrawing"/>
  <Override PartName="/ppt/drawings/vmlDrawing22.vml" ContentType="application/vnd.openxmlformats-officedocument.vmlDrawing"/>
  <Override PartName="/ppt/drawings/vmlDrawing23.vml" ContentType="application/vnd.openxmlformats-officedocument.vmlDrawing"/>
  <Override PartName="/ppt/drawings/vmlDrawing24.vml" ContentType="application/vnd.openxmlformats-officedocument.vmlDrawing"/>
  <Override PartName="/ppt/drawings/vmlDrawing25.vml" ContentType="application/vnd.openxmlformats-officedocument.vmlDrawing"/>
  <Override PartName="/ppt/drawings/vmlDrawing26.vml" ContentType="application/vnd.openxmlformats-officedocument.vmlDrawing"/>
  <Override PartName="/ppt/drawings/vmlDrawing27.vml" ContentType="application/vnd.openxmlformats-officedocument.vmlDrawing"/>
  <Override PartName="/ppt/drawings/vmlDrawing28.vml" ContentType="application/vnd.openxmlformats-officedocument.vmlDrawing"/>
  <Override PartName="/ppt/drawings/vmlDrawing29.vml" ContentType="application/vnd.openxmlformats-officedocument.vmlDrawing"/>
  <Override PartName="/ppt/drawings/vmlDrawing3.vml" ContentType="application/vnd.openxmlformats-officedocument.vmlDrawing"/>
  <Override PartName="/ppt/drawings/vmlDrawing30.vml" ContentType="application/vnd.openxmlformats-officedocument.vmlDrawing"/>
  <Override PartName="/ppt/drawings/vmlDrawing31.vml" ContentType="application/vnd.openxmlformats-officedocument.vmlDrawing"/>
  <Override PartName="/ppt/drawings/vmlDrawing32.vml" ContentType="application/vnd.openxmlformats-officedocument.vmlDrawing"/>
  <Override PartName="/ppt/drawings/vmlDrawing33.vml" ContentType="application/vnd.openxmlformats-officedocument.vmlDrawing"/>
  <Override PartName="/ppt/drawings/vmlDrawing34.vml" ContentType="application/vnd.openxmlformats-officedocument.vmlDrawing"/>
  <Override PartName="/ppt/drawings/vmlDrawing35.vml" ContentType="application/vnd.openxmlformats-officedocument.vmlDrawing"/>
  <Override PartName="/ppt/drawings/vmlDrawing36.vml" ContentType="application/vnd.openxmlformats-officedocument.vmlDrawing"/>
  <Override PartName="/ppt/drawings/vmlDrawing37.vml" ContentType="application/vnd.openxmlformats-officedocument.vmlDrawing"/>
  <Override PartName="/ppt/drawings/vmlDrawing38.vml" ContentType="application/vnd.openxmlformats-officedocument.vmlDrawing"/>
  <Override PartName="/ppt/drawings/vmlDrawing39.vml" ContentType="application/vnd.openxmlformats-officedocument.vmlDrawing"/>
  <Override PartName="/ppt/drawings/vmlDrawing4.vml" ContentType="application/vnd.openxmlformats-officedocument.vmlDrawing"/>
  <Override PartName="/ppt/drawings/vmlDrawing40.vml" ContentType="application/vnd.openxmlformats-officedocument.vmlDrawing"/>
  <Override PartName="/ppt/drawings/vmlDrawing41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media/image11.svg" ContentType="image/svg+xml"/>
  <Override PartName="/ppt/media/image14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96" r:id="rId2"/>
  </p:sldMasterIdLst>
  <p:notesMasterIdLst>
    <p:notesMasterId r:id="rId4"/>
  </p:notesMasterIdLst>
  <p:handoutMasterIdLst>
    <p:handoutMasterId r:id="rId5"/>
  </p:handoutMasterIdLst>
  <p:sldIdLst>
    <p:sldId id="283" r:id="rId3"/>
  </p:sldIdLst>
  <p:sldSz cx="12192000" cy="6858000"/>
  <p:notesSz cx="7102475" cy="9388475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940D4"/>
    <a:srgbClr val="E6E6E6"/>
    <a:srgbClr val="F81727"/>
    <a:srgbClr val="D6A300"/>
    <a:srgbClr val="505759"/>
    <a:srgbClr val="F1F2F3"/>
    <a:srgbClr val="E2E5E6"/>
    <a:srgbClr val="F36D64"/>
    <a:srgbClr val="7E13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17" autoAdjust="0"/>
    <p:restoredTop sz="94660"/>
  </p:normalViewPr>
  <p:slideViewPr>
    <p:cSldViewPr snapToGrid="0" snapToObjects="1">
      <p:cViewPr>
        <p:scale>
          <a:sx n="77" d="100"/>
          <a:sy n="77" d="100"/>
        </p:scale>
        <p:origin x="47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5076"/>
    </p:cViewPr>
  </p:sorterViewPr>
  <p:notesViewPr>
    <p:cSldViewPr snapToGrid="0" snapToObjects="1">
      <p:cViewPr>
        <p:scale>
          <a:sx n="75" d="100"/>
          <a:sy n="75" d="100"/>
        </p:scale>
        <p:origin x="32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tags" Target="tags/tag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1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17:00:2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44 2312,'-1'-12'113,"-4"1"-121,0 2-769,-2-3-351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ru-RU" smtClean="0"/>
              <a:pPr/>
              <a:t>01/09/26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9" Type="http://schemas.openxmlformats.org/officeDocument/2006/relationships/image" Target="../media/image2.png"/><Relationship Id="rId10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tags" Target="../tags/tag49.xml"/><Relationship Id="rId8" Type="http://schemas.openxmlformats.org/officeDocument/2006/relationships/tags" Target="../tags/tag50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6.bin"/><Relationship Id="rId11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7.bin"/><Relationship Id="rId10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8.bin"/><Relationship Id="rId11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9.bin"/><Relationship Id="rId10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tags" Target="../tags/tag80.xml"/><Relationship Id="rId6" Type="http://schemas.openxmlformats.org/officeDocument/2006/relationships/tags" Target="../tags/tag81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82.xml"/><Relationship Id="rId3" Type="http://schemas.openxmlformats.org/officeDocument/2006/relationships/tags" Target="../tags/tag83.xml"/><Relationship Id="rId4" Type="http://schemas.openxmlformats.org/officeDocument/2006/relationships/tags" Target="../tags/tag84.xml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tags" Target="../tags/tag99.xml"/><Relationship Id="rId8" Type="http://schemas.openxmlformats.org/officeDocument/2006/relationships/tags" Target="../tags/tag100.xml"/><Relationship Id="rId9" Type="http://schemas.openxmlformats.org/officeDocument/2006/relationships/tags" Target="../tags/tag101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tags" Target="../tags/tag109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tags" Target="../tags/tag114.xml"/><Relationship Id="rId7" Type="http://schemas.openxmlformats.org/officeDocument/2006/relationships/tags" Target="../tags/tag115.xml"/><Relationship Id="rId8" Type="http://schemas.openxmlformats.org/officeDocument/2006/relationships/tags" Target="../tags/tag116.xml"/><Relationship Id="rId9" Type="http://schemas.openxmlformats.org/officeDocument/2006/relationships/tags" Target="../tags/tag11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26.xml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tags" Target="../tags/tag130.xml"/><Relationship Id="rId7" Type="http://schemas.openxmlformats.org/officeDocument/2006/relationships/tags" Target="../tags/tag131.xml"/><Relationship Id="rId8" Type="http://schemas.openxmlformats.org/officeDocument/2006/relationships/tags" Target="../tags/tag132.xml"/><Relationship Id="rId9" Type="http://schemas.openxmlformats.org/officeDocument/2006/relationships/tags" Target="../tags/tag133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134.xml"/><Relationship Id="rId3" Type="http://schemas.openxmlformats.org/officeDocument/2006/relationships/tags" Target="../tags/tag135.xml"/><Relationship Id="rId4" Type="http://schemas.openxmlformats.org/officeDocument/2006/relationships/tags" Target="../tags/tag136.xml"/><Relationship Id="rId5" Type="http://schemas.openxmlformats.org/officeDocument/2006/relationships/tags" Target="../tags/tag137.xml"/><Relationship Id="rId6" Type="http://schemas.openxmlformats.org/officeDocument/2006/relationships/tags" Target="../tags/tag13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1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3.vml"/><Relationship Id="rId2" Type="http://schemas.openxmlformats.org/officeDocument/2006/relationships/tags" Target="../tags/tag169.xml"/><Relationship Id="rId3" Type="http://schemas.openxmlformats.org/officeDocument/2006/relationships/tags" Target="../tags/tag170.xml"/><Relationship Id="rId4" Type="http://schemas.openxmlformats.org/officeDocument/2006/relationships/tags" Target="../tags/tag171.xml"/><Relationship Id="rId5" Type="http://schemas.openxmlformats.org/officeDocument/2006/relationships/tags" Target="../tags/tag172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4.v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tags" Target="../tags/tag175.xml"/><Relationship Id="rId5" Type="http://schemas.openxmlformats.org/officeDocument/2006/relationships/tags" Target="../tags/tag176.xml"/><Relationship Id="rId6" Type="http://schemas.openxmlformats.org/officeDocument/2006/relationships/tags" Target="../tags/tag177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5.vml"/><Relationship Id="rId2" Type="http://schemas.openxmlformats.org/officeDocument/2006/relationships/tags" Target="../tags/tag178.xml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5.bin"/><Relationship Id="rId8" Type="http://schemas.openxmlformats.org/officeDocument/2006/relationships/image" Target="../media/image4.emf"/><Relationship Id="rId9" Type="http://schemas.openxmlformats.org/officeDocument/2006/relationships/image" Target="../media/image15.jpeg"/><Relationship Id="rId10" Type="http://schemas.openxmlformats.org/officeDocument/2006/relationships/image" Target="../media/image10.png"/><Relationship Id="rId11" Type="http://schemas.openxmlformats.org/officeDocument/2006/relationships/image" Target="../media/image1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6.v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Relationship Id="rId7" Type="http://schemas.openxmlformats.org/officeDocument/2006/relationships/tags" Target="../tags/tag187.xml"/><Relationship Id="rId8" Type="http://schemas.openxmlformats.org/officeDocument/2006/relationships/tags" Target="../tags/tag188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6.bin"/><Relationship Id="rId11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7.vml"/><Relationship Id="rId2" Type="http://schemas.openxmlformats.org/officeDocument/2006/relationships/tags" Target="../tags/tag189.xml"/><Relationship Id="rId3" Type="http://schemas.openxmlformats.org/officeDocument/2006/relationships/tags" Target="../tags/tag190.xml"/><Relationship Id="rId4" Type="http://schemas.openxmlformats.org/officeDocument/2006/relationships/tags" Target="../tags/tag191.xml"/><Relationship Id="rId5" Type="http://schemas.openxmlformats.org/officeDocument/2006/relationships/tags" Target="../tags/tag192.xml"/><Relationship Id="rId6" Type="http://schemas.openxmlformats.org/officeDocument/2006/relationships/tags" Target="../tags/tag193.xml"/><Relationship Id="rId7" Type="http://schemas.openxmlformats.org/officeDocument/2006/relationships/tags" Target="../tags/tag19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8.v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8.bin"/><Relationship Id="rId11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9.v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9.bin"/><Relationship Id="rId10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0.v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tags" Target="../tags/tag211.xml"/><Relationship Id="rId6" Type="http://schemas.openxmlformats.org/officeDocument/2006/relationships/tags" Target="../tags/tag212.xml"/><Relationship Id="rId7" Type="http://schemas.openxmlformats.org/officeDocument/2006/relationships/tags" Target="../tags/tag213.xml"/><Relationship Id="rId8" Type="http://schemas.openxmlformats.org/officeDocument/2006/relationships/tags" Target="../tags/tag214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1.v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tags" Target="../tags/tag217.xml"/><Relationship Id="rId5" Type="http://schemas.openxmlformats.org/officeDocument/2006/relationships/tags" Target="../tags/tag218.xml"/><Relationship Id="rId6" Type="http://schemas.openxmlformats.org/officeDocument/2006/relationships/tags" Target="../tags/tag219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2.vml"/><Relationship Id="rId2" Type="http://schemas.openxmlformats.org/officeDocument/2006/relationships/tags" Target="../tags/tag220.xml"/><Relationship Id="rId3" Type="http://schemas.openxmlformats.org/officeDocument/2006/relationships/tags" Target="../tags/tag221.xml"/><Relationship Id="rId4" Type="http://schemas.openxmlformats.org/officeDocument/2006/relationships/tags" Target="../tags/tag222.xml"/><Relationship Id="rId5" Type="http://schemas.openxmlformats.org/officeDocument/2006/relationships/tags" Target="../tags/tag223.xml"/><Relationship Id="rId6" Type="http://schemas.openxmlformats.org/officeDocument/2006/relationships/tags" Target="../tags/tag224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3.vml"/><Relationship Id="rId2" Type="http://schemas.openxmlformats.org/officeDocument/2006/relationships/tags" Target="../tags/tag225.xml"/><Relationship Id="rId3" Type="http://schemas.openxmlformats.org/officeDocument/2006/relationships/tags" Target="../tags/tag226.xml"/><Relationship Id="rId4" Type="http://schemas.openxmlformats.org/officeDocument/2006/relationships/tags" Target="../tags/tag227.xml"/><Relationship Id="rId5" Type="http://schemas.openxmlformats.org/officeDocument/2006/relationships/tags" Target="../tags/tag228.xml"/><Relationship Id="rId6" Type="http://schemas.openxmlformats.org/officeDocument/2006/relationships/tags" Target="../tags/tag229.xml"/><Relationship Id="rId7" Type="http://schemas.openxmlformats.org/officeDocument/2006/relationships/tags" Target="../tags/tag230.xml"/><Relationship Id="rId8" Type="http://schemas.openxmlformats.org/officeDocument/2006/relationships/tags" Target="../tags/tag23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3.bin"/><Relationship Id="rId11" Type="http://schemas.openxmlformats.org/officeDocument/2006/relationships/image" Target="../media/image4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4.vml"/><Relationship Id="rId2" Type="http://schemas.openxmlformats.org/officeDocument/2006/relationships/tags" Target="../tags/tag232.xml"/><Relationship Id="rId3" Type="http://schemas.openxmlformats.org/officeDocument/2006/relationships/tags" Target="../tags/tag233.xml"/><Relationship Id="rId4" Type="http://schemas.openxmlformats.org/officeDocument/2006/relationships/tags" Target="../tags/tag234.xml"/><Relationship Id="rId5" Type="http://schemas.openxmlformats.org/officeDocument/2006/relationships/tags" Target="../tags/tag235.xml"/><Relationship Id="rId6" Type="http://schemas.openxmlformats.org/officeDocument/2006/relationships/tags" Target="../tags/tag236.xml"/><Relationship Id="rId7" Type="http://schemas.openxmlformats.org/officeDocument/2006/relationships/tags" Target="../tags/tag237.xml"/><Relationship Id="rId8" Type="http://schemas.openxmlformats.org/officeDocument/2006/relationships/tags" Target="../tags/tag238.xml"/><Relationship Id="rId9" Type="http://schemas.openxmlformats.org/officeDocument/2006/relationships/tags" Target="../tags/tag23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5.v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6.vml"/><Relationship Id="rId2" Type="http://schemas.openxmlformats.org/officeDocument/2006/relationships/tags" Target="../tags/tag248.xml"/><Relationship Id="rId3" Type="http://schemas.openxmlformats.org/officeDocument/2006/relationships/tags" Target="../tags/tag249.xml"/><Relationship Id="rId4" Type="http://schemas.openxmlformats.org/officeDocument/2006/relationships/tags" Target="../tags/tag250.xml"/><Relationship Id="rId5" Type="http://schemas.openxmlformats.org/officeDocument/2006/relationships/tags" Target="../tags/tag251.xml"/><Relationship Id="rId6" Type="http://schemas.openxmlformats.org/officeDocument/2006/relationships/tags" Target="../tags/tag252.xml"/><Relationship Id="rId7" Type="http://schemas.openxmlformats.org/officeDocument/2006/relationships/tags" Target="../tags/tag253.xml"/><Relationship Id="rId8" Type="http://schemas.openxmlformats.org/officeDocument/2006/relationships/tags" Target="../tags/tag254.xml"/><Relationship Id="rId9" Type="http://schemas.openxmlformats.org/officeDocument/2006/relationships/tags" Target="../tags/tag255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7.vml"/><Relationship Id="rId2" Type="http://schemas.openxmlformats.org/officeDocument/2006/relationships/tags" Target="../tags/tag256.xml"/><Relationship Id="rId3" Type="http://schemas.openxmlformats.org/officeDocument/2006/relationships/tags" Target="../tags/tag257.xml"/><Relationship Id="rId4" Type="http://schemas.openxmlformats.org/officeDocument/2006/relationships/tags" Target="../tags/tag258.xml"/><Relationship Id="rId5" Type="http://schemas.openxmlformats.org/officeDocument/2006/relationships/tags" Target="../tags/tag259.xml"/><Relationship Id="rId6" Type="http://schemas.openxmlformats.org/officeDocument/2006/relationships/tags" Target="../tags/tag260.xml"/><Relationship Id="rId7" Type="http://schemas.openxmlformats.org/officeDocument/2006/relationships/tags" Target="../tags/tag261.xml"/><Relationship Id="rId8" Type="http://schemas.openxmlformats.org/officeDocument/2006/relationships/tags" Target="../tags/tag262.xml"/><Relationship Id="rId9" Type="http://schemas.openxmlformats.org/officeDocument/2006/relationships/tags" Target="../tags/tag26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8.v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Relationship Id="rId8" Type="http://schemas.openxmlformats.org/officeDocument/2006/relationships/tags" Target="../tags/tag270.xml"/><Relationship Id="rId9" Type="http://schemas.openxmlformats.org/officeDocument/2006/relationships/tags" Target="../tags/tag27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9.vml"/><Relationship Id="rId2" Type="http://schemas.openxmlformats.org/officeDocument/2006/relationships/tags" Target="../tags/tag272.xml"/><Relationship Id="rId3" Type="http://schemas.openxmlformats.org/officeDocument/2006/relationships/tags" Target="../tags/tag273.xml"/><Relationship Id="rId4" Type="http://schemas.openxmlformats.org/officeDocument/2006/relationships/tags" Target="../tags/tag274.xml"/><Relationship Id="rId5" Type="http://schemas.openxmlformats.org/officeDocument/2006/relationships/tags" Target="../tags/tag275.xml"/><Relationship Id="rId6" Type="http://schemas.openxmlformats.org/officeDocument/2006/relationships/tags" Target="../tags/tag276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0.vml"/><Relationship Id="rId2" Type="http://schemas.openxmlformats.org/officeDocument/2006/relationships/tags" Target="../tags/tag277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4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06580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0501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14374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23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87">
            <a:extLst>
              <a:ext uri="{FF2B5EF4-FFF2-40B4-BE49-F238E27FC236}">
                <a16:creationId xmlns:a16="http://schemas.microsoft.com/office/drawing/2014/main" id="{78007B54-D47C-4D63-A37B-ABE8B267525C}"/>
              </a:ext>
            </a:extLst>
          </p:cNvPr>
          <p:cNvGrpSpPr/>
          <p:nvPr/>
        </p:nvGrpSpPr>
        <p:grpSpPr>
          <a:xfrm>
            <a:off x="0" y="3176"/>
            <a:ext cx="12192000" cy="6854824"/>
            <a:chOff x="0" y="0"/>
            <a:chExt cx="12192000" cy="6854824"/>
          </a:xfrm>
        </p:grpSpPr>
        <p:sp>
          <p:nvSpPr>
            <p:cNvPr id="17" name="Прямоугольник 281">
              <a:extLst>
                <a:ext uri="{FF2B5EF4-FFF2-40B4-BE49-F238E27FC236}">
                  <a16:creationId xmlns:a16="http://schemas.microsoft.com/office/drawing/2014/main" id="{7A77853B-1540-4B78-BD38-BFADFF519271}"/>
                </a:ext>
              </a:extLst>
            </p:cNvPr>
            <p:cNvSpPr/>
            <p:nvPr/>
          </p:nvSpPr>
          <p:spPr>
            <a:xfrm flipH="1">
              <a:off x="0" y="0"/>
              <a:ext cx="12192000" cy="6854824"/>
            </a:xfrm>
            <a:prstGeom prst="rect">
              <a:avLst/>
            </a:prstGeom>
            <a:solidFill>
              <a:srgbClr val="F5F5F5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3" name="Прямоугольник 284">
              <a:extLst>
                <a:ext uri="{FF2B5EF4-FFF2-40B4-BE49-F238E27FC236}">
                  <a16:creationId xmlns:a16="http://schemas.microsoft.com/office/drawing/2014/main" id="{9AB43A8C-478D-48B7-86C8-A17B18C925F5}"/>
                </a:ext>
              </a:extLst>
            </p:cNvPr>
            <p:cNvSpPr>
              <a:spLocks/>
            </p:cNvSpPr>
            <p:nvPr/>
          </p:nvSpPr>
          <p:spPr>
            <a:xfrm flipH="1">
              <a:off x="3525520" y="1668802"/>
              <a:ext cx="2214064" cy="5186022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</a:gsLst>
              <a:lin ang="0" scaled="1"/>
              <a:tileRect/>
            </a:gra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0707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9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8A4E52-D9AA-4A7C-9CAC-05A528A5D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0920" t="19524" r="30920" b="22511"/>
          <a:stretch/>
        </p:blipFill>
        <p:spPr>
          <a:xfrm>
            <a:off x="554735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3040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5340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5102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614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18367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47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61706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78837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0541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463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5917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28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9752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84915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9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4930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3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7861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7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30959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1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192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9059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9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4804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7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00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3435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1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52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8332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638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3333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9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FC7C2AA7-AFC7-4BD5-97D9-1684BF78284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D6E20-8CB7-4D69-9AE2-6118851811D0}"/>
              </a:ext>
            </a:extLst>
          </p:cNvPr>
          <p:cNvGrpSpPr/>
          <p:nvPr userDrawn="1"/>
        </p:nvGrpSpPr>
        <p:grpSpPr>
          <a:xfrm>
            <a:off x="554735" y="554735"/>
            <a:ext cx="846000" cy="846000"/>
            <a:chOff x="554735" y="554735"/>
            <a:chExt cx="846000" cy="8460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23EC816-ED7D-4038-8033-CD413C8B588C}"/>
                </a:ext>
              </a:extLst>
            </p:cNvPr>
            <p:cNvSpPr/>
            <p:nvPr userDrawn="1"/>
          </p:nvSpPr>
          <p:spPr>
            <a:xfrm>
              <a:off x="554735" y="554735"/>
              <a:ext cx="846000" cy="846000"/>
            </a:xfrm>
            <a:prstGeom prst="roundRect">
              <a:avLst>
                <a:gd name="adj" fmla="val 14134"/>
              </a:avLst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79" name="Рисунок 78">
              <a:extLst>
                <a:ext uri="{FF2B5EF4-FFF2-40B4-BE49-F238E27FC236}">
                  <a16:creationId xmlns:a16="http://schemas.microsoft.com/office/drawing/2014/main" id="{B1E05077-72F5-4A26-B3C8-620255A5B44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30920" t="19524" r="30920" b="22511"/>
            <a:stretch/>
          </p:blipFill>
          <p:spPr>
            <a:xfrm>
              <a:off x="788133" y="689735"/>
              <a:ext cx="379204" cy="576000"/>
            </a:xfrm>
            <a:prstGeom prst="rect">
              <a:avLst/>
            </a:prstGeom>
          </p:spPr>
        </p:pic>
      </p:grp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AB21D232-779B-46AB-AF49-68F17B81B364}"/>
              </a:ext>
            </a:extLst>
          </p:cNvPr>
          <p:cNvSpPr/>
          <p:nvPr userDrawn="1"/>
        </p:nvSpPr>
        <p:spPr>
          <a:xfrm>
            <a:off x="5096395" y="0"/>
            <a:ext cx="1496099" cy="6858000"/>
          </a:xfrm>
          <a:custGeom>
            <a:avLst/>
            <a:gdLst>
              <a:gd name="connsiteX0" fmla="*/ 1496099 w 7095604"/>
              <a:gd name="connsiteY0" fmla="*/ 0 h 6858000"/>
              <a:gd name="connsiteX1" fmla="*/ 7095604 w 7095604"/>
              <a:gd name="connsiteY1" fmla="*/ 0 h 6858000"/>
              <a:gd name="connsiteX2" fmla="*/ 7095604 w 7095604"/>
              <a:gd name="connsiteY2" fmla="*/ 6858000 h 6858000"/>
              <a:gd name="connsiteX3" fmla="*/ 1496099 w 7095604"/>
              <a:gd name="connsiteY3" fmla="*/ 6858000 h 6858000"/>
              <a:gd name="connsiteX4" fmla="*/ 1370893 w 7095604"/>
              <a:gd name="connsiteY4" fmla="*/ 6738628 h 6858000"/>
              <a:gd name="connsiteX5" fmla="*/ 0 w 7095604"/>
              <a:gd name="connsiteY5" fmla="*/ 3429000 h 6858000"/>
              <a:gd name="connsiteX6" fmla="*/ 1370893 w 7095604"/>
              <a:gd name="connsiteY6" fmla="*/ 119373 h 6858000"/>
              <a:gd name="connsiteX0" fmla="*/ 7095604 w 7187044"/>
              <a:gd name="connsiteY0" fmla="*/ 0 h 6858000"/>
              <a:gd name="connsiteX1" fmla="*/ 7095604 w 7187044"/>
              <a:gd name="connsiteY1" fmla="*/ 6858000 h 6858000"/>
              <a:gd name="connsiteX2" fmla="*/ 1496099 w 7187044"/>
              <a:gd name="connsiteY2" fmla="*/ 6858000 h 6858000"/>
              <a:gd name="connsiteX3" fmla="*/ 1370893 w 7187044"/>
              <a:gd name="connsiteY3" fmla="*/ 6738628 h 6858000"/>
              <a:gd name="connsiteX4" fmla="*/ 0 w 7187044"/>
              <a:gd name="connsiteY4" fmla="*/ 3429000 h 6858000"/>
              <a:gd name="connsiteX5" fmla="*/ 1370893 w 7187044"/>
              <a:gd name="connsiteY5" fmla="*/ 119373 h 6858000"/>
              <a:gd name="connsiteX6" fmla="*/ 1496099 w 7187044"/>
              <a:gd name="connsiteY6" fmla="*/ 0 h 6858000"/>
              <a:gd name="connsiteX7" fmla="*/ 7187044 w 7187044"/>
              <a:gd name="connsiteY7" fmla="*/ 91440 h 6858000"/>
              <a:gd name="connsiteX0" fmla="*/ 7095604 w 7095604"/>
              <a:gd name="connsiteY0" fmla="*/ 0 h 6858000"/>
              <a:gd name="connsiteX1" fmla="*/ 7095604 w 7095604"/>
              <a:gd name="connsiteY1" fmla="*/ 6858000 h 6858000"/>
              <a:gd name="connsiteX2" fmla="*/ 1496099 w 7095604"/>
              <a:gd name="connsiteY2" fmla="*/ 6858000 h 6858000"/>
              <a:gd name="connsiteX3" fmla="*/ 1370893 w 7095604"/>
              <a:gd name="connsiteY3" fmla="*/ 6738628 h 6858000"/>
              <a:gd name="connsiteX4" fmla="*/ 0 w 7095604"/>
              <a:gd name="connsiteY4" fmla="*/ 3429000 h 6858000"/>
              <a:gd name="connsiteX5" fmla="*/ 1370893 w 7095604"/>
              <a:gd name="connsiteY5" fmla="*/ 119373 h 6858000"/>
              <a:gd name="connsiteX6" fmla="*/ 1496099 w 7095604"/>
              <a:gd name="connsiteY6" fmla="*/ 0 h 6858000"/>
              <a:gd name="connsiteX0" fmla="*/ 7095604 w 7095604"/>
              <a:gd name="connsiteY0" fmla="*/ 6858000 h 6858000"/>
              <a:gd name="connsiteX1" fmla="*/ 1496099 w 7095604"/>
              <a:gd name="connsiteY1" fmla="*/ 6858000 h 6858000"/>
              <a:gd name="connsiteX2" fmla="*/ 1370893 w 7095604"/>
              <a:gd name="connsiteY2" fmla="*/ 6738628 h 6858000"/>
              <a:gd name="connsiteX3" fmla="*/ 0 w 7095604"/>
              <a:gd name="connsiteY3" fmla="*/ 3429000 h 6858000"/>
              <a:gd name="connsiteX4" fmla="*/ 1370893 w 7095604"/>
              <a:gd name="connsiteY4" fmla="*/ 119373 h 6858000"/>
              <a:gd name="connsiteX5" fmla="*/ 1496099 w 7095604"/>
              <a:gd name="connsiteY5" fmla="*/ 0 h 6858000"/>
              <a:gd name="connsiteX0" fmla="*/ 1496099 w 1496099"/>
              <a:gd name="connsiteY0" fmla="*/ 6858000 h 6858000"/>
              <a:gd name="connsiteX1" fmla="*/ 1370893 w 1496099"/>
              <a:gd name="connsiteY1" fmla="*/ 6738628 h 6858000"/>
              <a:gd name="connsiteX2" fmla="*/ 0 w 1496099"/>
              <a:gd name="connsiteY2" fmla="*/ 3429000 h 6858000"/>
              <a:gd name="connsiteX3" fmla="*/ 1370893 w 1496099"/>
              <a:gd name="connsiteY3" fmla="*/ 119373 h 6858000"/>
              <a:gd name="connsiteX4" fmla="*/ 1496099 w 149609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99" h="6858000">
                <a:moveTo>
                  <a:pt x="1496099" y="6858000"/>
                </a:moveTo>
                <a:lnTo>
                  <a:pt x="1370893" y="6738628"/>
                </a:lnTo>
                <a:cubicBezTo>
                  <a:pt x="523885" y="5891620"/>
                  <a:pt x="0" y="4721490"/>
                  <a:pt x="0" y="3429000"/>
                </a:cubicBezTo>
                <a:cubicBezTo>
                  <a:pt x="0" y="2136510"/>
                  <a:pt x="523885" y="966380"/>
                  <a:pt x="1370893" y="119373"/>
                </a:cubicBezTo>
                <a:lnTo>
                  <a:pt x="1496099" y="0"/>
                </a:lnTo>
              </a:path>
            </a:pathLst>
          </a:custGeom>
          <a:noFill/>
          <a:ln w="6350" cap="sq">
            <a:solidFill>
              <a:srgbClr val="FFE5E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95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60767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3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624611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9096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7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979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5729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1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3927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44559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5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61632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48598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9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3437870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551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59634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27315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7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3647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17482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1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88226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6730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5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6036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509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9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80541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0615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3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506533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9636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7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5130201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1407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1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1338118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340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9931892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36537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9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15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2" Type="http://schemas.openxmlformats.org/officeDocument/2006/relationships/tags" Target="../tags/tag2.xml"/><Relationship Id="rId23" Type="http://schemas.openxmlformats.org/officeDocument/2006/relationships/tags" Target="../tags/tag3.xml"/><Relationship Id="rId24" Type="http://schemas.openxmlformats.org/officeDocument/2006/relationships/tags" Target="../tags/tag4.xml"/><Relationship Id="rId25" Type="http://schemas.openxmlformats.org/officeDocument/2006/relationships/tags" Target="../tags/tag5.xml"/><Relationship Id="rId26" Type="http://schemas.openxmlformats.org/officeDocument/2006/relationships/tags" Target="../tags/tag6.xml"/><Relationship Id="rId27" Type="http://schemas.openxmlformats.org/officeDocument/2006/relationships/tags" Target="../tags/tag7.xml"/><Relationship Id="rId28" Type="http://schemas.openxmlformats.org/officeDocument/2006/relationships/tags" Target="../tags/tag8.xml"/><Relationship Id="rId29" Type="http://schemas.openxmlformats.org/officeDocument/2006/relationships/tags" Target="../tags/tag9.xml"/><Relationship Id="rId30" Type="http://schemas.openxmlformats.org/officeDocument/2006/relationships/tags" Target="../tags/tag10.xml"/><Relationship Id="rId31" Type="http://schemas.openxmlformats.org/officeDocument/2006/relationships/tags" Target="../tags/tag11.xml"/><Relationship Id="rId32" Type="http://schemas.openxmlformats.org/officeDocument/2006/relationships/tags" Target="../tags/tag12.xml"/><Relationship Id="rId33" Type="http://schemas.openxmlformats.org/officeDocument/2006/relationships/tags" Target="../tags/tag13.xml"/><Relationship Id="rId34" Type="http://schemas.openxmlformats.org/officeDocument/2006/relationships/tags" Target="../tags/tag14.xml"/><Relationship Id="rId35" Type="http://schemas.openxmlformats.org/officeDocument/2006/relationships/tags" Target="../tags/tag15.xml"/><Relationship Id="rId36" Type="http://schemas.openxmlformats.org/officeDocument/2006/relationships/tags" Target="../tags/tag16.xml"/><Relationship Id="rId37" Type="http://schemas.openxmlformats.org/officeDocument/2006/relationships/tags" Target="../tags/tag17.xml"/><Relationship Id="rId38" Type="http://schemas.openxmlformats.org/officeDocument/2006/relationships/tags" Target="../tags/tag18.xml"/><Relationship Id="rId39" Type="http://schemas.openxmlformats.org/officeDocument/2006/relationships/tags" Target="../tags/tag19.xml"/><Relationship Id="rId40" Type="http://schemas.openxmlformats.org/officeDocument/2006/relationships/tags" Target="../tags/tag20.xml"/><Relationship Id="rId41" Type="http://schemas.openxmlformats.org/officeDocument/2006/relationships/tags" Target="../tags/tag21.xml"/><Relationship Id="rId42" Type="http://schemas.openxmlformats.org/officeDocument/2006/relationships/tags" Target="../tags/tag22.xml"/><Relationship Id="rId43" Type="http://schemas.openxmlformats.org/officeDocument/2006/relationships/tags" Target="../tags/tag23.xml"/><Relationship Id="rId44" Type="http://schemas.openxmlformats.org/officeDocument/2006/relationships/tags" Target="../tags/tag24.xml"/><Relationship Id="rId45" Type="http://schemas.openxmlformats.org/officeDocument/2006/relationships/tags" Target="../tags/tag25.xml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38.xml"/><Relationship Id="rId20" Type="http://schemas.openxmlformats.org/officeDocument/2006/relationships/theme" Target="../theme/theme2.xml"/><Relationship Id="rId21" Type="http://schemas.openxmlformats.org/officeDocument/2006/relationships/vmlDrawing" Target="../drawings/vmlDrawing21.vml"/><Relationship Id="rId22" Type="http://schemas.openxmlformats.org/officeDocument/2006/relationships/tags" Target="../tags/tag140.xml"/><Relationship Id="rId23" Type="http://schemas.openxmlformats.org/officeDocument/2006/relationships/tags" Target="../tags/tag141.xml"/><Relationship Id="rId24" Type="http://schemas.openxmlformats.org/officeDocument/2006/relationships/tags" Target="../tags/tag142.xml"/><Relationship Id="rId25" Type="http://schemas.openxmlformats.org/officeDocument/2006/relationships/tags" Target="../tags/tag143.xml"/><Relationship Id="rId26" Type="http://schemas.openxmlformats.org/officeDocument/2006/relationships/tags" Target="../tags/tag144.xml"/><Relationship Id="rId27" Type="http://schemas.openxmlformats.org/officeDocument/2006/relationships/tags" Target="../tags/tag145.xml"/><Relationship Id="rId28" Type="http://schemas.openxmlformats.org/officeDocument/2006/relationships/tags" Target="../tags/tag146.xml"/><Relationship Id="rId29" Type="http://schemas.openxmlformats.org/officeDocument/2006/relationships/tags" Target="../tags/tag147.xml"/><Relationship Id="rId30" Type="http://schemas.openxmlformats.org/officeDocument/2006/relationships/tags" Target="../tags/tag148.xml"/><Relationship Id="rId31" Type="http://schemas.openxmlformats.org/officeDocument/2006/relationships/tags" Target="../tags/tag149.xml"/><Relationship Id="rId32" Type="http://schemas.openxmlformats.org/officeDocument/2006/relationships/tags" Target="../tags/tag150.xml"/><Relationship Id="rId33" Type="http://schemas.openxmlformats.org/officeDocument/2006/relationships/tags" Target="../tags/tag151.xml"/><Relationship Id="rId34" Type="http://schemas.openxmlformats.org/officeDocument/2006/relationships/tags" Target="../tags/tag152.xml"/><Relationship Id="rId35" Type="http://schemas.openxmlformats.org/officeDocument/2006/relationships/tags" Target="../tags/tag153.xml"/><Relationship Id="rId36" Type="http://schemas.openxmlformats.org/officeDocument/2006/relationships/tags" Target="../tags/tag154.xml"/><Relationship Id="rId37" Type="http://schemas.openxmlformats.org/officeDocument/2006/relationships/tags" Target="../tags/tag155.xml"/><Relationship Id="rId38" Type="http://schemas.openxmlformats.org/officeDocument/2006/relationships/tags" Target="../tags/tag156.xml"/><Relationship Id="rId39" Type="http://schemas.openxmlformats.org/officeDocument/2006/relationships/tags" Target="../tags/tag157.xml"/><Relationship Id="rId40" Type="http://schemas.openxmlformats.org/officeDocument/2006/relationships/tags" Target="../tags/tag158.xml"/><Relationship Id="rId41" Type="http://schemas.openxmlformats.org/officeDocument/2006/relationships/tags" Target="../tags/tag159.xml"/><Relationship Id="rId42" Type="http://schemas.openxmlformats.org/officeDocument/2006/relationships/tags" Target="../tags/tag160.xml"/><Relationship Id="rId43" Type="http://schemas.openxmlformats.org/officeDocument/2006/relationships/tags" Target="../tags/tag161.xml"/><Relationship Id="rId44" Type="http://schemas.openxmlformats.org/officeDocument/2006/relationships/tags" Target="../tags/tag162.xml"/><Relationship Id="rId45" Type="http://schemas.openxmlformats.org/officeDocument/2006/relationships/tags" Target="../tags/tag163.xml"/><Relationship Id="rId46" Type="http://schemas.openxmlformats.org/officeDocument/2006/relationships/oleObject" Target="../embeddings/oleObject2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6676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9" r:id="rId2"/>
    <p:sldLayoutId id="2147483890" r:id="rId3"/>
    <p:sldLayoutId id="2147483894" r:id="rId4"/>
    <p:sldLayoutId id="2147483654" r:id="rId5"/>
    <p:sldLayoutId id="2147483883" r:id="rId6"/>
    <p:sldLayoutId id="2147483885" r:id="rId7"/>
    <p:sldLayoutId id="2147483892" r:id="rId8"/>
    <p:sldLayoutId id="2147483895" r:id="rId9"/>
    <p:sldLayoutId id="2147483893" r:id="rId10"/>
    <p:sldLayoutId id="2147483659" r:id="rId11"/>
    <p:sldLayoutId id="2147483804" r:id="rId12"/>
    <p:sldLayoutId id="2147483860" r:id="rId13"/>
    <p:sldLayoutId id="2147483856" r:id="rId14"/>
    <p:sldLayoutId id="2147483805" r:id="rId15"/>
    <p:sldLayoutId id="2147483806" r:id="rId16"/>
    <p:sldLayoutId id="2147483882" r:id="rId17"/>
    <p:sldLayoutId id="2147483706" r:id="rId18"/>
    <p:sldLayoutId id="2147483718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 userDrawn="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828536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4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1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1.v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Relationship Id="rId6" Type="http://schemas.openxmlformats.org/officeDocument/2006/relationships/tags" Target="../tags/tag282.xml"/><Relationship Id="rId7" Type="http://schemas.openxmlformats.org/officeDocument/2006/relationships/tags" Target="../tags/tag283.xml"/><Relationship Id="rId8" Type="http://schemas.openxmlformats.org/officeDocument/2006/relationships/tags" Target="../tags/tag284.xml"/><Relationship Id="rId9" Type="http://schemas.openxmlformats.org/officeDocument/2006/relationships/tags" Target="../tags/tag285.xml"/><Relationship Id="rId10" Type="http://schemas.openxmlformats.org/officeDocument/2006/relationships/slideLayout" Target="../slideLayouts/slideLayout24.xml"/><Relationship Id="rId11" Type="http://schemas.openxmlformats.org/officeDocument/2006/relationships/oleObject" Target="../embeddings/oleObject41.bin"/><Relationship Id="rId12" Type="http://schemas.openxmlformats.org/officeDocument/2006/relationships/image" Target="../media/image16.emf"/><Relationship Id="rId13" Type="http://schemas.openxmlformats.org/officeDocument/2006/relationships/customXml" Target="../ink/ink1.xml"/><Relationship Id="rId1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7BA6BDB-268F-4240-9F26-A117CA4C0BE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60965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6" name="think-cell Slide" r:id="rId11" imgW="395" imgH="396" progId="TCLayout.ActiveDocument.1">
                  <p:embed/>
                </p:oleObj>
              </mc:Choice>
              <mc:Fallback>
                <p:oleObj name="think-cell Slide" r:id="rId11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3E5AD5D5-A98E-4AE6-A4D1-84BFA66E42E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rIns="0"/>
          <a:lstStyle/>
          <a:p>
            <a:r>
              <a:rPr lang="ru-RU" dirty="0"/>
              <a:t>Финансовый эффект от увеличения АКБ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5F17DF7-6FD4-42B4-A76B-E6AB7FE47223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FCB6B9-343A-4FA2-8250-3B5718211BD5}"/>
              </a:ext>
            </a:extLst>
          </p:cNvPr>
          <p:cNvSpPr txBox="1"/>
          <p:nvPr/>
        </p:nvSpPr>
        <p:spPr>
          <a:xfrm>
            <a:off x="557784" y="1170432"/>
            <a:ext cx="3200400" cy="2560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 sz="1300">
                <a:latin typeface="+mj-lt"/>
                <a:cs typeface="+mn-cs"/>
              </a:rPr>
              <a:t>Верхний сегмент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91E572-4E7E-43DB-BAE6-14F9A8CF45F1}"/>
              </a:ext>
            </a:extLst>
          </p:cNvPr>
          <p:cNvSpPr txBox="1"/>
          <p:nvPr/>
        </p:nvSpPr>
        <p:spPr>
          <a:xfrm>
            <a:off x="557784" y="3227832"/>
            <a:ext cx="3840480" cy="2560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 sz="1300">
                <a:latin typeface="+mj-lt"/>
                <a:cs typeface="+mn-cs"/>
              </a:rPr>
              <a:t>Нижний (массовый) сегмент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7013611-9A0F-4B00-A84D-06BA1CB42FB4}"/>
              </a:ext>
            </a:extLst>
          </p:cNvPr>
          <p:cNvSpPr>
            <a:spLocks/>
          </p:cNvSpPr>
          <p:nvPr/>
        </p:nvSpPr>
        <p:spPr>
          <a:xfrm>
            <a:off x="557784" y="1481328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3F4F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6304" tIns="91440" rIns="109728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Высокодоходные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Требующие персонального обслуживания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Финансово-зрелые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С устойчивой бизнес-моделью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CF9B0B8-E319-483B-AA10-4FBF815C69B8}"/>
              </a:ext>
            </a:extLst>
          </p:cNvPr>
          <p:cNvSpPr>
            <a:spLocks/>
          </p:cNvSpPr>
          <p:nvPr/>
        </p:nvSpPr>
        <p:spPr>
          <a:xfrm>
            <a:off x="4572000" y="1481328"/>
            <a:ext cx="7059168" cy="1463040"/>
          </a:xfrm>
          <a:prstGeom prst="roundRect">
            <a:avLst>
              <a:gd name="adj" fmla="val 8750"/>
            </a:avLst>
          </a:prstGeom>
          <a:solidFill>
            <a:srgbClr val="F3F4F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03120" tIns="73152" rIns="1417320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700"/>
              </a:spcAft>
              <a:buClr>
                <a:schemeClr val="tx1"/>
              </a:buClr>
            </a:pPr>
            <a:r>
              <a:rPr lang="ru-RU" sz="1200" dirty="0">
                <a:solidFill>
                  <a:schemeClr val="tx1"/>
                </a:solidFill>
              </a:rPr>
              <a:t>Последовательный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рост АКБ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ru-RU" sz="1200" dirty="0">
                <a:solidFill>
                  <a:schemeClr val="tx1"/>
                </a:solidFill>
              </a:rPr>
              <a:t>Рост доходности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сегмента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81AD3BF-0F92-4C3E-976A-C5E8E15A9EE3}"/>
              </a:ext>
            </a:extLst>
          </p:cNvPr>
          <p:cNvSpPr>
            <a:spLocks/>
          </p:cNvSpPr>
          <p:nvPr/>
        </p:nvSpPr>
        <p:spPr>
          <a:xfrm>
            <a:off x="4572000" y="3538728"/>
            <a:ext cx="7059168" cy="1298448"/>
          </a:xfrm>
          <a:prstGeom prst="roundRect">
            <a:avLst>
              <a:gd name="adj" fmla="val 9859"/>
            </a:avLst>
          </a:prstGeom>
          <a:solidFill>
            <a:srgbClr val="F3F4F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03120" tIns="54864" rIns="1417320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0"/>
              </a:spcAft>
              <a:buClr>
                <a:schemeClr val="tx1"/>
              </a:buClr>
            </a:pPr>
            <a:r>
              <a:rPr lang="ru-RU" sz="1200" dirty="0">
                <a:solidFill>
                  <a:schemeClr val="tx1"/>
                </a:solidFill>
              </a:rPr>
              <a:t>Сохранение масштабов и темпов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привлечения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ru-RU" sz="1200" dirty="0">
                <a:solidFill>
                  <a:schemeClr val="tx1"/>
                </a:solidFill>
              </a:rPr>
              <a:t>Длительный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срок окупаемости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C2BF063-A233-44F5-99A5-D6D868D47E40}"/>
              </a:ext>
            </a:extLst>
          </p:cNvPr>
          <p:cNvSpPr>
            <a:spLocks/>
          </p:cNvSpPr>
          <p:nvPr/>
        </p:nvSpPr>
        <p:spPr>
          <a:xfrm>
            <a:off x="4572000" y="5102352"/>
            <a:ext cx="7059168" cy="1298448"/>
          </a:xfrm>
          <a:prstGeom prst="roundRect">
            <a:avLst>
              <a:gd name="adj" fmla="val 9859"/>
            </a:avLst>
          </a:prstGeom>
          <a:solidFill>
            <a:srgbClr val="F3F4F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03120" tIns="54864" rIns="1417320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0"/>
              </a:spcAft>
              <a:buClr>
                <a:schemeClr val="tx1"/>
              </a:buClr>
            </a:pPr>
            <a:r>
              <a:rPr lang="ru-RU" sz="1200" dirty="0">
                <a:solidFill>
                  <a:schemeClr val="tx1"/>
                </a:solidFill>
              </a:rPr>
              <a:t>Осознанное привлечение 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доходных клиентов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r>
              <a:rPr lang="ru-RU" sz="1200" dirty="0">
                <a:solidFill>
                  <a:schemeClr val="tx1"/>
                </a:solidFill>
              </a:rPr>
              <a:t>Наращивание финансовой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 dirty="0">
                <a:solidFill>
                  <a:schemeClr val="tx1"/>
                </a:solidFill>
              </a:rPr>
              <a:t>результативности сегмента</a:t>
            </a:r>
            <a:endParaRPr lang="ru-RU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EFCC9C1-9535-4A0A-A554-881DD0DF14E4}"/>
                  </a:ext>
                </a:extLst>
              </p14:cNvPr>
              <p14:cNvContentPartPr/>
              <p14:nvPr/>
            </p14:nvContentPartPr>
            <p14:xfrm>
              <a:off x="3970972" y="4251765"/>
              <a:ext cx="7200" cy="16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EFCC9C1-9535-4A0A-A554-881DD0DF14E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62332" y="4242765"/>
                <a:ext cx="24840" cy="33840"/>
              </a:xfrm>
              <a:prstGeom prst="rect">
                <a:avLst/>
              </a:prstGeom>
            </p:spPr>
          </p:pic>
        </mc:Fallback>
      </mc:AlternateContent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1D393FC-094A-4306-A780-4423B8D176B6}"/>
              </a:ext>
            </a:extLst>
          </p:cNvPr>
          <p:cNvSpPr>
            <a:spLocks/>
          </p:cNvSpPr>
          <p:nvPr/>
        </p:nvSpPr>
        <p:spPr>
          <a:xfrm>
            <a:off x="557784" y="3538728"/>
            <a:ext cx="2651760" cy="2862072"/>
          </a:xfrm>
          <a:prstGeom prst="roundRect">
            <a:avLst>
              <a:gd name="adj" fmla="val 4827"/>
            </a:avLst>
          </a:prstGeom>
          <a:solidFill>
            <a:srgbClr val="F3F4F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6304" tIns="128016" rIns="109728" bIns="1280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Волатильные</a:t>
            </a:r>
          </a:p>
          <a:p>
            <a:pPr marL="285750" indent="-285750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С низким потенциалом конвертации в бизнес</a:t>
            </a:r>
          </a:p>
          <a:p>
            <a:pPr marL="285750" indent="-285750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С низким уровнем монетизации</a:t>
            </a:r>
          </a:p>
          <a:p>
            <a:pPr marL="285750" indent="-28575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С небольшим жизненным циклом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E8051AE-0452-4D22-AD9A-3076CD22F5B8}"/>
              </a:ext>
            </a:extLst>
          </p:cNvPr>
          <p:cNvSpPr/>
          <p:nvPr/>
        </p:nvSpPr>
        <p:spPr>
          <a:xfrm>
            <a:off x="10442448" y="1581912"/>
            <a:ext cx="969264" cy="530352"/>
          </a:xfrm>
          <a:prstGeom prst="roundRect">
            <a:avLst>
              <a:gd name="adj" fmla="val 24000"/>
            </a:avLst>
          </a:prstGeom>
          <a:solidFill>
            <a:srgbClr val="EF3124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7432" tIns="27432" rIns="27432" bIns="274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dirty="0" b="1">
                <a:solidFill>
                  <a:srgbClr val="FFFFFF"/>
                </a:solidFill>
              </a:rPr>
              <a:t>+0,1</a:t>
            </a:r>
            <a:r>
              <a:rPr lang="ru-RU" sz="1500" baseline="30000" dirty="0" b="1">
                <a:solidFill>
                  <a:srgbClr val="FFFFFF"/>
                </a:solidFill>
              </a:rPr>
              <a:t>1</a:t>
            </a:r>
            <a:endParaRPr lang="ru-RU" sz="16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dirty="0" b="0">
                <a:solidFill>
                  <a:srgbClr val="FFFFFF"/>
                </a:solidFill>
              </a:rPr>
              <a:t>млн </a:t>
            </a:r>
            <a:r>
              <a:rPr lang="ru-RU" sz="1000" dirty="0" err="1" b="0">
                <a:solidFill>
                  <a:srgbClr val="FFFFFF"/>
                </a:solidFill>
              </a:rPr>
              <a:t>кл</a:t>
            </a:r>
            <a:r>
              <a:rPr lang="ru-RU" sz="1000" dirty="0" b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AFD6AC3-16D4-462E-AFEE-A288B5A8937C}"/>
              </a:ext>
            </a:extLst>
          </p:cNvPr>
          <p:cNvSpPr/>
          <p:nvPr/>
        </p:nvSpPr>
        <p:spPr>
          <a:xfrm>
            <a:off x="10442448" y="2313432"/>
            <a:ext cx="969264" cy="530352"/>
          </a:xfrm>
          <a:prstGeom prst="roundRect">
            <a:avLst>
              <a:gd name="adj" fmla="val 24000"/>
            </a:avLst>
          </a:prstGeom>
          <a:solidFill>
            <a:srgbClr val="EF3124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7432" tIns="27432" rIns="27432" bIns="274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dirty="0" b="1">
                <a:solidFill>
                  <a:srgbClr val="FFFFFF"/>
                </a:solidFill>
              </a:rPr>
              <a:t>+250</a:t>
            </a:r>
            <a:r>
              <a:rPr lang="ru-RU" sz="1500" baseline="30000" dirty="0" b="1">
                <a:solidFill>
                  <a:srgbClr val="FFFFFF"/>
                </a:solidFill>
              </a:rPr>
              <a:t>1</a:t>
            </a:r>
            <a:endParaRPr lang="ru-RU" sz="16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dirty="0" b="0">
                <a:solidFill>
                  <a:srgbClr val="FFFFFF"/>
                </a:solidFill>
              </a:rPr>
              <a:t>млрд ОП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C12E74-09D0-482C-B6ED-6149E547DBD7}"/>
              </a:ext>
            </a:extLst>
          </p:cNvPr>
          <p:cNvSpPr txBox="1"/>
          <p:nvPr/>
        </p:nvSpPr>
        <p:spPr>
          <a:xfrm>
            <a:off x="4828032" y="3538728"/>
            <a:ext cx="1737360" cy="12984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</a:pPr>
            <a:r>
              <a:rPr lang="ru-RU" sz="1200" b="1" dirty="0"/>
              <a:t>Фокус на росте АКБ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BFCDAA-9BAA-47FD-9765-247A71395DEF}"/>
              </a:ext>
            </a:extLst>
          </p:cNvPr>
          <p:cNvSpPr txBox="1"/>
          <p:nvPr/>
        </p:nvSpPr>
        <p:spPr>
          <a:xfrm>
            <a:off x="4828032" y="5102352"/>
            <a:ext cx="1737360" cy="12984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</a:pPr>
            <a:r>
              <a:rPr lang="ru-RU" sz="1200" b="1" dirty="0"/>
              <a:t>Фокус на росте доходности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842ED7A-4482-4F8D-80A3-EDA0FFEB9A19}"/>
              </a:ext>
            </a:extLst>
          </p:cNvPr>
          <p:cNvSpPr/>
          <p:nvPr/>
        </p:nvSpPr>
        <p:spPr>
          <a:xfrm>
            <a:off x="10442448" y="3598164"/>
            <a:ext cx="969264" cy="530352"/>
          </a:xfrm>
          <a:prstGeom prst="roundRect">
            <a:avLst>
              <a:gd name="adj" fmla="val 24000"/>
            </a:avLst>
          </a:prstGeom>
          <a:solidFill>
            <a:srgbClr val="EF3124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7432" tIns="27432" rIns="27432" bIns="274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dirty="0" b="1">
                <a:solidFill>
                  <a:srgbClr val="FFFFFF"/>
                </a:solidFill>
              </a:rPr>
              <a:t>0,4</a:t>
            </a:r>
            <a:r>
              <a:rPr lang="ru-RU" sz="1500" baseline="30000" dirty="0" b="1">
                <a:solidFill>
                  <a:srgbClr val="FFFFFF"/>
                </a:solidFill>
              </a:rPr>
              <a:t>1</a:t>
            </a:r>
            <a:endParaRPr lang="ru-RU" sz="16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dirty="0" b="0">
                <a:solidFill>
                  <a:srgbClr val="FFFFFF"/>
                </a:solidFill>
              </a:rPr>
              <a:t>млн </a:t>
            </a:r>
            <a:r>
              <a:rPr lang="ru-RU" sz="1000" dirty="0" err="1" b="0">
                <a:solidFill>
                  <a:srgbClr val="FFFFFF"/>
                </a:solidFill>
              </a:rPr>
              <a:t>кл</a:t>
            </a:r>
            <a:r>
              <a:rPr lang="ru-RU" sz="1000" dirty="0" b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C057E8A-05FB-4E12-83E6-44170DA1DB69}"/>
              </a:ext>
            </a:extLst>
          </p:cNvPr>
          <p:cNvSpPr/>
          <p:nvPr/>
        </p:nvSpPr>
        <p:spPr>
          <a:xfrm>
            <a:off x="10442448" y="4247388"/>
            <a:ext cx="969264" cy="530352"/>
          </a:xfrm>
          <a:prstGeom prst="roundRect">
            <a:avLst>
              <a:gd name="adj" fmla="val 24000"/>
            </a:avLst>
          </a:prstGeom>
          <a:solidFill>
            <a:srgbClr val="76767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7432" tIns="27432" rIns="27432" bIns="274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dirty="0" b="1">
                <a:solidFill>
                  <a:srgbClr val="FFFFFF"/>
                </a:solidFill>
              </a:rPr>
              <a:t>+ХХ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dirty="0" b="0">
                <a:solidFill>
                  <a:srgbClr val="FFFFFF"/>
                </a:solidFill>
              </a:rPr>
              <a:t>млрд ОП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981CA33-38D9-479B-A23F-0DD5D7BD1D4B}"/>
              </a:ext>
            </a:extLst>
          </p:cNvPr>
          <p:cNvSpPr/>
          <p:nvPr/>
        </p:nvSpPr>
        <p:spPr>
          <a:xfrm>
            <a:off x="10442448" y="5161788"/>
            <a:ext cx="969264" cy="530352"/>
          </a:xfrm>
          <a:prstGeom prst="roundRect">
            <a:avLst>
              <a:gd name="adj" fmla="val 24000"/>
            </a:avLst>
          </a:prstGeom>
          <a:solidFill>
            <a:srgbClr val="767676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7432" tIns="27432" rIns="27432" bIns="274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dirty="0" b="1">
                <a:solidFill>
                  <a:srgbClr val="FFFFFF"/>
                </a:solidFill>
              </a:rPr>
              <a:t>+ХХ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dirty="0" b="0">
                <a:solidFill>
                  <a:srgbClr val="FFFFFF"/>
                </a:solidFill>
              </a:rPr>
              <a:t>млн </a:t>
            </a:r>
            <a:r>
              <a:rPr lang="ru-RU" sz="1000" dirty="0" err="1" b="0">
                <a:solidFill>
                  <a:srgbClr val="FFFFFF"/>
                </a:solidFill>
              </a:rPr>
              <a:t>кл</a:t>
            </a:r>
            <a:r>
              <a:rPr lang="ru-RU" sz="1000" dirty="0" b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69FB4257-06AE-48F0-816D-DE27BB1B734C}"/>
              </a:ext>
            </a:extLst>
          </p:cNvPr>
          <p:cNvSpPr/>
          <p:nvPr/>
        </p:nvSpPr>
        <p:spPr>
          <a:xfrm>
            <a:off x="10442448" y="5811012"/>
            <a:ext cx="969264" cy="530352"/>
          </a:xfrm>
          <a:prstGeom prst="roundRect">
            <a:avLst>
              <a:gd name="adj" fmla="val 24000"/>
            </a:avLst>
          </a:prstGeom>
          <a:solidFill>
            <a:srgbClr val="EF3124"/>
          </a:solidFill>
          <a:ln w="63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7432" tIns="27432" rIns="27432" bIns="274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dirty="0" b="1">
                <a:solidFill>
                  <a:srgbClr val="FFFFFF"/>
                </a:solidFill>
              </a:rPr>
              <a:t>+ХХ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dirty="0" b="0">
                <a:solidFill>
                  <a:srgbClr val="FFFFFF"/>
                </a:solidFill>
              </a:rPr>
              <a:t>млрд ОП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4ECDBB0-F2AB-48B3-99B9-01D9B94C03B7}"/>
              </a:ext>
            </a:extLst>
          </p:cNvPr>
          <p:cNvSpPr/>
          <p:nvPr/>
        </p:nvSpPr>
        <p:spPr>
          <a:xfrm>
            <a:off x="4434840" y="4704588"/>
            <a:ext cx="1234440" cy="530352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 w="25400" cap="sq">
            <a:solidFill>
              <a:srgbClr val="FFFFFF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6" tIns="18288" rIns="36576" bIns="182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sz="1100" dirty="0" b="1">
                <a:solidFill>
                  <a:srgbClr val="FFFFFF"/>
                </a:solidFill>
              </a:rPr>
              <a:t>Развилка стратегии</a:t>
            </a:r>
          </a:p>
        </p:txBody>
      </p:sp>
      <p:cxnSp>
        <p:nvCxnSpPr>
          <p:cNvPr id="84" name="LineBasicDefault 84">
            <a:extLst>
              <a:ext uri="{FF2B5EF4-FFF2-40B4-BE49-F238E27FC236}">
                <a16:creationId xmlns:a16="http://schemas.microsoft.com/office/drawing/2014/main" id="{5AC01E7D-BEEF-4403-B0E6-0261A8FA4473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5897880" y="4969764"/>
            <a:ext cx="5623560" cy="0"/>
          </a:xfrm>
          <a:prstGeom prst="straightConnector1">
            <a:avLst/>
          </a:prstGeom>
          <a:ln w="12700" cap="sq">
            <a:solidFill>
              <a:srgbClr val="C9CDD2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4. Footnote">
            <a:extLst>
              <a:ext uri="{FF2B5EF4-FFF2-40B4-BE49-F238E27FC236}">
                <a16:creationId xmlns:a16="http://schemas.microsoft.com/office/drawing/2014/main" id="{3624CC38-A9AC-4FAB-AAED-84E5ADE4A883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554736" y="651367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Источник: Внутренние данные АБ: Стратегия развития дистрибуции 2027-29 </a:t>
            </a:r>
            <a:r>
              <a:rPr lang="ru-RU" dirty="0" err="1"/>
              <a:t>г.г</a:t>
            </a:r>
            <a:r>
              <a:rPr lang="ru-RU" dirty="0"/>
              <a:t>.</a:t>
            </a:r>
          </a:p>
        </p:txBody>
      </p:sp>
      <p:sp>
        <p:nvSpPr>
          <p:cNvPr id="92" name="Полилиния: фигура 385">
            <a:extLst>
              <a:ext uri="{FF2B5EF4-FFF2-40B4-BE49-F238E27FC236}">
                <a16:creationId xmlns:a16="http://schemas.microsoft.com/office/drawing/2014/main" id="{658ABDD6-62D2-4F23-9D3F-4FA099DD9FB5}"/>
              </a:ext>
            </a:extLst>
          </p:cNvPr>
          <p:cNvSpPr/>
          <p:nvPr/>
        </p:nvSpPr>
        <p:spPr>
          <a:xfrm rot="5400000">
            <a:off x="3310128" y="2039112"/>
            <a:ext cx="1143000" cy="347472"/>
          </a:xfrm>
          <a:custGeom>
            <a:avLst/>
            <a:gdLst>
              <a:gd name="connsiteX0" fmla="*/ 828675 w 1657350"/>
              <a:gd name="connsiteY0" fmla="*/ 0 h 487831"/>
              <a:gd name="connsiteX1" fmla="*/ 1657350 w 1657350"/>
              <a:gd name="connsiteY1" fmla="*/ 487831 h 487831"/>
              <a:gd name="connsiteX2" fmla="*/ 1236669 w 1657350"/>
              <a:gd name="connsiteY2" fmla="*/ 487831 h 487831"/>
              <a:gd name="connsiteX3" fmla="*/ 828675 w 1657350"/>
              <a:gd name="connsiteY3" fmla="*/ 247650 h 487831"/>
              <a:gd name="connsiteX4" fmla="*/ 420681 w 1657350"/>
              <a:gd name="connsiteY4" fmla="*/ 487831 h 487831"/>
              <a:gd name="connsiteX5" fmla="*/ 0 w 1657350"/>
              <a:gd name="connsiteY5" fmla="*/ 487831 h 487831"/>
              <a:gd name="connsiteX6" fmla="*/ 828675 w 1657350"/>
              <a:gd name="connsiteY6" fmla="*/ 0 h 48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7350" h="487831">
                <a:moveTo>
                  <a:pt x="828675" y="0"/>
                </a:moveTo>
                <a:lnTo>
                  <a:pt x="1657350" y="487831"/>
                </a:lnTo>
                <a:lnTo>
                  <a:pt x="1236669" y="487831"/>
                </a:lnTo>
                <a:lnTo>
                  <a:pt x="828675" y="247650"/>
                </a:lnTo>
                <a:lnTo>
                  <a:pt x="420681" y="487831"/>
                </a:lnTo>
                <a:lnTo>
                  <a:pt x="0" y="487831"/>
                </a:lnTo>
                <a:lnTo>
                  <a:pt x="828675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2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dirty="0" err="1"/>
          </a:p>
        </p:txBody>
      </p:sp>
      <p:sp>
        <p:nvSpPr>
          <p:cNvPr id="94" name="Полилиния: фигура 385">
            <a:extLst>
              <a:ext uri="{FF2B5EF4-FFF2-40B4-BE49-F238E27FC236}">
                <a16:creationId xmlns:a16="http://schemas.microsoft.com/office/drawing/2014/main" id="{BC8B78C4-137E-4B0B-A953-FDBAD8C3D498}"/>
              </a:ext>
            </a:extLst>
          </p:cNvPr>
          <p:cNvSpPr/>
          <p:nvPr/>
        </p:nvSpPr>
        <p:spPr>
          <a:xfrm rot="5400000">
            <a:off x="3310128" y="4796028"/>
            <a:ext cx="1143000" cy="347472"/>
          </a:xfrm>
          <a:custGeom>
            <a:avLst/>
            <a:gdLst>
              <a:gd name="connsiteX0" fmla="*/ 828675 w 1657350"/>
              <a:gd name="connsiteY0" fmla="*/ 0 h 487831"/>
              <a:gd name="connsiteX1" fmla="*/ 1657350 w 1657350"/>
              <a:gd name="connsiteY1" fmla="*/ 487831 h 487831"/>
              <a:gd name="connsiteX2" fmla="*/ 1236669 w 1657350"/>
              <a:gd name="connsiteY2" fmla="*/ 487831 h 487831"/>
              <a:gd name="connsiteX3" fmla="*/ 828675 w 1657350"/>
              <a:gd name="connsiteY3" fmla="*/ 247650 h 487831"/>
              <a:gd name="connsiteX4" fmla="*/ 420681 w 1657350"/>
              <a:gd name="connsiteY4" fmla="*/ 487831 h 487831"/>
              <a:gd name="connsiteX5" fmla="*/ 0 w 1657350"/>
              <a:gd name="connsiteY5" fmla="*/ 487831 h 487831"/>
              <a:gd name="connsiteX6" fmla="*/ 828675 w 1657350"/>
              <a:gd name="connsiteY6" fmla="*/ 0 h 48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7350" h="487831">
                <a:moveTo>
                  <a:pt x="828675" y="0"/>
                </a:moveTo>
                <a:lnTo>
                  <a:pt x="1657350" y="487831"/>
                </a:lnTo>
                <a:lnTo>
                  <a:pt x="1236669" y="487831"/>
                </a:lnTo>
                <a:lnTo>
                  <a:pt x="828675" y="247650"/>
                </a:lnTo>
                <a:lnTo>
                  <a:pt x="420681" y="487831"/>
                </a:lnTo>
                <a:lnTo>
                  <a:pt x="0" y="487831"/>
                </a:lnTo>
                <a:lnTo>
                  <a:pt x="828675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2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dirty="0" err="1"/>
          </a:p>
        </p:txBody>
      </p:sp>
    </p:spTree>
    <p:extLst>
      <p:ext uri="{BB962C8B-B14F-4D97-AF65-F5344CB8AC3E}">
        <p14:creationId xmlns:p14="http://schemas.microsoft.com/office/powerpoint/2010/main" val="15407391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SCLIENT" val="True"/>
  <p:tag name="THINKCELLUNDODONOTDELETE" val="0"/>
  <p:tag name="TEMPLATELASTEDITED" val="2025-04-07 11:31 "/>
  <p:tag name="BULLETPOINTACTIVEGAP" val="0"/>
  <p:tag name="THINKCELLPRESENTATIONDONOTDELETE" val="&lt;?xml version=&quot;1.0&quot; encoding=&quot;UTF-16&quot; standalone=&quot;yes&quot;?&gt;&lt;root reqver=&quot;32687&quot;&gt;&lt;version val=&quot;3874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1.00000000000000000000E+00&quot;&gt;&lt;m_msothmcolidx val=&quot;0&quot;/&gt;&lt;m_rgb r=&quot;00&quot; g=&quot;37&quot; b=&quot;91&quot;/&gt;&lt;/elem&gt;&lt;elem m_fUsage=&quot;9.00000000000000022204E-01&quot;&gt;&lt;m_msothmcolidx val=&quot;0&quot;/&gt;&lt;m_rgb r=&quot;E4&quot; g=&quot;E4&quot; b=&quot;E4&quot;/&gt;&lt;/elem&gt;&lt;elem m_fUsage=&quot;8.10000000000000053291E-01&quot;&gt;&lt;m_msothmcolidx val=&quot;0&quot;/&gt;&lt;m_rgb r=&quot;20&quot; g=&quot;4F&quot; b=&quot;EE&quot;/&gt;&lt;/elem&gt;&lt;elem m_fUsage=&quot;7.29000000000000092371E-01&quot;&gt;&lt;m_msothmcolidx val=&quot;0&quot;/&gt;&lt;m_rgb r=&quot;00&quot; g=&quot;DA&quot; b=&quot;C5&quot;/&gt;&lt;/elem&gt;&lt;elem m_fUsage=&quot;6.56100000000000127542E-01&quot;&gt;&lt;m_msothmcolidx val=&quot;0&quot;/&gt;&lt;m_rgb r=&quot;31&quot; g=&quot;5A&quot; b=&quot;C8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Impac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Impac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heme/theme1.xml><?xml version="1.0" encoding="utf-8"?>
<a:theme xmlns:a="http://schemas.openxmlformats.org/drawingml/2006/main" name="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2.xml><?xml version="1.0" encoding="utf-8"?>
<a:theme xmlns:a="http://schemas.openxmlformats.org/drawingml/2006/main" name="1_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Альфа_16x9 (2024_UPD-07.04.25) (1)</Template>
  <TotalTime>17014</TotalTime>
  <Words>115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Segoe UI</vt:lpstr>
      <vt:lpstr>Verdana</vt:lpstr>
      <vt:lpstr>Wingdings</vt:lpstr>
      <vt:lpstr>Альфа_16x9 (2024_UPD-07.04.25)</vt:lpstr>
      <vt:lpstr>1_Альфа_16x9 (2024_UPD-07.04.25)</vt:lpstr>
      <vt:lpstr>think-cell Slide</vt:lpstr>
      <vt:lpstr>Финансовый эффект от увеличения АКБ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 of the document</dc:title>
  <dc:subject/>
  <dc:creator>Kirill Kovalenko</dc:creator>
  <cp:keywords/>
  <dc:description/>
  <cp:lastModifiedBy>Polina Gordienko</cp:lastModifiedBy>
  <cp:revision>1190</cp:revision>
  <cp:lastPrinted>2018-10-30T20:37:12Z</cp:lastPrinted>
  <dcterms:created xsi:type="dcterms:W3CDTF">2026-08-06T06:14:36Z</dcterms:created>
  <dcterms:modified xsi:type="dcterms:W3CDTF">2026-09-01T18:23:10Z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2025-04-07 11:31 </vt:lpwstr>
  </property>
  <property fmtid="{D5CDD505-2E9C-101B-9397-08002B2CF9AE}" pid="8" name="TemplateCreated">
    <vt:lpwstr>2019-02-27 01:18 PM</vt:lpwstr>
  </property>
</Properties>
</file>