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drawings/vmlDrawing1.vml" ContentType="application/vnd.openxmlformats-officedocument.vmlDrawing"/>
  <Override PartName="/ppt/drawings/vmlDrawing10.vml" ContentType="application/vnd.openxmlformats-officedocument.vmlDrawing"/>
  <Override PartName="/ppt/drawings/vmlDrawing11.vml" ContentType="application/vnd.openxmlformats-officedocument.vmlDrawing"/>
  <Override PartName="/ppt/drawings/vmlDrawing12.vml" ContentType="application/vnd.openxmlformats-officedocument.vmlDrawing"/>
  <Override PartName="/ppt/drawings/vmlDrawing13.vml" ContentType="application/vnd.openxmlformats-officedocument.vmlDrawing"/>
  <Override PartName="/ppt/drawings/vmlDrawing14.vml" ContentType="application/vnd.openxmlformats-officedocument.vmlDrawing"/>
  <Override PartName="/ppt/drawings/vmlDrawing15.vml" ContentType="application/vnd.openxmlformats-officedocument.vmlDrawing"/>
  <Override PartName="/ppt/drawings/vmlDrawing16.vml" ContentType="application/vnd.openxmlformats-officedocument.vmlDrawing"/>
  <Override PartName="/ppt/drawings/vmlDrawing17.vml" ContentType="application/vnd.openxmlformats-officedocument.vmlDrawing"/>
  <Override PartName="/ppt/drawings/vmlDrawing18.vml" ContentType="application/vnd.openxmlformats-officedocument.vmlDrawing"/>
  <Override PartName="/ppt/drawings/vmlDrawing19.vml" ContentType="application/vnd.openxmlformats-officedocument.vmlDrawing"/>
  <Override PartName="/ppt/drawings/vmlDrawing2.vml" ContentType="application/vnd.openxmlformats-officedocument.vmlDrawing"/>
  <Override PartName="/ppt/drawings/vmlDrawing20.vml" ContentType="application/vnd.openxmlformats-officedocument.vmlDrawing"/>
  <Override PartName="/ppt/drawings/vmlDrawing3.vml" ContentType="application/vnd.openxmlformats-officedocument.vmlDrawing"/>
  <Override PartName="/ppt/drawings/vmlDrawing4.vml" ContentType="application/vnd.openxmlformats-officedocument.vmlDrawing"/>
  <Override PartName="/ppt/drawings/vmlDrawing5.vml" ContentType="application/vnd.openxmlformats-officedocument.vmlDrawing"/>
  <Override PartName="/ppt/drawings/vmlDrawing6.vml" ContentType="application/vnd.openxmlformats-officedocument.vmlDrawing"/>
  <Override PartName="/ppt/drawings/vmlDrawing7.vml" ContentType="application/vnd.openxmlformats-officedocument.vmlDrawing"/>
  <Override PartName="/ppt/drawings/vmlDrawing8.vml" ContentType="application/vnd.openxmlformats-officedocument.vmlDrawing"/>
  <Override PartName="/ppt/drawings/vmlDrawing9.vml" ContentType="application/vnd.openxmlformats-officedocument.vmlDrawing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handoutMasters/handoutMaster1.xml" ContentType="application/vnd.openxmlformats-officedocument.presentationml.handoutMaster+xml"/>
  <Override PartName="/ppt/media/image12.svg" ContentType="image/svg+xml"/>
  <Override PartName="/ppt/media/image3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86" r:id="rId2"/>
  </p:sldIdLst>
  <p:sldSz cx="12192000" cy="6858000"/>
  <p:notesSz cx="6797675" cy="9872663"/>
  <p:custDataLst>
    <p:tags r:id="rId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8A281CB-42B2-4B57-81C8-1FB703C3EDEE}">
          <p14:sldIdLst>
            <p14:sldId id="28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ley Rich" initials="HR" lastIdx="1" clrIdx="0">
    <p:extLst>
      <p:ext uri="{19B8F6BF-5375-455C-9EA6-DF929625EA0E}">
        <p15:presenceInfo xmlns:p15="http://schemas.microsoft.com/office/powerpoint/2012/main" userId="S-1-5-21-1801674531-1788223648-725345543-1185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D0D0"/>
    <a:srgbClr val="B3B3B3"/>
    <a:srgbClr val="FFFFFF"/>
    <a:srgbClr val="F5F5F5"/>
    <a:srgbClr val="DBDEDF"/>
    <a:srgbClr val="D9D9D6"/>
    <a:srgbClr val="E5DBF4"/>
    <a:srgbClr val="4D5456"/>
    <a:srgbClr val="484F50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38" autoAdjust="0"/>
    <p:restoredTop sz="96586" autoAdjust="0"/>
  </p:normalViewPr>
  <p:slideViewPr>
    <p:cSldViewPr snapToGrid="0" snapToObjects="1">
      <p:cViewPr varScale="1">
        <p:scale>
          <a:sx n="159" d="100"/>
          <a:sy n="159" d="100"/>
        </p:scale>
        <p:origin x="312" y="13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59" d="100"/>
        <a:sy n="59" d="100"/>
      </p:scale>
      <p:origin x="0" y="-4440"/>
    </p:cViewPr>
  </p:sorterViewPr>
  <p:notesViewPr>
    <p:cSldViewPr snapToGrid="0" snapToObjects="1">
      <p:cViewPr>
        <p:scale>
          <a:sx n="75" d="100"/>
          <a:sy n="75" d="100"/>
        </p:scale>
        <p:origin x="2808" y="-197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handoutMaster" Target="handoutMasters/handoutMaster1.xml"/><Relationship Id="rId5" Type="http://schemas.openxmlformats.org/officeDocument/2006/relationships/tags" Target="tags/tag1.xml"/><Relationship Id="rId6" Type="http://schemas.openxmlformats.org/officeDocument/2006/relationships/commentAuthors" Target="commentAuthors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5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0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1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2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3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4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5.vml.rels><?xml version='1.0' encoding='UTF-8' standalone='yes'?>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16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7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8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9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0.vml.rels><?xml version='1.0' encoding='UTF-8' standalone='yes'?>
<Relationships xmlns="http://schemas.openxmlformats.org/package/2006/relationships"><Relationship Id="rId1" Type="http://schemas.openxmlformats.org/officeDocument/2006/relationships/image" Target="../media/image13.emf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04BC41E-EAC0-4D88-BA59-21A53C68F8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065" cy="49413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B5C4BB-B13C-4942-8E14-023ED14A3DB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092" y="0"/>
            <a:ext cx="2946065" cy="49413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BD5B6C-20AF-4F0F-889A-7AADC7535123}" type="datetime3">
              <a:rPr lang="en-US" smtClean="0"/>
              <a:t>2 September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21145-1027-4A39-B15A-DD84A26C203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378529"/>
            <a:ext cx="2946065" cy="494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147719-50F5-4089-8123-86F5AF9C884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092" y="9378529"/>
            <a:ext cx="2946065" cy="494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610F73-99D1-48E7-A408-B5EB5C8393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19651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347"/>
          </a:xfrm>
          <a:prstGeom prst="rect">
            <a:avLst/>
          </a:prstGeom>
        </p:spPr>
        <p:txBody>
          <a:bodyPr vert="horz" lIns="914400" tIns="47114" rIns="94229" bIns="47114" rtlCol="0"/>
          <a:lstStyle>
            <a:lvl1pPr algn="l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5347"/>
          </a:xfrm>
          <a:prstGeom prst="rect">
            <a:avLst/>
          </a:prstGeom>
        </p:spPr>
        <p:txBody>
          <a:bodyPr vert="horz" lIns="94229" tIns="47114" rIns="914400" bIns="47114" rtlCol="0"/>
          <a:lstStyle>
            <a:lvl1pPr algn="r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fld id="{1DF34805-1F01-4BDA-A8CA-FCEA2B4BC8D0}" type="datetime3">
              <a:rPr lang="ru-RU" smtClean="0"/>
              <a:pPr/>
              <a:t>02/09/26</a:t>
            </a:fld>
            <a:endParaRPr lang="ru-R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592138"/>
            <a:ext cx="5921375" cy="3332162"/>
          </a:xfrm>
          <a:prstGeom prst="rect">
            <a:avLst/>
          </a:prstGeom>
          <a:noFill/>
          <a:ln w="635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7317"/>
            <a:ext cx="2945659" cy="495346"/>
          </a:xfrm>
          <a:prstGeom prst="rect">
            <a:avLst/>
          </a:prstGeom>
        </p:spPr>
        <p:txBody>
          <a:bodyPr vert="horz" lIns="914400" tIns="47114" rIns="94229" bIns="47114" rtlCol="0" anchor="b"/>
          <a:lstStyle>
            <a:lvl1pPr algn="l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377317"/>
            <a:ext cx="2945659" cy="495346"/>
          </a:xfrm>
          <a:prstGeom prst="rect">
            <a:avLst/>
          </a:prstGeom>
        </p:spPr>
        <p:txBody>
          <a:bodyPr vert="horz" lIns="94229" tIns="47114" rIns="914400" bIns="47114" rtlCol="0" anchor="b"/>
          <a:lstStyle>
            <a:lvl1pPr algn="r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fld id="{CF5EBCF4-26FC-4F76-8DA1-52FDDC328D4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2FEA09E-B533-4D4E-953A-87FE390760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3469" y="4751031"/>
            <a:ext cx="5390736" cy="1000274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ru-RU"/>
              <a:t>Click to edit Master text styles</a:t>
            </a:r>
          </a:p>
          <a:p>
            <a:pPr lvl="1"/>
            <a:r>
              <a:rPr lang="ru-RU"/>
              <a:t>Second level</a:t>
            </a:r>
          </a:p>
          <a:p>
            <a:pPr lvl="2"/>
            <a:r>
              <a:rPr lang="ru-RU"/>
              <a:t>Third level</a:t>
            </a:r>
          </a:p>
          <a:p>
            <a:pPr lvl="3"/>
            <a:r>
              <a:rPr lang="ru-RU"/>
              <a:t>Fourth level</a:t>
            </a:r>
          </a:p>
          <a:p>
            <a:pPr lvl="4"/>
            <a:r>
              <a:rPr lang="ru-RU"/>
              <a:t>Fifth level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8006664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lnSpc>
        <a:spcPct val="100000"/>
      </a:lnSpc>
      <a:spcBef>
        <a:spcPts val="300"/>
      </a:spcBef>
      <a:spcAft>
        <a:spcPts val="300"/>
      </a:spcAft>
      <a:defRPr lang="en-US" sz="1100" kern="1200">
        <a:solidFill>
          <a:schemeClr val="tx1"/>
        </a:solidFill>
        <a:latin typeface="+mn-lt"/>
        <a:ea typeface="+mn-ea"/>
        <a:cs typeface="Arial" panose="020B0604020202020204" pitchFamily="34" charset="0"/>
      </a:defRPr>
    </a:lvl1pPr>
    <a:lvl2pPr marL="144000" indent="-144000" algn="l" defTabSz="914400" rtl="0" eaLnBrk="1" latinLnBrk="0" hangingPunct="1">
      <a:spcAft>
        <a:spcPts val="300"/>
      </a:spcAft>
      <a:buSzPct val="110000"/>
      <a:buFont typeface="Wingdings" panose="05000000000000000000" pitchFamily="2" charset="2"/>
      <a:buChar char=""/>
      <a:defRPr lang="en-US" sz="1100" kern="1200">
        <a:solidFill>
          <a:schemeClr val="tx1"/>
        </a:solidFill>
        <a:latin typeface="+mn-lt"/>
        <a:ea typeface="+mn-ea"/>
        <a:cs typeface="+mn-cs"/>
      </a:defRPr>
    </a:lvl2pPr>
    <a:lvl3pPr marL="288000" indent="-144000" algn="l" defTabSz="914400" rtl="0" eaLnBrk="1" latinLnBrk="0" hangingPunct="1">
      <a:spcAft>
        <a:spcPts val="300"/>
      </a:spcAft>
      <a:buSzPct val="110000"/>
      <a:buFont typeface="Arial" panose="020B0604020202020204" pitchFamily="34" charset="0"/>
      <a:buChar char="‒"/>
      <a:defRPr lang="en-US" sz="1100" kern="1200">
        <a:solidFill>
          <a:schemeClr val="tx1"/>
        </a:solidFill>
        <a:latin typeface="+mn-lt"/>
        <a:ea typeface="+mn-ea"/>
        <a:cs typeface="+mn-cs"/>
      </a:defRPr>
    </a:lvl3pPr>
    <a:lvl4pPr marL="432000" indent="-144000" algn="l" defTabSz="914400" rtl="0" eaLnBrk="1" latinLnBrk="0" hangingPunct="1">
      <a:spcAft>
        <a:spcPts val="300"/>
      </a:spcAft>
      <a:buSzPct val="100000"/>
      <a:buFont typeface="Arial" panose="020B0604020202020204" pitchFamily="34" charset="0"/>
      <a:buChar char="•"/>
      <a:defRPr lang="en-US" sz="1100" kern="1200">
        <a:solidFill>
          <a:schemeClr val="tx1"/>
        </a:solidFill>
        <a:latin typeface="+mn-lt"/>
        <a:ea typeface="+mn-ea"/>
        <a:cs typeface="+mn-cs"/>
      </a:defRPr>
    </a:lvl4pPr>
    <a:lvl5pPr marL="576000" indent="-144000" algn="l" defTabSz="914400" rtl="0" eaLnBrk="1" latinLnBrk="0" hangingPunct="1">
      <a:spcAft>
        <a:spcPts val="300"/>
      </a:spcAft>
      <a:buFont typeface="Arial" panose="020B0604020202020204" pitchFamily="34" charset="0"/>
      <a:buChar char="̶"/>
      <a:defRPr lang="en-US"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9692834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735013" y="563563"/>
            <a:ext cx="5632450" cy="3168650"/>
          </a:xfrm>
        </p:spPr>
      </p:sp>
      <p:sp>
        <p:nvSpPr>
          <p:cNvPr id="14178847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NZ"/>
          </a:p>
        </p:txBody>
      </p:sp>
      <p:sp>
        <p:nvSpPr>
          <p:cNvPr id="1858864414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554046E-C113-0841-A79D-DD33F5999F50}" type="slidenum">
              <a:rPr lang="fr-FR"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"/>
                <a:ea typeface="Arial"/>
                <a:cs typeface="Arial"/>
              </a:rPr>
              <a:t>1</a:t>
            </a:fld>
            <a:endParaRPr lang="fr-FR" sz="1200" b="0" i="0" u="none" strike="noStrike" cap="none" spc="0">
              <a:ln>
                <a:noFill/>
              </a:ln>
              <a:solidFill>
                <a:prstClr val="black"/>
              </a:solidFill>
              <a:latin typeface="Calibri"/>
              <a:ea typeface="+mn-ea"/>
              <a:cs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.vml"/><Relationship Id="rId2" Type="http://schemas.openxmlformats.org/officeDocument/2006/relationships/tags" Target="../tags/tag26.xml"/><Relationship Id="rId3" Type="http://schemas.openxmlformats.org/officeDocument/2006/relationships/tags" Target="../tags/tag27.xml"/><Relationship Id="rId4" Type="http://schemas.openxmlformats.org/officeDocument/2006/relationships/tags" Target="../tags/tag28.xml"/><Relationship Id="rId5" Type="http://schemas.openxmlformats.org/officeDocument/2006/relationships/tags" Target="../tags/tag29.xml"/><Relationship Id="rId6" Type="http://schemas.openxmlformats.org/officeDocument/2006/relationships/tags" Target="../tags/tag30.xml"/><Relationship Id="rId7" Type="http://schemas.openxmlformats.org/officeDocument/2006/relationships/slideMaster" Target="../slideMasters/slideMaster1.xml"/><Relationship Id="rId8" Type="http://schemas.openxmlformats.org/officeDocument/2006/relationships/oleObject" Target="../embeddings/oleObject2.bin"/><Relationship Id="rId9" Type="http://schemas.openxmlformats.org/officeDocument/2006/relationships/image" Target="../media/image4.emf"/><Relationship Id="rId10" Type="http://schemas.openxmlformats.org/officeDocument/2006/relationships/image" Target="../media/image5.jpg"/><Relationship Id="rId11" Type="http://schemas.openxmlformats.org/officeDocument/2006/relationships/image" Target="../media/image2.png"/><Relationship Id="rId12" Type="http://schemas.openxmlformats.org/officeDocument/2006/relationships/image" Target="../media/image3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.vml"/><Relationship Id="rId2" Type="http://schemas.openxmlformats.org/officeDocument/2006/relationships/tags" Target="../tags/tag31.xml"/><Relationship Id="rId3" Type="http://schemas.openxmlformats.org/officeDocument/2006/relationships/tags" Target="../tags/tag32.xml"/><Relationship Id="rId4" Type="http://schemas.openxmlformats.org/officeDocument/2006/relationships/tags" Target="../tags/tag33.xml"/><Relationship Id="rId5" Type="http://schemas.openxmlformats.org/officeDocument/2006/relationships/tags" Target="../tags/tag34.xml"/><Relationship Id="rId6" Type="http://schemas.openxmlformats.org/officeDocument/2006/relationships/slideMaster" Target="../slideMasters/slideMaster1.xml"/><Relationship Id="rId7" Type="http://schemas.openxmlformats.org/officeDocument/2006/relationships/oleObject" Target="../embeddings/oleObject3.bin"/><Relationship Id="rId8" Type="http://schemas.openxmlformats.org/officeDocument/2006/relationships/image" Target="../media/image4.emf"/><Relationship Id="rId9" Type="http://schemas.openxmlformats.org/officeDocument/2006/relationships/image" Target="../media/image6.jpg"/><Relationship Id="rId10" Type="http://schemas.openxmlformats.org/officeDocument/2006/relationships/image" Target="../media/image2.png"/><Relationship Id="rId11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4.vml"/><Relationship Id="rId2" Type="http://schemas.openxmlformats.org/officeDocument/2006/relationships/tags" Target="../tags/tag35.xml"/><Relationship Id="rId3" Type="http://schemas.openxmlformats.org/officeDocument/2006/relationships/tags" Target="../tags/tag36.xml"/><Relationship Id="rId4" Type="http://schemas.openxmlformats.org/officeDocument/2006/relationships/tags" Target="../tags/tag37.xml"/><Relationship Id="rId5" Type="http://schemas.openxmlformats.org/officeDocument/2006/relationships/tags" Target="../tags/tag38.xml"/><Relationship Id="rId6" Type="http://schemas.openxmlformats.org/officeDocument/2006/relationships/tags" Target="../tags/tag39.xml"/><Relationship Id="rId7" Type="http://schemas.openxmlformats.org/officeDocument/2006/relationships/slideMaster" Target="../slideMasters/slideMaster1.xml"/><Relationship Id="rId8" Type="http://schemas.openxmlformats.org/officeDocument/2006/relationships/oleObject" Target="../embeddings/oleObject4.bin"/><Relationship Id="rId9" Type="http://schemas.openxmlformats.org/officeDocument/2006/relationships/image" Target="../media/image4.emf"/><Relationship Id="rId10" Type="http://schemas.openxmlformats.org/officeDocument/2006/relationships/image" Target="../media/image7.jpg"/><Relationship Id="rId11" Type="http://schemas.openxmlformats.org/officeDocument/2006/relationships/image" Target="../media/image2.png"/><Relationship Id="rId1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5.vml"/><Relationship Id="rId2" Type="http://schemas.openxmlformats.org/officeDocument/2006/relationships/tags" Target="../tags/tag40.xml"/><Relationship Id="rId3" Type="http://schemas.openxmlformats.org/officeDocument/2006/relationships/tags" Target="../tags/tag41.xml"/><Relationship Id="rId4" Type="http://schemas.openxmlformats.org/officeDocument/2006/relationships/tags" Target="../tags/tag42.xml"/><Relationship Id="rId5" Type="http://schemas.openxmlformats.org/officeDocument/2006/relationships/tags" Target="../tags/tag43.xml"/><Relationship Id="rId6" Type="http://schemas.openxmlformats.org/officeDocument/2006/relationships/tags" Target="../tags/tag44.xml"/><Relationship Id="rId7" Type="http://schemas.openxmlformats.org/officeDocument/2006/relationships/tags" Target="../tags/tag45.xml"/><Relationship Id="rId8" Type="http://schemas.openxmlformats.org/officeDocument/2006/relationships/tags" Target="../tags/tag46.xml"/><Relationship Id="rId9" Type="http://schemas.openxmlformats.org/officeDocument/2006/relationships/slideMaster" Target="../slideMasters/slideMaster1.xml"/><Relationship Id="rId10" Type="http://schemas.openxmlformats.org/officeDocument/2006/relationships/oleObject" Target="../embeddings/oleObject5.bin"/><Relationship Id="rId11" Type="http://schemas.openxmlformats.org/officeDocument/2006/relationships/image" Target="../media/image1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6.vml"/><Relationship Id="rId2" Type="http://schemas.openxmlformats.org/officeDocument/2006/relationships/tags" Target="../tags/tag47.xml"/><Relationship Id="rId3" Type="http://schemas.openxmlformats.org/officeDocument/2006/relationships/tags" Target="../tags/tag48.xml"/><Relationship Id="rId4" Type="http://schemas.openxmlformats.org/officeDocument/2006/relationships/tags" Target="../tags/tag49.xml"/><Relationship Id="rId5" Type="http://schemas.openxmlformats.org/officeDocument/2006/relationships/tags" Target="../tags/tag50.xml"/><Relationship Id="rId6" Type="http://schemas.openxmlformats.org/officeDocument/2006/relationships/tags" Target="../tags/tag51.xml"/><Relationship Id="rId7" Type="http://schemas.openxmlformats.org/officeDocument/2006/relationships/tags" Target="../tags/tag52.xml"/><Relationship Id="rId8" Type="http://schemas.openxmlformats.org/officeDocument/2006/relationships/slideMaster" Target="../slideMasters/slideMaster1.xml"/><Relationship Id="rId9" Type="http://schemas.openxmlformats.org/officeDocument/2006/relationships/oleObject" Target="../embeddings/oleObject6.bin"/><Relationship Id="rId10" Type="http://schemas.openxmlformats.org/officeDocument/2006/relationships/image" Target="../media/image1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7.vml"/><Relationship Id="rId2" Type="http://schemas.openxmlformats.org/officeDocument/2006/relationships/tags" Target="../tags/tag53.xml"/><Relationship Id="rId3" Type="http://schemas.openxmlformats.org/officeDocument/2006/relationships/tags" Target="../tags/tag54.xml"/><Relationship Id="rId4" Type="http://schemas.openxmlformats.org/officeDocument/2006/relationships/tags" Target="../tags/tag55.xml"/><Relationship Id="rId5" Type="http://schemas.openxmlformats.org/officeDocument/2006/relationships/tags" Target="../tags/tag56.xml"/><Relationship Id="rId6" Type="http://schemas.openxmlformats.org/officeDocument/2006/relationships/tags" Target="../tags/tag57.xml"/><Relationship Id="rId7" Type="http://schemas.openxmlformats.org/officeDocument/2006/relationships/tags" Target="../tags/tag58.xml"/><Relationship Id="rId8" Type="http://schemas.openxmlformats.org/officeDocument/2006/relationships/tags" Target="../tags/tag59.xml"/><Relationship Id="rId9" Type="http://schemas.openxmlformats.org/officeDocument/2006/relationships/slideMaster" Target="../slideMasters/slideMaster1.xml"/><Relationship Id="rId10" Type="http://schemas.openxmlformats.org/officeDocument/2006/relationships/oleObject" Target="../embeddings/oleObject7.bin"/><Relationship Id="rId11" Type="http://schemas.openxmlformats.org/officeDocument/2006/relationships/image" Target="../media/image1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8.vml"/><Relationship Id="rId2" Type="http://schemas.openxmlformats.org/officeDocument/2006/relationships/tags" Target="../tags/tag60.xml"/><Relationship Id="rId3" Type="http://schemas.openxmlformats.org/officeDocument/2006/relationships/tags" Target="../tags/tag61.xml"/><Relationship Id="rId4" Type="http://schemas.openxmlformats.org/officeDocument/2006/relationships/tags" Target="../tags/tag62.xml"/><Relationship Id="rId5" Type="http://schemas.openxmlformats.org/officeDocument/2006/relationships/tags" Target="../tags/tag63.xml"/><Relationship Id="rId6" Type="http://schemas.openxmlformats.org/officeDocument/2006/relationships/tags" Target="../tags/tag64.xml"/><Relationship Id="rId7" Type="http://schemas.openxmlformats.org/officeDocument/2006/relationships/tags" Target="../tags/tag65.xml"/><Relationship Id="rId8" Type="http://schemas.openxmlformats.org/officeDocument/2006/relationships/slideMaster" Target="../slideMasters/slideMaster1.xml"/><Relationship Id="rId9" Type="http://schemas.openxmlformats.org/officeDocument/2006/relationships/oleObject" Target="../embeddings/oleObject8.bin"/><Relationship Id="rId10" Type="http://schemas.openxmlformats.org/officeDocument/2006/relationships/image" Target="../media/image1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9.vml"/><Relationship Id="rId2" Type="http://schemas.openxmlformats.org/officeDocument/2006/relationships/tags" Target="../tags/tag66.xml"/><Relationship Id="rId3" Type="http://schemas.openxmlformats.org/officeDocument/2006/relationships/tags" Target="../tags/tag67.xml"/><Relationship Id="rId4" Type="http://schemas.openxmlformats.org/officeDocument/2006/relationships/tags" Target="../tags/tag68.xml"/><Relationship Id="rId5" Type="http://schemas.openxmlformats.org/officeDocument/2006/relationships/tags" Target="../tags/tag69.xml"/><Relationship Id="rId6" Type="http://schemas.openxmlformats.org/officeDocument/2006/relationships/tags" Target="../tags/tag70.xml"/><Relationship Id="rId7" Type="http://schemas.openxmlformats.org/officeDocument/2006/relationships/slideMaster" Target="../slideMasters/slideMaster1.xml"/><Relationship Id="rId8" Type="http://schemas.openxmlformats.org/officeDocument/2006/relationships/oleObject" Target="../embeddings/oleObject9.bin"/><Relationship Id="rId9" Type="http://schemas.openxmlformats.org/officeDocument/2006/relationships/image" Target="../media/image4.emf"/><Relationship Id="rId10" Type="http://schemas.openxmlformats.org/officeDocument/2006/relationships/image" Target="../media/image2.png"/><Relationship Id="rId11" Type="http://schemas.openxmlformats.org/officeDocument/2006/relationships/image" Target="../media/image3.svg"/><Relationship Id="rId12" Type="http://schemas.openxmlformats.org/officeDocument/2006/relationships/image" Target="../media/image5.jp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0.vml"/><Relationship Id="rId2" Type="http://schemas.openxmlformats.org/officeDocument/2006/relationships/tags" Target="../tags/tag71.xml"/><Relationship Id="rId3" Type="http://schemas.openxmlformats.org/officeDocument/2006/relationships/tags" Target="../tags/tag72.xml"/><Relationship Id="rId4" Type="http://schemas.openxmlformats.org/officeDocument/2006/relationships/tags" Target="../tags/tag73.xml"/><Relationship Id="rId5" Type="http://schemas.openxmlformats.org/officeDocument/2006/relationships/tags" Target="../tags/tag74.xml"/><Relationship Id="rId6" Type="http://schemas.openxmlformats.org/officeDocument/2006/relationships/tags" Target="../tags/tag75.xml"/><Relationship Id="rId7" Type="http://schemas.openxmlformats.org/officeDocument/2006/relationships/slideMaster" Target="../slideMasters/slideMaster1.xml"/><Relationship Id="rId8" Type="http://schemas.openxmlformats.org/officeDocument/2006/relationships/oleObject" Target="../embeddings/oleObject10.bin"/><Relationship Id="rId9" Type="http://schemas.openxmlformats.org/officeDocument/2006/relationships/image" Target="../media/image4.emf"/><Relationship Id="rId10" Type="http://schemas.openxmlformats.org/officeDocument/2006/relationships/image" Target="../media/image2.png"/><Relationship Id="rId11" Type="http://schemas.openxmlformats.org/officeDocument/2006/relationships/image" Target="../media/image3.svg"/><Relationship Id="rId12" Type="http://schemas.openxmlformats.org/officeDocument/2006/relationships/image" Target="../media/image7.jp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1.vml"/><Relationship Id="rId2" Type="http://schemas.openxmlformats.org/officeDocument/2006/relationships/tags" Target="../tags/tag76.xml"/><Relationship Id="rId3" Type="http://schemas.openxmlformats.org/officeDocument/2006/relationships/tags" Target="../tags/tag77.xml"/><Relationship Id="rId4" Type="http://schemas.openxmlformats.org/officeDocument/2006/relationships/tags" Target="../tags/tag78.xml"/><Relationship Id="rId5" Type="http://schemas.openxmlformats.org/officeDocument/2006/relationships/tags" Target="../tags/tag79.xml"/><Relationship Id="rId6" Type="http://schemas.openxmlformats.org/officeDocument/2006/relationships/tags" Target="../tags/tag80.xml"/><Relationship Id="rId7" Type="http://schemas.openxmlformats.org/officeDocument/2006/relationships/tags" Target="../tags/tag81.xml"/><Relationship Id="rId8" Type="http://schemas.openxmlformats.org/officeDocument/2006/relationships/tags" Target="../tags/tag82.xml"/><Relationship Id="rId9" Type="http://schemas.openxmlformats.org/officeDocument/2006/relationships/slideMaster" Target="../slideMasters/slideMaster1.xml"/><Relationship Id="rId10" Type="http://schemas.openxmlformats.org/officeDocument/2006/relationships/oleObject" Target="../embeddings/oleObject11.bin"/><Relationship Id="rId11" Type="http://schemas.openxmlformats.org/officeDocument/2006/relationships/image" Target="../media/image4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2.vml"/><Relationship Id="rId2" Type="http://schemas.openxmlformats.org/officeDocument/2006/relationships/tags" Target="../tags/tag83.xml"/><Relationship Id="rId3" Type="http://schemas.openxmlformats.org/officeDocument/2006/relationships/tags" Target="../tags/tag84.xml"/><Relationship Id="rId4" Type="http://schemas.openxmlformats.org/officeDocument/2006/relationships/tags" Target="../tags/tag85.xml"/><Relationship Id="rId5" Type="http://schemas.openxmlformats.org/officeDocument/2006/relationships/tags" Target="../tags/tag86.xml"/><Relationship Id="rId6" Type="http://schemas.openxmlformats.org/officeDocument/2006/relationships/tags" Target="../tags/tag87.xml"/><Relationship Id="rId7" Type="http://schemas.openxmlformats.org/officeDocument/2006/relationships/tags" Target="../tags/tag88.xml"/><Relationship Id="rId8" Type="http://schemas.openxmlformats.org/officeDocument/2006/relationships/tags" Target="../tags/tag89.xml"/><Relationship Id="rId9" Type="http://schemas.openxmlformats.org/officeDocument/2006/relationships/tags" Target="../tags/tag90.xml"/><Relationship Id="rId10" Type="http://schemas.openxmlformats.org/officeDocument/2006/relationships/slideMaster" Target="../slideMasters/slideMaster1.xml"/><Relationship Id="rId11" Type="http://schemas.openxmlformats.org/officeDocument/2006/relationships/oleObject" Target="../embeddings/oleObject12.bin"/><Relationship Id="rId12" Type="http://schemas.openxmlformats.org/officeDocument/2006/relationships/image" Target="../media/image1.emf"/><Relationship Id="rId13" Type="http://schemas.openxmlformats.org/officeDocument/2006/relationships/image" Target="../media/image8.png"/><Relationship Id="rId14" Type="http://schemas.openxmlformats.org/officeDocument/2006/relationships/image" Target="../media/image9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3.vml"/><Relationship Id="rId2" Type="http://schemas.openxmlformats.org/officeDocument/2006/relationships/tags" Target="../tags/tag91.xml"/><Relationship Id="rId3" Type="http://schemas.openxmlformats.org/officeDocument/2006/relationships/tags" Target="../tags/tag92.xml"/><Relationship Id="rId4" Type="http://schemas.openxmlformats.org/officeDocument/2006/relationships/tags" Target="../tags/tag93.xml"/><Relationship Id="rId5" Type="http://schemas.openxmlformats.org/officeDocument/2006/relationships/tags" Target="../tags/tag94.xml"/><Relationship Id="rId6" Type="http://schemas.openxmlformats.org/officeDocument/2006/relationships/tags" Target="../tags/tag95.xml"/><Relationship Id="rId7" Type="http://schemas.openxmlformats.org/officeDocument/2006/relationships/tags" Target="../tags/tag96.xml"/><Relationship Id="rId8" Type="http://schemas.openxmlformats.org/officeDocument/2006/relationships/tags" Target="../tags/tag97.xml"/><Relationship Id="rId9" Type="http://schemas.openxmlformats.org/officeDocument/2006/relationships/tags" Target="../tags/tag98.xml"/><Relationship Id="rId10" Type="http://schemas.openxmlformats.org/officeDocument/2006/relationships/slideMaster" Target="../slideMasters/slideMaster1.xml"/><Relationship Id="rId11" Type="http://schemas.openxmlformats.org/officeDocument/2006/relationships/oleObject" Target="../embeddings/oleObject13.bin"/><Relationship Id="rId12" Type="http://schemas.openxmlformats.org/officeDocument/2006/relationships/image" Target="../media/image1.emf"/><Relationship Id="rId13" Type="http://schemas.openxmlformats.org/officeDocument/2006/relationships/image" Target="../media/image8.png"/><Relationship Id="rId14" Type="http://schemas.openxmlformats.org/officeDocument/2006/relationships/image" Target="../media/image9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4.vml"/><Relationship Id="rId2" Type="http://schemas.openxmlformats.org/officeDocument/2006/relationships/tags" Target="../tags/tag99.xml"/><Relationship Id="rId3" Type="http://schemas.openxmlformats.org/officeDocument/2006/relationships/tags" Target="../tags/tag100.xml"/><Relationship Id="rId4" Type="http://schemas.openxmlformats.org/officeDocument/2006/relationships/tags" Target="../tags/tag101.xml"/><Relationship Id="rId5" Type="http://schemas.openxmlformats.org/officeDocument/2006/relationships/tags" Target="../tags/tag102.xml"/><Relationship Id="rId6" Type="http://schemas.openxmlformats.org/officeDocument/2006/relationships/tags" Target="../tags/tag103.xml"/><Relationship Id="rId7" Type="http://schemas.openxmlformats.org/officeDocument/2006/relationships/tags" Target="../tags/tag104.xml"/><Relationship Id="rId8" Type="http://schemas.openxmlformats.org/officeDocument/2006/relationships/tags" Target="../tags/tag105.xml"/><Relationship Id="rId9" Type="http://schemas.openxmlformats.org/officeDocument/2006/relationships/tags" Target="../tags/tag106.xml"/><Relationship Id="rId10" Type="http://schemas.openxmlformats.org/officeDocument/2006/relationships/slideMaster" Target="../slideMasters/slideMaster1.xml"/><Relationship Id="rId11" Type="http://schemas.openxmlformats.org/officeDocument/2006/relationships/oleObject" Target="../embeddings/oleObject14.bin"/><Relationship Id="rId12" Type="http://schemas.openxmlformats.org/officeDocument/2006/relationships/image" Target="../media/image1.emf"/><Relationship Id="rId13" Type="http://schemas.openxmlformats.org/officeDocument/2006/relationships/image" Target="../media/image8.png"/><Relationship Id="rId14" Type="http://schemas.openxmlformats.org/officeDocument/2006/relationships/image" Target="../media/image9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5.vml"/><Relationship Id="rId2" Type="http://schemas.openxmlformats.org/officeDocument/2006/relationships/tags" Target="../tags/tag107.xml"/><Relationship Id="rId3" Type="http://schemas.openxmlformats.org/officeDocument/2006/relationships/tags" Target="../tags/tag108.xml"/><Relationship Id="rId4" Type="http://schemas.openxmlformats.org/officeDocument/2006/relationships/tags" Target="../tags/tag109.xml"/><Relationship Id="rId5" Type="http://schemas.openxmlformats.org/officeDocument/2006/relationships/tags" Target="../tags/tag110.xml"/><Relationship Id="rId6" Type="http://schemas.openxmlformats.org/officeDocument/2006/relationships/tags" Target="../tags/tag111.xml"/><Relationship Id="rId7" Type="http://schemas.openxmlformats.org/officeDocument/2006/relationships/tags" Target="../tags/tag112.xml"/><Relationship Id="rId8" Type="http://schemas.openxmlformats.org/officeDocument/2006/relationships/tags" Target="../tags/tag113.xml"/><Relationship Id="rId9" Type="http://schemas.openxmlformats.org/officeDocument/2006/relationships/tags" Target="../tags/tag114.xml"/><Relationship Id="rId10" Type="http://schemas.openxmlformats.org/officeDocument/2006/relationships/slideMaster" Target="../slideMasters/slideMaster1.xml"/><Relationship Id="rId11" Type="http://schemas.openxmlformats.org/officeDocument/2006/relationships/oleObject" Target="../embeddings/oleObject15.bin"/><Relationship Id="rId12" Type="http://schemas.openxmlformats.org/officeDocument/2006/relationships/image" Target="../media/image10.emf"/><Relationship Id="rId13" Type="http://schemas.openxmlformats.org/officeDocument/2006/relationships/image" Target="../media/image8.png"/><Relationship Id="rId14" Type="http://schemas.openxmlformats.org/officeDocument/2006/relationships/image" Target="../media/image9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6.vml"/><Relationship Id="rId2" Type="http://schemas.openxmlformats.org/officeDocument/2006/relationships/tags" Target="../tags/tag115.xml"/><Relationship Id="rId3" Type="http://schemas.openxmlformats.org/officeDocument/2006/relationships/tags" Target="../tags/tag116.xml"/><Relationship Id="rId4" Type="http://schemas.openxmlformats.org/officeDocument/2006/relationships/tags" Target="../tags/tag117.xml"/><Relationship Id="rId5" Type="http://schemas.openxmlformats.org/officeDocument/2006/relationships/tags" Target="../tags/tag118.xml"/><Relationship Id="rId6" Type="http://schemas.openxmlformats.org/officeDocument/2006/relationships/tags" Target="../tags/tag119.xml"/><Relationship Id="rId7" Type="http://schemas.openxmlformats.org/officeDocument/2006/relationships/tags" Target="../tags/tag120.xml"/><Relationship Id="rId8" Type="http://schemas.openxmlformats.org/officeDocument/2006/relationships/tags" Target="../tags/tag121.xml"/><Relationship Id="rId9" Type="http://schemas.openxmlformats.org/officeDocument/2006/relationships/tags" Target="../tags/tag122.xml"/><Relationship Id="rId10" Type="http://schemas.openxmlformats.org/officeDocument/2006/relationships/slideMaster" Target="../slideMasters/slideMaster1.xml"/><Relationship Id="rId11" Type="http://schemas.openxmlformats.org/officeDocument/2006/relationships/oleObject" Target="../embeddings/oleObject16.bin"/><Relationship Id="rId12" Type="http://schemas.openxmlformats.org/officeDocument/2006/relationships/image" Target="../media/image1.emf"/><Relationship Id="rId13" Type="http://schemas.openxmlformats.org/officeDocument/2006/relationships/image" Target="../media/image8.png"/><Relationship Id="rId14" Type="http://schemas.openxmlformats.org/officeDocument/2006/relationships/image" Target="../media/image9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7.vml"/><Relationship Id="rId2" Type="http://schemas.openxmlformats.org/officeDocument/2006/relationships/tags" Target="../tags/tag123.xml"/><Relationship Id="rId3" Type="http://schemas.openxmlformats.org/officeDocument/2006/relationships/tags" Target="../tags/tag124.xml"/><Relationship Id="rId4" Type="http://schemas.openxmlformats.org/officeDocument/2006/relationships/tags" Target="../tags/tag125.xml"/><Relationship Id="rId5" Type="http://schemas.openxmlformats.org/officeDocument/2006/relationships/tags" Target="../tags/tag126.xml"/><Relationship Id="rId6" Type="http://schemas.openxmlformats.org/officeDocument/2006/relationships/tags" Target="../tags/tag127.xml"/><Relationship Id="rId7" Type="http://schemas.openxmlformats.org/officeDocument/2006/relationships/slideMaster" Target="../slideMasters/slideMaster1.xml"/><Relationship Id="rId8" Type="http://schemas.openxmlformats.org/officeDocument/2006/relationships/oleObject" Target="../embeddings/oleObject17.bin"/><Relationship Id="rId9" Type="http://schemas.openxmlformats.org/officeDocument/2006/relationships/image" Target="../media/image4.emf"/><Relationship Id="rId10" Type="http://schemas.openxmlformats.org/officeDocument/2006/relationships/image" Target="../media/image2.png"/><Relationship Id="rId11" Type="http://schemas.openxmlformats.org/officeDocument/2006/relationships/image" Target="../media/image3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8.vml"/><Relationship Id="rId2" Type="http://schemas.openxmlformats.org/officeDocument/2006/relationships/tags" Target="../tags/tag128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8.bin"/><Relationship Id="rId5" Type="http://schemas.openxmlformats.org/officeDocument/2006/relationships/image" Target="../media/image4.emf"/><Relationship Id="rId6" Type="http://schemas.openxmlformats.org/officeDocument/2006/relationships/image" Target="../media/image11.png"/><Relationship Id="rId7" Type="http://schemas.openxmlformats.org/officeDocument/2006/relationships/image" Target="../media/image12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9.v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9.bin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6868842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710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97EF077-A828-4C1A-B53F-82056FE53A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/>
          <a:srcRect l="7287" r="36892"/>
          <a:stretch/>
        </p:blipFill>
        <p:spPr>
          <a:xfrm>
            <a:off x="6066972" y="0"/>
            <a:ext cx="6125028" cy="6858000"/>
          </a:xfrm>
          <a:prstGeom prst="rect">
            <a:avLst/>
          </a:prstGeom>
        </p:spPr>
      </p:pic>
      <p:sp>
        <p:nvSpPr>
          <p:cNvPr id="257" name="RectangleLight">
            <a:extLst>
              <a:ext uri="{FF2B5EF4-FFF2-40B4-BE49-F238E27FC236}">
                <a16:creationId xmlns:a16="http://schemas.microsoft.com/office/drawing/2014/main" id="{25E44379-957D-4C9E-A6B3-8AF529E5EEC6}"/>
              </a:ext>
            </a:extLst>
          </p:cNvPr>
          <p:cNvSpPr>
            <a:spLocks/>
          </p:cNvSpPr>
          <p:nvPr userDrawn="1">
            <p:custDataLst>
              <p:tags r:id="rId3"/>
            </p:custDataLst>
          </p:nvPr>
        </p:nvSpPr>
        <p:spPr bwMode="ltGray">
          <a:xfrm>
            <a:off x="0" y="0"/>
            <a:ext cx="6096000" cy="6858000"/>
          </a:xfrm>
          <a:prstGeom prst="rect">
            <a:avLst/>
          </a:prstGeom>
          <a:solidFill>
            <a:schemeClr val="tx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 userDrawn="1">
            <p:ph type="body" sz="quarter" idx="13" hasCustomPrompt="1"/>
            <p:custDataLst>
              <p:tags r:id="rId4"/>
            </p:custDataLst>
          </p:nvPr>
        </p:nvSpPr>
        <p:spPr>
          <a:xfrm>
            <a:off x="551688" y="6130587"/>
            <a:ext cx="4988687" cy="18466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1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</a:t>
            </a:r>
            <a:r>
              <a:rPr lang="ru-RU" dirty="0" err="1"/>
              <a:t>dit</a:t>
            </a:r>
            <a:r>
              <a:rPr lang="ru-RU" dirty="0"/>
              <a:t> </a:t>
            </a:r>
            <a:r>
              <a:rPr lang="ru-RU" dirty="0" err="1"/>
              <a:t>date</a:t>
            </a:r>
            <a:endParaRPr lang="ru-RU" dirty="0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5"/>
            </p:custDataLst>
          </p:nvPr>
        </p:nvSpPr>
        <p:spPr>
          <a:xfrm>
            <a:off x="551688" y="3439576"/>
            <a:ext cx="4988687" cy="61555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4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title</a:t>
            </a:r>
            <a:endParaRPr lang="ru-RU" dirty="0"/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 userDrawn="1">
            <p:ph type="subTitle" idx="1" hasCustomPrompt="1"/>
            <p:custDataLst>
              <p:tags r:id="rId6"/>
            </p:custDataLst>
          </p:nvPr>
        </p:nvSpPr>
        <p:spPr>
          <a:xfrm>
            <a:off x="551688" y="4225192"/>
            <a:ext cx="4988687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pic>
        <p:nvPicPr>
          <p:cNvPr id="79" name="Рисунок 78">
            <a:extLst>
              <a:ext uri="{FF2B5EF4-FFF2-40B4-BE49-F238E27FC236}">
                <a16:creationId xmlns:a16="http://schemas.microsoft.com/office/drawing/2014/main" id="{B1E05077-72F5-4A26-B3C8-620255A5B4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30920" t="19524" r="30920" b="22511"/>
          <a:stretch/>
        </p:blipFill>
        <p:spPr>
          <a:xfrm>
            <a:off x="551688" y="364177"/>
            <a:ext cx="567640" cy="862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058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lt.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4705012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734"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1A0A627-2E48-4C7A-BE6A-F14C17748A88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1840095" cy="6858000"/>
          </a:xfrm>
          <a:prstGeom prst="rect">
            <a:avLst/>
          </a:prstGeom>
        </p:spPr>
      </p:pic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3"/>
            </p:custDataLst>
          </p:nvPr>
        </p:nvSpPr>
        <p:spPr>
          <a:xfrm>
            <a:off x="6650736" y="3439576"/>
            <a:ext cx="4986528" cy="61555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4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title</a:t>
            </a:r>
            <a:endParaRPr lang="ru-RU" dirty="0"/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 userDrawn="1">
            <p:ph type="subTitle" idx="1" hasCustomPrompt="1"/>
            <p:custDataLst>
              <p:tags r:id="rId4"/>
            </p:custDataLst>
          </p:nvPr>
        </p:nvSpPr>
        <p:spPr>
          <a:xfrm>
            <a:off x="6650736" y="4225192"/>
            <a:ext cx="4986528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 userDrawn="1">
            <p:ph type="body" sz="quarter" idx="13" hasCustomPrompt="1"/>
            <p:custDataLst>
              <p:tags r:id="rId5"/>
            </p:custDataLst>
          </p:nvPr>
        </p:nvSpPr>
        <p:spPr>
          <a:xfrm>
            <a:off x="6650736" y="6130587"/>
            <a:ext cx="4986528" cy="18466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1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</a:t>
            </a:r>
            <a:r>
              <a:rPr lang="ru-RU" dirty="0" err="1"/>
              <a:t>dit</a:t>
            </a:r>
            <a:r>
              <a:rPr lang="ru-RU" dirty="0"/>
              <a:t> </a:t>
            </a:r>
            <a:r>
              <a:rPr lang="ru-RU" dirty="0" err="1"/>
              <a:t>date</a:t>
            </a:r>
            <a:endParaRPr lang="ru-RU" dirty="0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75DD4012-9323-42EA-B2B1-5659142AB6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30920" t="19524" r="30920" b="22511"/>
          <a:stretch/>
        </p:blipFill>
        <p:spPr>
          <a:xfrm>
            <a:off x="11069624" y="364177"/>
            <a:ext cx="567640" cy="862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240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lt.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0727611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758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6F797C3-4F52-4B5E-BE73-0C9E0732060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/>
          <a:srcRect l="49726"/>
          <a:stretch/>
        </p:blipFill>
        <p:spPr>
          <a:xfrm>
            <a:off x="6062522" y="0"/>
            <a:ext cx="6129478" cy="6858000"/>
          </a:xfrm>
          <a:prstGeom prst="rect">
            <a:avLst/>
          </a:prstGeom>
        </p:spPr>
      </p:pic>
      <p:sp>
        <p:nvSpPr>
          <p:cNvPr id="257" name="RectangleLight">
            <a:extLst>
              <a:ext uri="{FF2B5EF4-FFF2-40B4-BE49-F238E27FC236}">
                <a16:creationId xmlns:a16="http://schemas.microsoft.com/office/drawing/2014/main" id="{25E44379-957D-4C9E-A6B3-8AF529E5EEC6}"/>
              </a:ext>
            </a:extLst>
          </p:cNvPr>
          <p:cNvSpPr>
            <a:spLocks/>
          </p:cNvSpPr>
          <p:nvPr userDrawn="1">
            <p:custDataLst>
              <p:tags r:id="rId3"/>
            </p:custDataLst>
          </p:nvPr>
        </p:nvSpPr>
        <p:spPr bwMode="ltGray">
          <a:xfrm>
            <a:off x="0" y="0"/>
            <a:ext cx="6096000" cy="6858000"/>
          </a:xfrm>
          <a:prstGeom prst="rect">
            <a:avLst/>
          </a:prstGeom>
          <a:solidFill>
            <a:schemeClr val="tx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99ADFFB-3469-4234-8D0E-3511CB65D6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30920" t="19524" r="30920" b="22511"/>
          <a:stretch/>
        </p:blipFill>
        <p:spPr>
          <a:xfrm>
            <a:off x="551688" y="364177"/>
            <a:ext cx="567640" cy="862228"/>
          </a:xfrm>
          <a:prstGeom prst="rect">
            <a:avLst/>
          </a:prstGeom>
        </p:spPr>
      </p:pic>
      <p:sp>
        <p:nvSpPr>
          <p:cNvPr id="13" name="Documenttype">
            <a:extLst>
              <a:ext uri="{FF2B5EF4-FFF2-40B4-BE49-F238E27FC236}">
                <a16:creationId xmlns:a16="http://schemas.microsoft.com/office/drawing/2014/main" id="{F46D333D-3123-4E24-A73A-5A8EA394C0E2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551688" y="6130587"/>
            <a:ext cx="4988687" cy="18466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1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</a:t>
            </a:r>
            <a:r>
              <a:rPr lang="ru-RU" dirty="0" err="1"/>
              <a:t>dit</a:t>
            </a:r>
            <a:r>
              <a:rPr lang="ru-RU" dirty="0"/>
              <a:t> </a:t>
            </a:r>
            <a:r>
              <a:rPr lang="ru-RU" dirty="0" err="1"/>
              <a:t>date</a:t>
            </a:r>
            <a:endParaRPr lang="ru-RU" dirty="0"/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6CAA0CFE-82F6-4203-BEDD-F877C467EEB5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1688" y="3439576"/>
            <a:ext cx="4988687" cy="61555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4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title</a:t>
            </a:r>
            <a:endParaRPr lang="ru-RU" dirty="0"/>
          </a:p>
        </p:txBody>
      </p:sp>
      <p:sp>
        <p:nvSpPr>
          <p:cNvPr id="17" name="Subtitle">
            <a:extLst>
              <a:ext uri="{FF2B5EF4-FFF2-40B4-BE49-F238E27FC236}">
                <a16:creationId xmlns:a16="http://schemas.microsoft.com/office/drawing/2014/main" id="{FEE46F7D-5BEB-495E-8D9E-A464F50DFAB7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51688" y="4225192"/>
            <a:ext cx="4988687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90239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 &gt;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7701967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71"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4735" y="226624"/>
            <a:ext cx="10402821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2200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54736" y="958596"/>
            <a:ext cx="11082528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4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0" name="4. Footnote" hidden="1">
            <a:extLst>
              <a:ext uri="{FF2B5EF4-FFF2-40B4-BE49-F238E27FC236}">
                <a16:creationId xmlns:a16="http://schemas.microsoft.com/office/drawing/2014/main" id="{8BA8F59A-CB72-48D6-B3D2-6A140E560412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2" name="Sticker" hidden="1">
            <a:extLst>
              <a:ext uri="{FF2B5EF4-FFF2-40B4-BE49-F238E27FC236}">
                <a16:creationId xmlns:a16="http://schemas.microsoft.com/office/drawing/2014/main" id="{C5D3E7E4-7925-479D-8D9F-DD3C3AB5DE15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/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1608224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 3 line &gt;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9253401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689"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4735" y="233766"/>
            <a:ext cx="10402821" cy="1015663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200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4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7" name="Sticker" hidden="1">
            <a:extLst>
              <a:ext uri="{FF2B5EF4-FFF2-40B4-BE49-F238E27FC236}">
                <a16:creationId xmlns:a16="http://schemas.microsoft.com/office/drawing/2014/main" id="{E30781E1-3A60-4DB2-9689-3148C8F0C72D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/>
              <a:t>STICKER</a:t>
            </a:r>
          </a:p>
        </p:txBody>
      </p:sp>
      <p:sp>
        <p:nvSpPr>
          <p:cNvPr id="10" name="4. Footnote" hidden="1">
            <a:extLst>
              <a:ext uri="{FF2B5EF4-FFF2-40B4-BE49-F238E27FC236}">
                <a16:creationId xmlns:a16="http://schemas.microsoft.com/office/drawing/2014/main" id="{28172203-2C9F-4F6B-BCA4-2EC5E18B352D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2" name="1. On-page tracker">
            <a:extLst>
              <a:ext uri="{FF2B5EF4-FFF2-40B4-BE49-F238E27FC236}">
                <a16:creationId xmlns:a16="http://schemas.microsoft.com/office/drawing/2014/main" id="{DFC7CD0F-D7AF-4F85-830B-0EA4FF06F98A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4143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 &gt;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551027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782"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4735" y="226624"/>
            <a:ext cx="10402821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2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54736" y="958596"/>
            <a:ext cx="11082528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6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4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solidFill>
                  <a:schemeClr val="bg1"/>
                </a:solidFill>
              </a:rPr>
              <a:t>Источник: …</a:t>
            </a:r>
          </a:p>
        </p:txBody>
      </p:sp>
      <p:sp>
        <p:nvSpPr>
          <p:cNvPr id="12" name="Sticker" hidden="1">
            <a:extLst>
              <a:ext uri="{FF2B5EF4-FFF2-40B4-BE49-F238E27FC236}">
                <a16:creationId xmlns:a16="http://schemas.microsoft.com/office/drawing/2014/main" id="{D518C557-F666-4289-9A44-B37CFAE0B72C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  <p:sp>
        <p:nvSpPr>
          <p:cNvPr id="10" name="4. Footnote" hidden="1">
            <a:extLst>
              <a:ext uri="{FF2B5EF4-FFF2-40B4-BE49-F238E27FC236}">
                <a16:creationId xmlns:a16="http://schemas.microsoft.com/office/drawing/2014/main" id="{BEAE73F6-5CCF-4E9B-AADE-40DD5B2A8F1C}"/>
              </a:ext>
            </a:extLst>
          </p:cNvPr>
          <p:cNvSpPr txBox="1">
            <a:spLocks/>
          </p:cNvSpPr>
          <p:nvPr userDrawn="1">
            <p:custDataLst>
              <p:tags r:id="rId7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solidFill>
                  <a:schemeClr val="bg1"/>
                </a:solidFill>
              </a:rPr>
              <a:t>Footnotes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3" name="1. On-page tracker">
            <a:extLst>
              <a:ext uri="{FF2B5EF4-FFF2-40B4-BE49-F238E27FC236}">
                <a16:creationId xmlns:a16="http://schemas.microsoft.com/office/drawing/2014/main" id="{A177F935-75A3-4AB9-BA45-809F056F111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solidFill>
                  <a:schemeClr val="bg1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46148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 3 line &gt;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7183673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806"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4735" y="233766"/>
            <a:ext cx="10402821" cy="1015663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4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solidFill>
                  <a:schemeClr val="bg1"/>
                </a:solidFill>
              </a:rPr>
              <a:t>Источник: …</a:t>
            </a:r>
          </a:p>
        </p:txBody>
      </p:sp>
      <p:sp>
        <p:nvSpPr>
          <p:cNvPr id="12" name="Sticker" hidden="1">
            <a:extLst>
              <a:ext uri="{FF2B5EF4-FFF2-40B4-BE49-F238E27FC236}">
                <a16:creationId xmlns:a16="http://schemas.microsoft.com/office/drawing/2014/main" id="{96A6231E-7F3F-4C65-BBEF-722F890A3F15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  <p:sp>
        <p:nvSpPr>
          <p:cNvPr id="13" name="4. Footnote" hidden="1">
            <a:extLst>
              <a:ext uri="{FF2B5EF4-FFF2-40B4-BE49-F238E27FC236}">
                <a16:creationId xmlns:a16="http://schemas.microsoft.com/office/drawing/2014/main" id="{458573D1-7240-43B9-94B2-624212EB98CB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solidFill>
                  <a:schemeClr val="bg1"/>
                </a:solidFill>
              </a:rPr>
              <a:t>Footnotes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4" name="1. On-page tracker">
            <a:extLst>
              <a:ext uri="{FF2B5EF4-FFF2-40B4-BE49-F238E27FC236}">
                <a16:creationId xmlns:a16="http://schemas.microsoft.com/office/drawing/2014/main" id="{691EEC25-294E-4841-9248-7D9EF1A7884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solidFill>
                  <a:schemeClr val="bg1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81475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305B6D76-6B4B-4ED5-B8F1-5D1D098312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3505413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830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305B6D76-6B4B-4ED5-B8F1-5D1D098312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9" name="Rectangle 34">
            <a:extLst>
              <a:ext uri="{FF2B5EF4-FFF2-40B4-BE49-F238E27FC236}">
                <a16:creationId xmlns:a16="http://schemas.microsoft.com/office/drawing/2014/main" id="{B78496BB-7D19-4F96-A5B0-D3E78E82F51F}"/>
              </a:ext>
            </a:extLst>
          </p:cNvPr>
          <p:cNvSpPr>
            <a:spLocks/>
          </p:cNvSpPr>
          <p:nvPr userDrawn="1"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000000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559E2A2-3D53-4409-8768-2C8C29D29A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8" name="Текст 204">
            <a:extLst>
              <a:ext uri="{FF2B5EF4-FFF2-40B4-BE49-F238E27FC236}">
                <a16:creationId xmlns:a16="http://schemas.microsoft.com/office/drawing/2014/main" id="{AD3589CD-820B-4D91-ACE1-2B375335DD2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20956" y="226624"/>
            <a:ext cx="5913744" cy="338554"/>
          </a:xfrm>
        </p:spPr>
        <p:txBody>
          <a:bodyPr wrap="square">
            <a:noAutofit/>
          </a:bodyPr>
          <a:lstStyle>
            <a:lvl1pPr>
              <a:defRPr sz="2200" b="1">
                <a:solidFill>
                  <a:schemeClr val="bg1"/>
                </a:solidFill>
                <a:latin typeface="+mj-lt"/>
              </a:defRPr>
            </a:lvl1pPr>
            <a:lvl2pPr>
              <a:defRPr sz="2200" b="1">
                <a:solidFill>
                  <a:schemeClr val="bg1"/>
                </a:solidFill>
                <a:latin typeface="+mj-lt"/>
              </a:defRPr>
            </a:lvl2pPr>
            <a:lvl3pPr>
              <a:defRPr sz="2200" b="1">
                <a:solidFill>
                  <a:schemeClr val="bg1"/>
                </a:solidFill>
                <a:latin typeface="+mj-lt"/>
              </a:defRPr>
            </a:lvl3pPr>
            <a:lvl4pPr>
              <a:defRPr sz="2200" b="1">
                <a:solidFill>
                  <a:schemeClr val="bg1"/>
                </a:solidFill>
                <a:latin typeface="+mj-lt"/>
              </a:defRPr>
            </a:lvl4pPr>
            <a:lvl5pPr>
              <a:defRPr sz="2200" b="1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E5DF1D3E-E76E-4958-A498-E2733D4F8576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5020956" y="6514142"/>
            <a:ext cx="591374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solidFill>
                  <a:schemeClr val="bg1"/>
                </a:solidFill>
              </a:rPr>
              <a:t>Источник: …</a:t>
            </a:r>
          </a:p>
        </p:txBody>
      </p:sp>
      <p:sp>
        <p:nvSpPr>
          <p:cNvPr id="20" name="4. Footnote" hidden="1">
            <a:extLst>
              <a:ext uri="{FF2B5EF4-FFF2-40B4-BE49-F238E27FC236}">
                <a16:creationId xmlns:a16="http://schemas.microsoft.com/office/drawing/2014/main" id="{791A7535-F641-4B29-975C-1370973EF56F}"/>
              </a:ext>
            </a:extLst>
          </p:cNvPr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5020956" y="6330793"/>
            <a:ext cx="591374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solidFill>
                  <a:schemeClr val="bg1"/>
                </a:solidFill>
              </a:rPr>
              <a:t>Footnotes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1" name="Sticker" hidden="1">
            <a:extLst>
              <a:ext uri="{FF2B5EF4-FFF2-40B4-BE49-F238E27FC236}">
                <a16:creationId xmlns:a16="http://schemas.microsoft.com/office/drawing/2014/main" id="{AECF0197-B137-4CC1-9586-C845FB6350C1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  <p:sp>
        <p:nvSpPr>
          <p:cNvPr id="22" name="1. On-page tracker">
            <a:extLst>
              <a:ext uri="{FF2B5EF4-FFF2-40B4-BE49-F238E27FC236}">
                <a16:creationId xmlns:a16="http://schemas.microsoft.com/office/drawing/2014/main" id="{4B8FBF34-A2D2-4072-B4FE-DB770F35A082}"/>
              </a:ext>
            </a:extLst>
          </p:cNvPr>
          <p:cNvSpPr>
            <a:spLocks noGrp="1"/>
          </p:cNvSpPr>
          <p:nvPr>
            <p:ph type="body" sz="quarter" idx="11" hasCustomPrompt="1"/>
            <p:custDataLst>
              <p:tags r:id="rId5"/>
            </p:custDataLst>
          </p:nvPr>
        </p:nvSpPr>
        <p:spPr>
          <a:xfrm>
            <a:off x="5020956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solidFill>
                  <a:schemeClr val="bg1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23" name="Slide Number">
            <a:extLst>
              <a:ext uri="{FF2B5EF4-FFF2-40B4-BE49-F238E27FC236}">
                <a16:creationId xmlns:a16="http://schemas.microsoft.com/office/drawing/2014/main" id="{28CF1312-AA3D-45A7-B550-D5D878C8DD74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028CC1A4-7553-40F4-B822-861BA8A72B44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4466220" cy="2011680"/>
          </a:xfrm>
          <a:prstGeom prst="rect">
            <a:avLst/>
          </a:prstGeom>
          <a:solidFill>
            <a:srgbClr val="FFDCD9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A47C3AF2-4882-42C5-A557-8A5637C3A0A9}"/>
              </a:ext>
            </a:extLst>
          </p:cNvPr>
          <p:cNvSpPr/>
          <p:nvPr userDrawn="1"/>
        </p:nvSpPr>
        <p:spPr>
          <a:xfrm>
            <a:off x="3176" y="-1"/>
            <a:ext cx="4463044" cy="2143125"/>
          </a:xfrm>
          <a:prstGeom prst="rect">
            <a:avLst/>
          </a:prstGeom>
          <a:gradFill flip="none" rotWithShape="1">
            <a:gsLst>
              <a:gs pos="84000">
                <a:srgbClr val="FFC9C5"/>
              </a:gs>
              <a:gs pos="100000">
                <a:srgbClr val="FFC9C5">
                  <a:alpha val="0"/>
                </a:srgbClr>
              </a:gs>
            </a:gsLst>
            <a:lin ang="5400000" scaled="1"/>
            <a:tileRect/>
          </a:gra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74E8DA93-F848-4C18-B666-92CD3F45AE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/>
          <a:srcRect l="7287" r="36892"/>
          <a:stretch/>
        </p:blipFill>
        <p:spPr>
          <a:xfrm>
            <a:off x="0" y="1857314"/>
            <a:ext cx="4466220" cy="500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632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Alt.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305B6D76-6B4B-4ED5-B8F1-5D1D098312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29636693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854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9" name="Rectangle 34">
            <a:extLst>
              <a:ext uri="{FF2B5EF4-FFF2-40B4-BE49-F238E27FC236}">
                <a16:creationId xmlns:a16="http://schemas.microsoft.com/office/drawing/2014/main" id="{B78496BB-7D19-4F96-A5B0-D3E78E82F51F}"/>
              </a:ext>
            </a:extLst>
          </p:cNvPr>
          <p:cNvSpPr>
            <a:spLocks/>
          </p:cNvSpPr>
          <p:nvPr userDrawn="1"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000000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559E2A2-3D53-4409-8768-2C8C29D29A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02002F6-9056-4C65-AB6B-78056D8EA099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4466220" cy="2011680"/>
          </a:xfrm>
          <a:prstGeom prst="rect">
            <a:avLst/>
          </a:prstGeom>
          <a:solidFill>
            <a:srgbClr val="FFDCD9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9A92E079-4B36-458B-A864-957AF47933E8}"/>
              </a:ext>
            </a:extLst>
          </p:cNvPr>
          <p:cNvSpPr/>
          <p:nvPr userDrawn="1"/>
        </p:nvSpPr>
        <p:spPr>
          <a:xfrm>
            <a:off x="3176" y="2674619"/>
            <a:ext cx="4463044" cy="986156"/>
          </a:xfrm>
          <a:prstGeom prst="rect">
            <a:avLst/>
          </a:prstGeom>
          <a:gradFill flip="none" rotWithShape="1">
            <a:gsLst>
              <a:gs pos="65000">
                <a:srgbClr val="FFDCD9"/>
              </a:gs>
              <a:gs pos="100000">
                <a:srgbClr val="FFDCD9">
                  <a:alpha val="0"/>
                </a:srgbClr>
              </a:gs>
            </a:gsLst>
            <a:lin ang="5400000" scaled="1"/>
            <a:tileRect/>
          </a:gra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205" name="Текст 204">
            <a:extLst>
              <a:ext uri="{FF2B5EF4-FFF2-40B4-BE49-F238E27FC236}">
                <a16:creationId xmlns:a16="http://schemas.microsoft.com/office/drawing/2014/main" id="{1CBBB01D-7F25-4F8A-9922-1BEF2E6AC5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20956" y="226624"/>
            <a:ext cx="5913744" cy="338554"/>
          </a:xfrm>
        </p:spPr>
        <p:txBody>
          <a:bodyPr wrap="square">
            <a:spAutoFit/>
          </a:bodyPr>
          <a:lstStyle>
            <a:lvl1pPr>
              <a:defRPr sz="2200" b="1">
                <a:solidFill>
                  <a:schemeClr val="bg1"/>
                </a:solidFill>
                <a:latin typeface="+mj-lt"/>
              </a:defRPr>
            </a:lvl1pPr>
            <a:lvl2pPr>
              <a:defRPr sz="2200" b="1">
                <a:solidFill>
                  <a:schemeClr val="bg1"/>
                </a:solidFill>
                <a:latin typeface="+mj-lt"/>
              </a:defRPr>
            </a:lvl2pPr>
            <a:lvl3pPr>
              <a:defRPr sz="2200" b="1">
                <a:solidFill>
                  <a:schemeClr val="bg1"/>
                </a:solidFill>
                <a:latin typeface="+mj-lt"/>
              </a:defRPr>
            </a:lvl3pPr>
            <a:lvl4pPr>
              <a:defRPr sz="2200" b="1">
                <a:solidFill>
                  <a:schemeClr val="bg1"/>
                </a:solidFill>
                <a:latin typeface="+mj-lt"/>
              </a:defRPr>
            </a:lvl4pPr>
            <a:lvl5pPr>
              <a:defRPr sz="2200" b="1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14" name="5. Source" hidden="1">
            <a:extLst>
              <a:ext uri="{FF2B5EF4-FFF2-40B4-BE49-F238E27FC236}">
                <a16:creationId xmlns:a16="http://schemas.microsoft.com/office/drawing/2014/main" id="{A097E0B2-B2D3-48C4-873F-66690976F249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5020956" y="6514142"/>
            <a:ext cx="591374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solidFill>
                  <a:schemeClr val="bg1"/>
                </a:solidFill>
              </a:rPr>
              <a:t>Источник: …</a:t>
            </a:r>
          </a:p>
        </p:txBody>
      </p:sp>
      <p:sp>
        <p:nvSpPr>
          <p:cNvPr id="15" name="4. Footnote" hidden="1">
            <a:extLst>
              <a:ext uri="{FF2B5EF4-FFF2-40B4-BE49-F238E27FC236}">
                <a16:creationId xmlns:a16="http://schemas.microsoft.com/office/drawing/2014/main" id="{DA6041E8-B95E-4599-A3B7-529B7C5CA3E2}"/>
              </a:ext>
            </a:extLst>
          </p:cNvPr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5020956" y="6330793"/>
            <a:ext cx="591374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solidFill>
                  <a:schemeClr val="bg1"/>
                </a:solidFill>
              </a:rPr>
              <a:t>Footnotes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6" name="Sticker" hidden="1">
            <a:extLst>
              <a:ext uri="{FF2B5EF4-FFF2-40B4-BE49-F238E27FC236}">
                <a16:creationId xmlns:a16="http://schemas.microsoft.com/office/drawing/2014/main" id="{7044FCD8-86A3-4546-AEA2-72398E8AAABC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  <p:sp>
        <p:nvSpPr>
          <p:cNvPr id="17" name="1. On-page tracker">
            <a:extLst>
              <a:ext uri="{FF2B5EF4-FFF2-40B4-BE49-F238E27FC236}">
                <a16:creationId xmlns:a16="http://schemas.microsoft.com/office/drawing/2014/main" id="{C45138AA-9E35-43A1-8799-09B8BE897DE5}"/>
              </a:ext>
            </a:extLst>
          </p:cNvPr>
          <p:cNvSpPr>
            <a:spLocks noGrp="1"/>
          </p:cNvSpPr>
          <p:nvPr>
            <p:ph type="body" sz="quarter" idx="11" hasCustomPrompt="1"/>
            <p:custDataLst>
              <p:tags r:id="rId5"/>
            </p:custDataLst>
          </p:nvPr>
        </p:nvSpPr>
        <p:spPr>
          <a:xfrm>
            <a:off x="5020956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solidFill>
                  <a:schemeClr val="bg1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BF0E096E-F53C-45CF-9BA3-EBF1F2CAE888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F7042E81-5C72-43BE-8615-DA27CB72070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/>
          <a:srcRect l="49726"/>
          <a:stretch/>
        </p:blipFill>
        <p:spPr>
          <a:xfrm>
            <a:off x="0" y="1860945"/>
            <a:ext cx="4466220" cy="499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063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EC6EE29E-F64A-419F-BFB0-EEDEB71953F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97282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878" name="think-cell Slide" r:id="rId10" imgW="592" imgH="591" progId="TCLayout.ActiveDocument.1">
                  <p:embed/>
                </p:oleObj>
              </mc:Choice>
              <mc:Fallback>
                <p:oleObj name="think-cell Slide" r:id="rId10" imgW="592" imgH="59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2. Slide Title">
            <a:extLst>
              <a:ext uri="{FF2B5EF4-FFF2-40B4-BE49-F238E27FC236}">
                <a16:creationId xmlns:a16="http://schemas.microsoft.com/office/drawing/2014/main" id="{EA735538-C733-4892-93A4-7B433D8B829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05712" y="3740895"/>
            <a:ext cx="10131552" cy="338554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/>
            </a:lvl1pPr>
          </a:lstStyle>
          <a:p>
            <a:pPr lvl="0"/>
            <a:r>
              <a:rPr lang="en-US" dirty="0"/>
              <a:t>Click to edit quote style</a:t>
            </a:r>
            <a:endParaRPr lang="ru-RU" dirty="0"/>
          </a:p>
        </p:txBody>
      </p:sp>
      <p:sp>
        <p:nvSpPr>
          <p:cNvPr id="6" name="3. Subtitle">
            <a:extLst>
              <a:ext uri="{FF2B5EF4-FFF2-40B4-BE49-F238E27FC236}">
                <a16:creationId xmlns:a16="http://schemas.microsoft.com/office/drawing/2014/main" id="{8DB5022C-F66C-4018-82F3-195571DDD527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1505712" y="4130249"/>
            <a:ext cx="10131552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FAEB6FCE-50CC-4F2B-A5B3-CB508EDFCD46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cs typeface="Arial" panose="020B0604020202020204" pitchFamily="34" charset="0"/>
            </a:endParaRPr>
          </a:p>
        </p:txBody>
      </p:sp>
      <p:sp>
        <p:nvSpPr>
          <p:cNvPr id="13" name="4. Footnote" hidden="1">
            <a:extLst>
              <a:ext uri="{FF2B5EF4-FFF2-40B4-BE49-F238E27FC236}">
                <a16:creationId xmlns:a16="http://schemas.microsoft.com/office/drawing/2014/main" id="{AA02EE99-53A8-4C7C-8962-0D63EC734C69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4" name="5. Source" hidden="1">
            <a:extLst>
              <a:ext uri="{FF2B5EF4-FFF2-40B4-BE49-F238E27FC236}">
                <a16:creationId xmlns:a16="http://schemas.microsoft.com/office/drawing/2014/main" id="{815E207E-5E76-49DE-8198-0BF5F72E95D4}"/>
              </a:ext>
            </a:extLst>
          </p:cNvPr>
          <p:cNvSpPr txBox="1">
            <a:spLocks/>
          </p:cNvSpPr>
          <p:nvPr userDrawn="1">
            <p:custDataLst>
              <p:tags r:id="rId7"/>
            </p:custDataLst>
          </p:nvPr>
        </p:nvSpPr>
        <p:spPr>
          <a:xfrm>
            <a:off x="554736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A8C0F3-9F4A-4CE4-BA82-F177C9526AE8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2" name="Sticker" hidden="1">
            <a:extLst>
              <a:ext uri="{FF2B5EF4-FFF2-40B4-BE49-F238E27FC236}">
                <a16:creationId xmlns:a16="http://schemas.microsoft.com/office/drawing/2014/main" id="{11BFBD22-3D51-4264-BAC4-6A790A0D38E7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/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2411697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975223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902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4734" y="2836702"/>
            <a:ext cx="2514600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2200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54736" y="3564610"/>
            <a:ext cx="2514600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6D309B0-B7C0-4EDB-A57C-05AE358FFC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83639B85-B10A-4071-9D0B-18E8585D555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2514600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78BCB313-621A-4810-B94D-A163B11DA623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4" y="6514142"/>
            <a:ext cx="251460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21" name="4. Footnote" hidden="1">
            <a:extLst>
              <a:ext uri="{FF2B5EF4-FFF2-40B4-BE49-F238E27FC236}">
                <a16:creationId xmlns:a16="http://schemas.microsoft.com/office/drawing/2014/main" id="{F707A329-49E5-45A2-9C18-92B82B132FA0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4" y="6330793"/>
            <a:ext cx="2514600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22" name="Sticker" hidden="1">
            <a:extLst>
              <a:ext uri="{FF2B5EF4-FFF2-40B4-BE49-F238E27FC236}">
                <a16:creationId xmlns:a16="http://schemas.microsoft.com/office/drawing/2014/main" id="{0B6BE4A8-DAB1-4940-9342-6B706B216FD9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2470369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CEE6E84E-0DE7-4EEF-8932-BF42153B3B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9849153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926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4736" y="3175256"/>
            <a:ext cx="3465576" cy="338554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54735" y="3564610"/>
            <a:ext cx="3465575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64CA51FD-BB10-4C86-8C3D-8CC33C24E7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3" name="1. On-page tracker">
            <a:extLst>
              <a:ext uri="{FF2B5EF4-FFF2-40B4-BE49-F238E27FC236}">
                <a16:creationId xmlns:a16="http://schemas.microsoft.com/office/drawing/2014/main" id="{92B8E4A6-BB5E-41C7-A8AA-F0BF210BBAEF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465576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5" name="5. Source" hidden="1">
            <a:extLst>
              <a:ext uri="{FF2B5EF4-FFF2-40B4-BE49-F238E27FC236}">
                <a16:creationId xmlns:a16="http://schemas.microsoft.com/office/drawing/2014/main" id="{1A9152F4-8076-4A4B-94FC-9CDD4C3BFE7D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4" y="6514142"/>
            <a:ext cx="3465576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6CC22208-B49D-4A7C-BDAF-7A73EE3A2109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4" y="6330793"/>
            <a:ext cx="3465576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8" name="Sticker" hidden="1">
            <a:extLst>
              <a:ext uri="{FF2B5EF4-FFF2-40B4-BE49-F238E27FC236}">
                <a16:creationId xmlns:a16="http://schemas.microsoft.com/office/drawing/2014/main" id="{4305694B-D719-4D2E-9C93-243D5CC08D38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26929100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6049306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950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>
            <a:spLocks/>
          </p:cNvSpPr>
          <p:nvPr userDrawn="1">
            <p:custDataLst>
              <p:tags r:id="rId3"/>
            </p:custDataLst>
          </p:nvPr>
        </p:nvSpPr>
        <p:spPr bwMode="ltGray">
          <a:xfrm>
            <a:off x="6096000" y="0"/>
            <a:ext cx="6096000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4736" y="226624"/>
            <a:ext cx="5196840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54736" y="958596"/>
            <a:ext cx="5196840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8FA71CD-6029-4DE8-A730-D314F65428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4" name="1. On-page tracker">
            <a:extLst>
              <a:ext uri="{FF2B5EF4-FFF2-40B4-BE49-F238E27FC236}">
                <a16:creationId xmlns:a16="http://schemas.microsoft.com/office/drawing/2014/main" id="{6C6CD69B-DD9B-4D8F-B28A-A3BF079820E8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5" name="5. Source" hidden="1">
            <a:extLst>
              <a:ext uri="{FF2B5EF4-FFF2-40B4-BE49-F238E27FC236}">
                <a16:creationId xmlns:a16="http://schemas.microsoft.com/office/drawing/2014/main" id="{17765D77-292D-46F8-87E6-8AA0D3942E20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4" y="6514142"/>
            <a:ext cx="519684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2083F09A-8229-482B-A483-D6B0652B727E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4" y="6330793"/>
            <a:ext cx="5196840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7" name="Sticker" hidden="1">
            <a:extLst>
              <a:ext uri="{FF2B5EF4-FFF2-40B4-BE49-F238E27FC236}">
                <a16:creationId xmlns:a16="http://schemas.microsoft.com/office/drawing/2014/main" id="{E9D7830D-0D1F-4D3E-B387-1A7B857EB899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6054678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1786177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974" name="think-cell Slide" r:id="rId11" imgW="572" imgH="588" progId="TCLayout.ActiveDocument.1">
                  <p:embed/>
                </p:oleObj>
              </mc:Choice>
              <mc:Fallback>
                <p:oleObj name="think-cell Slide" r:id="rId11" imgW="572" imgH="58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4736" y="226624"/>
            <a:ext cx="6967728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54736" y="958596"/>
            <a:ext cx="6967728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3ABF5E3-ADE3-4CAC-A6AC-7A6C6A62CFA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4" name="1. On-page tracker">
            <a:extLst>
              <a:ext uri="{FF2B5EF4-FFF2-40B4-BE49-F238E27FC236}">
                <a16:creationId xmlns:a16="http://schemas.microsoft.com/office/drawing/2014/main" id="{9F7FD3DE-F517-4217-A729-83E722CCF16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5" name="5. Source" hidden="1">
            <a:extLst>
              <a:ext uri="{FF2B5EF4-FFF2-40B4-BE49-F238E27FC236}">
                <a16:creationId xmlns:a16="http://schemas.microsoft.com/office/drawing/2014/main" id="{3A43247D-E566-49E0-A9EF-83936FE01423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4" y="6514142"/>
            <a:ext cx="6967728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8C0980CE-43B6-4394-BE34-2990FE6F9D40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4" y="6330793"/>
            <a:ext cx="69677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8" name="Sticker" hidden="1">
            <a:extLst>
              <a:ext uri="{FF2B5EF4-FFF2-40B4-BE49-F238E27FC236}">
                <a16:creationId xmlns:a16="http://schemas.microsoft.com/office/drawing/2014/main" id="{57C2C668-559D-4A7B-ACFD-D2F34C5DCBD7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39113909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0309593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998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Light">
            <a:extLst>
              <a:ext uri="{FF2B5EF4-FFF2-40B4-BE49-F238E27FC236}">
                <a16:creationId xmlns:a16="http://schemas.microsoft.com/office/drawing/2014/main" id="{A80E2F68-4ED6-42EF-9858-2FE4B1382825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noProof="0" smtClean="0">
                <a:solidFill>
                  <a:schemeClr val="bg1"/>
                </a:solidFill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noProof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4736" y="226624"/>
            <a:ext cx="7918704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54736" y="958596"/>
            <a:ext cx="7918704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EDA93BEF-B154-4402-8FDE-9653313A6D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3" name="1. On-page tracker">
            <a:extLst>
              <a:ext uri="{FF2B5EF4-FFF2-40B4-BE49-F238E27FC236}">
                <a16:creationId xmlns:a16="http://schemas.microsoft.com/office/drawing/2014/main" id="{4C1C8C40-07DD-4F40-A706-2CB82346D00C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5" name="5. Source" hidden="1">
            <a:extLst>
              <a:ext uri="{FF2B5EF4-FFF2-40B4-BE49-F238E27FC236}">
                <a16:creationId xmlns:a16="http://schemas.microsoft.com/office/drawing/2014/main" id="{BA1F0B4D-BA89-412F-B0BF-C17FA077943C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4" y="6514142"/>
            <a:ext cx="791870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FCE000FA-ACED-44EB-8A30-630EEF9B70C6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4" y="6330793"/>
            <a:ext cx="791870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7" name="Sticker" hidden="1">
            <a:extLst>
              <a:ext uri="{FF2B5EF4-FFF2-40B4-BE49-F238E27FC236}">
                <a16:creationId xmlns:a16="http://schemas.microsoft.com/office/drawing/2014/main" id="{24BA1470-0E5D-456E-AB4D-D74E5A0FBCD1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14708615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220E9A7C-FB74-480B-8212-8CE5C1AF5D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741922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022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cs typeface="Arial" panose="020B060402020202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DB8C2FC-92F3-4B49-A3ED-4A625729801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6F62F619-E79F-4E0F-8CEB-BDFB635A878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4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B716AAC5-462E-4171-8118-2F592D1BAAD2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4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3" name="4. Footnote" hidden="1">
            <a:extLst>
              <a:ext uri="{FF2B5EF4-FFF2-40B4-BE49-F238E27FC236}">
                <a16:creationId xmlns:a16="http://schemas.microsoft.com/office/drawing/2014/main" id="{3B605EB0-81B9-41D2-B4A7-7B2A506CB23F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4" name="Sticker" hidden="1">
            <a:extLst>
              <a:ext uri="{FF2B5EF4-FFF2-40B4-BE49-F238E27FC236}">
                <a16:creationId xmlns:a16="http://schemas.microsoft.com/office/drawing/2014/main" id="{892BC24A-6646-4335-BC3A-985AD1DD1767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tx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3863007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A954CCC1-5027-4384-BFF6-B54153C697A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0190595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046" name="think-cell Slide" r:id="rId4" imgW="592" imgH="591" progId="TCLayout.ActiveDocument.1">
                  <p:embed/>
                </p:oleObj>
              </mc:Choice>
              <mc:Fallback>
                <p:oleObj name="think-cell Slide" r:id="rId4" imgW="592" imgH="59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3E11133-F6FB-4BA5-8E7B-134F665CAF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30920" t="19524" r="30920" b="22511"/>
          <a:stretch/>
        </p:blipFill>
        <p:spPr>
          <a:xfrm>
            <a:off x="4349569" y="776224"/>
            <a:ext cx="3492863" cy="5305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4705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Contrast Defau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657482734" name="Object 2"/>
          <p:cNvGraphicFramePr>
            <a:graphicFrameLocks noChangeAspect="1"/>
          </p:cNvGraphicFramePr>
          <p:nvPr/>
        </p:nvGraphicFramePr>
        <p:xfrm>
          <a:off x="1587" y="1587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962" name="think-cell Slide" r:id="rId3" imgW="0" imgH="0" progId="TCLayout.ActiveDocument.1">
                  <p:embed/>
                </p:oleObj>
              </mc:Choice>
              <mc:Fallback>
                <p:oleObj name="think-cell Slide" r:id="rId3" imgW="0" imgH="0" progId="TCLayout.ActiveDocument.1">
                  <p:embed/>
                  <p:pic>
                    <p:nvPicPr>
                      <p:cNvPr id="657482734" name="Object 2"/>
                      <p:cNvPicPr/>
                      <p:nvPr/>
                    </p:nvPicPr>
                    <p:blipFill rotWithShape="1">
                      <a:blip r:embed="rId4"/>
                      <a:stretch/>
                    </p:blipFill>
                    <p:spPr bwMode="auto">
                      <a:xfrm>
                        <a:off x="1587" y="1587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0549727" name="Rectangle 1" hidden="1"/>
          <p:cNvSpPr/>
          <p:nvPr userDrawn="1"/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2500" b="1" i="0">
              <a:solidFill>
                <a:schemeClr val="bg1"/>
              </a:solidFill>
              <a:latin typeface="Georgia"/>
              <a:ea typeface="Arial"/>
              <a:cs typeface="Arial"/>
            </a:endParaRPr>
          </a:p>
        </p:txBody>
      </p:sp>
      <p:sp>
        <p:nvSpPr>
          <p:cNvPr id="65983775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0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>
                <a:solidFill>
                  <a:schemeClr val="tx1"/>
                </a:solidFill>
                <a:latin typeface="Arial"/>
                <a:ea typeface="Arial"/>
                <a:cs typeface="Arial"/>
              </a:rPr>
              <a:t>‹#›</a:t>
            </a:fld>
            <a:endParaRPr lang="en-US" sz="900"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934351" name="5. Source" hidden="1"/>
          <p:cNvSpPr txBox="1"/>
          <p:nvPr userDrawn="1"/>
        </p:nvSpPr>
        <p:spPr bwMode="auto">
          <a:xfrm>
            <a:off x="554735" y="6501668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/>
              <a:buChar char="​"/>
              <a:defRPr lang="en-US" sz="900">
                <a:cs typeface="Arial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/>
              <a:buChar char=""/>
              <a:defRPr sz="1600">
                <a:cs typeface="Arial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—"/>
              <a:defRPr sz="1600">
                <a:cs typeface="Arial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»"/>
              <a:defRPr sz="1600">
                <a:cs typeface="Arial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›"/>
              <a:defRPr sz="1600">
                <a:cs typeface="Arial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cs typeface="Arial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cs typeface="Arial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cs typeface="Arial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cs typeface="Arial"/>
              </a:defRPr>
            </a:lvl9pPr>
          </a:lstStyle>
          <a:p>
            <a:pPr>
              <a:defRPr/>
            </a:pPr>
            <a:r>
              <a:rPr lang="en-US" sz="800"/>
              <a:t>Source: …</a:t>
            </a:r>
            <a:endParaRPr/>
          </a:p>
        </p:txBody>
      </p:sp>
      <p:sp>
        <p:nvSpPr>
          <p:cNvPr id="1795054822" name="2. Slide Title"/>
          <p:cNvSpPr>
            <a:spLocks noGrp="1"/>
          </p:cNvSpPr>
          <p:nvPr>
            <p:ph type="title"/>
          </p:nvPr>
        </p:nvSpPr>
        <p:spPr bwMode="auto">
          <a:xfrm>
            <a:off x="554736" y="182372"/>
            <a:ext cx="11082528" cy="731520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1940370203" name="3. Subtitle"/>
          <p:cNvSpPr>
            <a:spLocks noGrp="1"/>
          </p:cNvSpPr>
          <p:nvPr>
            <p:ph type="subTitle" idx="1"/>
          </p:nvPr>
        </p:nvSpPr>
        <p:spPr bwMode="auto">
          <a:xfrm>
            <a:off x="554736" y="903861"/>
            <a:ext cx="11082528" cy="276999"/>
          </a:xfrm>
        </p:spPr>
        <p:txBody>
          <a:bodyPr anchor="ctr" anchorCtr="0"/>
          <a:lstStyle/>
          <a:p>
            <a:pPr>
              <a:defRPr/>
            </a:pPr>
            <a:r>
              <a:rPr lang="en-US" sz="1600"/>
              <a:t>Click to edit Master subtitle style</a:t>
            </a:r>
            <a:endParaRPr/>
          </a:p>
        </p:txBody>
      </p:sp>
      <p:sp>
        <p:nvSpPr>
          <p:cNvPr id="822994881" name="1. On-page tracker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>
              <a:defRPr/>
            </a:pPr>
            <a:r>
              <a:rPr lang="en-US"/>
              <a:t>Chapter › Topic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4143396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Relationship Id="rId20" Type="http://schemas.openxmlformats.org/officeDocument/2006/relationships/vmlDrawing" Target="../drawings/vmlDrawing1.vml"/><Relationship Id="rId21" Type="http://schemas.openxmlformats.org/officeDocument/2006/relationships/tags" Target="../tags/tag2.xml"/><Relationship Id="rId22" Type="http://schemas.openxmlformats.org/officeDocument/2006/relationships/tags" Target="../tags/tag3.xml"/><Relationship Id="rId23" Type="http://schemas.openxmlformats.org/officeDocument/2006/relationships/tags" Target="../tags/tag4.xml"/><Relationship Id="rId24" Type="http://schemas.openxmlformats.org/officeDocument/2006/relationships/tags" Target="../tags/tag5.xml"/><Relationship Id="rId25" Type="http://schemas.openxmlformats.org/officeDocument/2006/relationships/tags" Target="../tags/tag6.xml"/><Relationship Id="rId26" Type="http://schemas.openxmlformats.org/officeDocument/2006/relationships/tags" Target="../tags/tag7.xml"/><Relationship Id="rId27" Type="http://schemas.openxmlformats.org/officeDocument/2006/relationships/tags" Target="../tags/tag8.xml"/><Relationship Id="rId28" Type="http://schemas.openxmlformats.org/officeDocument/2006/relationships/tags" Target="../tags/tag9.xml"/><Relationship Id="rId29" Type="http://schemas.openxmlformats.org/officeDocument/2006/relationships/tags" Target="../tags/tag10.xml"/><Relationship Id="rId30" Type="http://schemas.openxmlformats.org/officeDocument/2006/relationships/tags" Target="../tags/tag11.xml"/><Relationship Id="rId31" Type="http://schemas.openxmlformats.org/officeDocument/2006/relationships/tags" Target="../tags/tag12.xml"/><Relationship Id="rId32" Type="http://schemas.openxmlformats.org/officeDocument/2006/relationships/tags" Target="../tags/tag13.xml"/><Relationship Id="rId33" Type="http://schemas.openxmlformats.org/officeDocument/2006/relationships/tags" Target="../tags/tag14.xml"/><Relationship Id="rId34" Type="http://schemas.openxmlformats.org/officeDocument/2006/relationships/tags" Target="../tags/tag15.xml"/><Relationship Id="rId35" Type="http://schemas.openxmlformats.org/officeDocument/2006/relationships/tags" Target="../tags/tag16.xml"/><Relationship Id="rId36" Type="http://schemas.openxmlformats.org/officeDocument/2006/relationships/tags" Target="../tags/tag17.xml"/><Relationship Id="rId37" Type="http://schemas.openxmlformats.org/officeDocument/2006/relationships/tags" Target="../tags/tag18.xml"/><Relationship Id="rId38" Type="http://schemas.openxmlformats.org/officeDocument/2006/relationships/tags" Target="../tags/tag19.xml"/><Relationship Id="rId39" Type="http://schemas.openxmlformats.org/officeDocument/2006/relationships/tags" Target="../tags/tag20.xml"/><Relationship Id="rId40" Type="http://schemas.openxmlformats.org/officeDocument/2006/relationships/tags" Target="../tags/tag21.xml"/><Relationship Id="rId41" Type="http://schemas.openxmlformats.org/officeDocument/2006/relationships/tags" Target="../tags/tag22.xml"/><Relationship Id="rId42" Type="http://schemas.openxmlformats.org/officeDocument/2006/relationships/tags" Target="../tags/tag23.xml"/><Relationship Id="rId43" Type="http://schemas.openxmlformats.org/officeDocument/2006/relationships/tags" Target="../tags/tag24.xml"/><Relationship Id="rId44" Type="http://schemas.openxmlformats.org/officeDocument/2006/relationships/tags" Target="../tags/tag25.xml"/><Relationship Id="rId45" Type="http://schemas.openxmlformats.org/officeDocument/2006/relationships/oleObject" Target="../embeddings/oleObject1.bin"/><Relationship Id="rId46" Type="http://schemas.openxmlformats.org/officeDocument/2006/relationships/image" Target="../media/image1.emf"/><Relationship Id="rId47" Type="http://schemas.openxmlformats.org/officeDocument/2006/relationships/image" Target="../media/image2.png"/><Relationship Id="rId48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/>
          </p:cNvGraphicFramePr>
          <p:nvPr userDrawn="1">
            <p:custDataLst>
              <p:tags r:id="rId21"/>
            </p:custDataLst>
            <p:extLst>
              <p:ext uri="{D42A27DB-BD31-4B8C-83A1-F6EECF244321}">
                <p14:modId xmlns:p14="http://schemas.microsoft.com/office/powerpoint/2010/main" val="13157906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671" name="think-cell Slide" r:id="rId45" imgW="413" imgH="416" progId="TCLayout.ActiveDocument.1">
                  <p:embed/>
                </p:oleObj>
              </mc:Choice>
              <mc:Fallback>
                <p:oleObj name="think-cell Slide" r:id="rId45" imgW="413" imgH="41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id" hidden="1">
            <a:extLst>
              <a:ext uri="{FF2B5EF4-FFF2-40B4-BE49-F238E27FC236}">
                <a16:creationId xmlns:a16="http://schemas.microsoft.com/office/drawing/2014/main" id="{659340B4-05B2-4322-97ED-0736F0D173C9}"/>
              </a:ext>
            </a:extLst>
          </p:cNvPr>
          <p:cNvGrpSpPr/>
          <p:nvPr userDrawn="1"/>
        </p:nvGrpSpPr>
        <p:grpSpPr>
          <a:xfrm>
            <a:off x="-471048" y="-468000"/>
            <a:ext cx="12105264" cy="6735293"/>
            <a:chOff x="-468000" y="-468000"/>
            <a:chExt cx="12105264" cy="6735293"/>
          </a:xfrm>
        </p:grpSpPr>
        <p:sp>
          <p:nvSpPr>
            <p:cNvPr id="288" name="Rectangle 39">
              <a:extLst>
                <a:ext uri="{FF2B5EF4-FFF2-40B4-BE49-F238E27FC236}">
                  <a16:creationId xmlns:a16="http://schemas.microsoft.com/office/drawing/2014/main" id="{1D03324C-C4D6-4D8E-8CB9-DCCF952BF70C}"/>
                </a:ext>
              </a:extLst>
            </p:cNvPr>
            <p:cNvSpPr>
              <a:spLocks/>
            </p:cNvSpPr>
            <p:nvPr/>
          </p:nvSpPr>
          <p:spPr>
            <a:xfrm>
              <a:off x="-468000" y="1335293"/>
              <a:ext cx="360000" cy="4932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b="1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289" name="Rectangle 255">
              <a:extLst>
                <a:ext uri="{FF2B5EF4-FFF2-40B4-BE49-F238E27FC236}">
                  <a16:creationId xmlns:a16="http://schemas.microsoft.com/office/drawing/2014/main" id="{AF92E9BF-3BF9-4520-BD9F-9C99C8CDDDE7}"/>
                </a:ext>
              </a:extLst>
            </p:cNvPr>
            <p:cNvSpPr>
              <a:spLocks/>
            </p:cNvSpPr>
            <p:nvPr/>
          </p:nvSpPr>
          <p:spPr>
            <a:xfrm>
              <a:off x="554736" y="-468000"/>
              <a:ext cx="11082528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+mn-lt"/>
                </a:rPr>
                <a:t>Default</a:t>
              </a:r>
              <a:endParaRPr lang="ru-RU" sz="1600" b="1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290" name="Rectangle 256">
              <a:extLst>
                <a:ext uri="{FF2B5EF4-FFF2-40B4-BE49-F238E27FC236}">
                  <a16:creationId xmlns:a16="http://schemas.microsoft.com/office/drawing/2014/main" id="{8EE3CD82-C4E9-44AA-8C09-9463FC0F6034}"/>
                </a:ext>
              </a:extLst>
            </p:cNvPr>
            <p:cNvSpPr>
              <a:spLocks/>
            </p:cNvSpPr>
            <p:nvPr/>
          </p:nvSpPr>
          <p:spPr>
            <a:xfrm>
              <a:off x="3758184" y="-468000"/>
              <a:ext cx="7879080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1/4</a:t>
              </a:r>
            </a:p>
          </p:txBody>
        </p:sp>
        <p:sp>
          <p:nvSpPr>
            <p:cNvPr id="291" name="Rectangle 257">
              <a:extLst>
                <a:ext uri="{FF2B5EF4-FFF2-40B4-BE49-F238E27FC236}">
                  <a16:creationId xmlns:a16="http://schemas.microsoft.com/office/drawing/2014/main" id="{D016EB46-444F-4603-BC37-724F7064982C}"/>
                </a:ext>
              </a:extLst>
            </p:cNvPr>
            <p:cNvSpPr>
              <a:spLocks/>
            </p:cNvSpPr>
            <p:nvPr/>
          </p:nvSpPr>
          <p:spPr>
            <a:xfrm>
              <a:off x="4709160" y="-468000"/>
              <a:ext cx="6928104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1/3</a:t>
              </a:r>
            </a:p>
          </p:txBody>
        </p:sp>
        <p:sp>
          <p:nvSpPr>
            <p:cNvPr id="292" name="Rectangle 258">
              <a:extLst>
                <a:ext uri="{FF2B5EF4-FFF2-40B4-BE49-F238E27FC236}">
                  <a16:creationId xmlns:a16="http://schemas.microsoft.com/office/drawing/2014/main" id="{EF714854-B7B4-4FA4-A813-B87C60CA0B21}"/>
                </a:ext>
              </a:extLst>
            </p:cNvPr>
            <p:cNvSpPr>
              <a:spLocks/>
            </p:cNvSpPr>
            <p:nvPr/>
          </p:nvSpPr>
          <p:spPr>
            <a:xfrm>
              <a:off x="6440424" y="-468000"/>
              <a:ext cx="5196840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1/2</a:t>
              </a:r>
            </a:p>
          </p:txBody>
        </p:sp>
        <p:sp>
          <p:nvSpPr>
            <p:cNvPr id="293" name="Rectangle 259">
              <a:extLst>
                <a:ext uri="{FF2B5EF4-FFF2-40B4-BE49-F238E27FC236}">
                  <a16:creationId xmlns:a16="http://schemas.microsoft.com/office/drawing/2014/main" id="{791BBC8E-C9AE-4436-9A56-C05867A5DA30}"/>
                </a:ext>
              </a:extLst>
            </p:cNvPr>
            <p:cNvSpPr>
              <a:spLocks/>
            </p:cNvSpPr>
            <p:nvPr/>
          </p:nvSpPr>
          <p:spPr>
            <a:xfrm>
              <a:off x="8174736" y="-468000"/>
              <a:ext cx="3462528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2/3</a:t>
              </a:r>
            </a:p>
          </p:txBody>
        </p:sp>
        <p:sp>
          <p:nvSpPr>
            <p:cNvPr id="296" name="Rectangle 260">
              <a:extLst>
                <a:ext uri="{FF2B5EF4-FFF2-40B4-BE49-F238E27FC236}">
                  <a16:creationId xmlns:a16="http://schemas.microsoft.com/office/drawing/2014/main" id="{11058B96-DF5B-4DE1-B61A-39A03CC6ADAF}"/>
                </a:ext>
              </a:extLst>
            </p:cNvPr>
            <p:cNvSpPr>
              <a:spLocks/>
            </p:cNvSpPr>
            <p:nvPr/>
          </p:nvSpPr>
          <p:spPr>
            <a:xfrm>
              <a:off x="9125840" y="-468000"/>
              <a:ext cx="2511424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3/4</a:t>
              </a:r>
            </a:p>
          </p:txBody>
        </p:sp>
        <p:cxnSp>
          <p:nvCxnSpPr>
            <p:cNvPr id="297" name="Straight Connector 266">
              <a:extLst>
                <a:ext uri="{FF2B5EF4-FFF2-40B4-BE49-F238E27FC236}">
                  <a16:creationId xmlns:a16="http://schemas.microsoft.com/office/drawing/2014/main" id="{CE54CCB2-FB94-4CCD-BABF-BA9F4BDE3262}"/>
                </a:ext>
              </a:extLst>
            </p:cNvPr>
            <p:cNvCxnSpPr>
              <a:cxnSpLocks/>
            </p:cNvCxnSpPr>
            <p:nvPr/>
          </p:nvCxnSpPr>
          <p:spPr>
            <a:xfrm>
              <a:off x="3758184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76">
              <a:extLst>
                <a:ext uri="{FF2B5EF4-FFF2-40B4-BE49-F238E27FC236}">
                  <a16:creationId xmlns:a16="http://schemas.microsoft.com/office/drawing/2014/main" id="{E952F958-5975-47F7-AD31-0BEC345C7120}"/>
                </a:ext>
              </a:extLst>
            </p:cNvPr>
            <p:cNvCxnSpPr>
              <a:cxnSpLocks/>
            </p:cNvCxnSpPr>
            <p:nvPr/>
          </p:nvCxnSpPr>
          <p:spPr>
            <a:xfrm>
              <a:off x="4709160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78">
              <a:extLst>
                <a:ext uri="{FF2B5EF4-FFF2-40B4-BE49-F238E27FC236}">
                  <a16:creationId xmlns:a16="http://schemas.microsoft.com/office/drawing/2014/main" id="{AB7CEF6F-0DD3-4F0B-BAEE-6301A34C1387}"/>
                </a:ext>
              </a:extLst>
            </p:cNvPr>
            <p:cNvCxnSpPr>
              <a:cxnSpLocks/>
            </p:cNvCxnSpPr>
            <p:nvPr/>
          </p:nvCxnSpPr>
          <p:spPr>
            <a:xfrm>
              <a:off x="6440424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79">
              <a:extLst>
                <a:ext uri="{FF2B5EF4-FFF2-40B4-BE49-F238E27FC236}">
                  <a16:creationId xmlns:a16="http://schemas.microsoft.com/office/drawing/2014/main" id="{F3647056-56DE-49B9-9342-40126D08433F}"/>
                </a:ext>
              </a:extLst>
            </p:cNvPr>
            <p:cNvCxnSpPr>
              <a:cxnSpLocks/>
            </p:cNvCxnSpPr>
            <p:nvPr/>
          </p:nvCxnSpPr>
          <p:spPr>
            <a:xfrm>
              <a:off x="8174736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282">
              <a:extLst>
                <a:ext uri="{FF2B5EF4-FFF2-40B4-BE49-F238E27FC236}">
                  <a16:creationId xmlns:a16="http://schemas.microsoft.com/office/drawing/2014/main" id="{96044D3B-5CDD-4264-AF7E-4192085A0ECC}"/>
                </a:ext>
              </a:extLst>
            </p:cNvPr>
            <p:cNvCxnSpPr>
              <a:cxnSpLocks/>
            </p:cNvCxnSpPr>
            <p:nvPr/>
          </p:nvCxnSpPr>
          <p:spPr>
            <a:xfrm>
              <a:off x="9125840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859460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11332545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1811559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2763658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3715757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4667856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619955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6572054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7524153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8476252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9428351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10380450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0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67385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1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2119484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2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3071583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3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4023681" y="1335293"/>
              <a:ext cx="339450" cy="4932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4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4975780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5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5927879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6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6879978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7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7832077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8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8784176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9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9736274" y="1335293"/>
              <a:ext cx="339450" cy="4932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0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0688372" y="1335293"/>
              <a:ext cx="336244" cy="4932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359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1812584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2448972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2130778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3085360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2767166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3721748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3403554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4358136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4039942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4994524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4676330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5630912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5312718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5949106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1494390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1971681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1653487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2608069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5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2289875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3244457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1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2926263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2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3880845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3562651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4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4517233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4199039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5153621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8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4835427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9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5790009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5471815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6108203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3" name="Area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554736" y="1335293"/>
              <a:ext cx="11082528" cy="4932000"/>
            </a:xfrm>
            <a:prstGeom prst="rect">
              <a:avLst/>
            </a:prstGeom>
            <a:noFill/>
            <a:ln w="6350">
              <a:solidFill>
                <a:srgbClr val="00B0F0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</p:grp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>
            <a:spLocks/>
          </p:cNvSpPr>
          <p:nvPr userDrawn="1">
            <p:custDataLst>
              <p:tags r:id="rId22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4" name="Sticker" hidden="1">
            <a:extLst>
              <a:ext uri="{FF2B5EF4-FFF2-40B4-BE49-F238E27FC236}">
                <a16:creationId xmlns:a16="http://schemas.microsoft.com/office/drawing/2014/main" id="{F9BB011A-568C-4B05-AE57-EB000B2FD8BB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/>
              <a:t>STICKER</a:t>
            </a:r>
          </a:p>
        </p:txBody>
      </p:sp>
      <p:sp>
        <p:nvSpPr>
          <p:cNvPr id="169" name="ACET" hidden="1">
            <a:extLst>
              <a:ext uri="{FF2B5EF4-FFF2-40B4-BE49-F238E27FC236}">
                <a16:creationId xmlns:a16="http://schemas.microsoft.com/office/drawing/2014/main" id="{62CF7362-20CB-4908-AFFE-D4E2B9A5DF3B}"/>
              </a:ext>
            </a:extLst>
          </p:cNvPr>
          <p:cNvSpPr txBox="1"/>
          <p:nvPr userDrawn="1">
            <p:custDataLst>
              <p:tags r:id="rId23"/>
            </p:custDataLst>
          </p:nvPr>
        </p:nvSpPr>
        <p:spPr>
          <a:xfrm>
            <a:off x="554736" y="1282776"/>
            <a:ext cx="3049253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/>
              <a:t>Above Chart Exhibit Title</a:t>
            </a:r>
            <a:br>
              <a:rPr lang="en-US" dirty="0"/>
            </a:br>
            <a:r>
              <a:rPr lang="en-US" sz="1400" b="0" dirty="0"/>
              <a:t>Units of measure</a:t>
            </a:r>
            <a:endParaRPr lang="ru-RU" sz="1400" b="0" dirty="0"/>
          </a:p>
        </p:txBody>
      </p:sp>
      <p:sp>
        <p:nvSpPr>
          <p:cNvPr id="150" name="5. Source" hidden="1">
            <a:extLst>
              <a:ext uri="{FF2B5EF4-FFF2-40B4-BE49-F238E27FC236}">
                <a16:creationId xmlns:a16="http://schemas.microsoft.com/office/drawing/2014/main" id="{1B5DE5A7-2D1D-4A40-BE7D-BB40C3D416B3}"/>
              </a:ext>
            </a:extLst>
          </p:cNvPr>
          <p:cNvSpPr txBox="1">
            <a:spLocks/>
          </p:cNvSpPr>
          <p:nvPr userDrawn="1">
            <p:custDataLst>
              <p:tags r:id="rId24"/>
            </p:custDataLst>
          </p:nvPr>
        </p:nvSpPr>
        <p:spPr>
          <a:xfrm>
            <a:off x="554736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79" name="TrackerAlphaWhite" hidden="1">
            <a:extLst>
              <a:ext uri="{FF2B5EF4-FFF2-40B4-BE49-F238E27FC236}">
                <a16:creationId xmlns:a16="http://schemas.microsoft.com/office/drawing/2014/main" id="{7D10F85E-A89F-412A-9970-7FA5C42BFB5F}"/>
              </a:ext>
            </a:extLst>
          </p:cNvPr>
          <p:cNvSpPr/>
          <p:nvPr userDrawn="1">
            <p:custDataLst>
              <p:tags r:id="rId25"/>
            </p:custDataLst>
          </p:nvPr>
        </p:nvSpPr>
        <p:spPr>
          <a:xfrm>
            <a:off x="554736" y="3266780"/>
            <a:ext cx="279340" cy="279340"/>
          </a:xfrm>
          <a:prstGeom prst="ellipse">
            <a:avLst/>
          </a:prstGeom>
          <a:solidFill>
            <a:schemeClr val="bg1"/>
          </a:solidFill>
          <a:ln w="635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80" name="TrackerAlphaBlue" hidden="1">
            <a:extLst>
              <a:ext uri="{FF2B5EF4-FFF2-40B4-BE49-F238E27FC236}">
                <a16:creationId xmlns:a16="http://schemas.microsoft.com/office/drawing/2014/main" id="{26869F53-96A2-49F7-96E0-1DD89AB0021B}"/>
              </a:ext>
            </a:extLst>
          </p:cNvPr>
          <p:cNvSpPr/>
          <p:nvPr userDrawn="1">
            <p:custDataLst>
              <p:tags r:id="rId26"/>
            </p:custDataLst>
          </p:nvPr>
        </p:nvSpPr>
        <p:spPr>
          <a:xfrm>
            <a:off x="933716" y="3266780"/>
            <a:ext cx="279340" cy="279340"/>
          </a:xfrm>
          <a:prstGeom prst="ellipse">
            <a:avLst/>
          </a:prstGeom>
          <a:solidFill>
            <a:schemeClr val="tx1"/>
          </a:solidFill>
          <a:ln w="6350" cap="sq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81" name="TrackerNumWhite" hidden="1">
            <a:extLst>
              <a:ext uri="{FF2B5EF4-FFF2-40B4-BE49-F238E27FC236}">
                <a16:creationId xmlns:a16="http://schemas.microsoft.com/office/drawing/2014/main" id="{BF1EE75D-A530-4BDB-A4D3-659E6C74551D}"/>
              </a:ext>
            </a:extLst>
          </p:cNvPr>
          <p:cNvSpPr/>
          <p:nvPr userDrawn="1">
            <p:custDataLst>
              <p:tags r:id="rId27"/>
            </p:custDataLst>
          </p:nvPr>
        </p:nvSpPr>
        <p:spPr>
          <a:xfrm>
            <a:off x="554736" y="3682416"/>
            <a:ext cx="279340" cy="279340"/>
          </a:xfrm>
          <a:prstGeom prst="ellipse">
            <a:avLst/>
          </a:prstGeom>
          <a:solidFill>
            <a:schemeClr val="bg1"/>
          </a:solidFill>
          <a:ln w="635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1400">
                <a:solidFill>
                  <a:schemeClr val="tx1"/>
                </a:solidFill>
              </a:rPr>
              <a:t>1</a:t>
            </a:r>
            <a:endParaRPr lang="en-US" sz="1400" dirty="0" err="1">
              <a:solidFill>
                <a:schemeClr val="tx1"/>
              </a:solidFill>
            </a:endParaRPr>
          </a:p>
        </p:txBody>
      </p:sp>
      <p:sp>
        <p:nvSpPr>
          <p:cNvPr id="182" name="TrackerNumBlue" hidden="1">
            <a:extLst>
              <a:ext uri="{FF2B5EF4-FFF2-40B4-BE49-F238E27FC236}">
                <a16:creationId xmlns:a16="http://schemas.microsoft.com/office/drawing/2014/main" id="{D4CBE4BE-5A17-4E4F-8518-D2314867CB3E}"/>
              </a:ext>
            </a:extLst>
          </p:cNvPr>
          <p:cNvSpPr/>
          <p:nvPr userDrawn="1">
            <p:custDataLst>
              <p:tags r:id="rId28"/>
            </p:custDataLst>
          </p:nvPr>
        </p:nvSpPr>
        <p:spPr>
          <a:xfrm>
            <a:off x="933716" y="3682416"/>
            <a:ext cx="279340" cy="279340"/>
          </a:xfrm>
          <a:prstGeom prst="ellipse">
            <a:avLst/>
          </a:prstGeom>
          <a:solidFill>
            <a:schemeClr val="tx1"/>
          </a:solidFill>
          <a:ln w="6350" cap="sq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grpSp>
        <p:nvGrpSpPr>
          <p:cNvPr id="190" name="MoonEmpty" hidden="1">
            <a:extLst>
              <a:ext uri="{FF2B5EF4-FFF2-40B4-BE49-F238E27FC236}">
                <a16:creationId xmlns:a16="http://schemas.microsoft.com/office/drawing/2014/main" id="{217E634A-1E0C-4232-8364-5B7D9B436238}"/>
              </a:ext>
            </a:extLst>
          </p:cNvPr>
          <p:cNvGrpSpPr>
            <a:grpSpLocks/>
          </p:cNvGrpSpPr>
          <p:nvPr userDrawn="1">
            <p:custDataLst>
              <p:tags r:id="rId29"/>
            </p:custDataLst>
          </p:nvPr>
        </p:nvGrpSpPr>
        <p:grpSpPr>
          <a:xfrm>
            <a:off x="8973903" y="3260116"/>
            <a:ext cx="288000" cy="288000"/>
            <a:chOff x="762000" y="1270000"/>
            <a:chExt cx="254000" cy="254000"/>
          </a:xfrm>
        </p:grpSpPr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3C0D1B1A-5CB6-4F42-9858-8FCFEEF4DCB4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4"/>
            </a:solidFill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92" name="Arc 191">
              <a:extLst>
                <a:ext uri="{FF2B5EF4-FFF2-40B4-BE49-F238E27FC236}">
                  <a16:creationId xmlns:a16="http://schemas.microsoft.com/office/drawing/2014/main" id="{F19B0948-5ACD-46BF-A5D0-4D78C02044F7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16229547"/>
              </a:avLst>
            </a:prstGeom>
            <a:solidFill>
              <a:schemeClr val="tx1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grpSp>
        <p:nvGrpSpPr>
          <p:cNvPr id="170" name="MoonQuater" hidden="1">
            <a:extLst>
              <a:ext uri="{FF2B5EF4-FFF2-40B4-BE49-F238E27FC236}">
                <a16:creationId xmlns:a16="http://schemas.microsoft.com/office/drawing/2014/main" id="{79C4F1A7-3BA6-4DE9-990D-56F7568AF3D5}"/>
              </a:ext>
            </a:extLst>
          </p:cNvPr>
          <p:cNvGrpSpPr>
            <a:grpSpLocks/>
          </p:cNvGrpSpPr>
          <p:nvPr userDrawn="1">
            <p:custDataLst>
              <p:tags r:id="rId30"/>
            </p:custDataLst>
          </p:nvPr>
        </p:nvGrpSpPr>
        <p:grpSpPr>
          <a:xfrm>
            <a:off x="9362161" y="3260116"/>
            <a:ext cx="288000" cy="288000"/>
            <a:chOff x="762000" y="1270000"/>
            <a:chExt cx="254000" cy="254000"/>
          </a:xfrm>
        </p:grpSpPr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59E630A5-DC56-4165-A400-FABB4C8F2657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4"/>
            </a:solidFill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72" name="Arc 171">
              <a:extLst>
                <a:ext uri="{FF2B5EF4-FFF2-40B4-BE49-F238E27FC236}">
                  <a16:creationId xmlns:a16="http://schemas.microsoft.com/office/drawing/2014/main" id="{C98134F9-A949-43AC-8CDC-EAE921C7808C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0"/>
              </a:avLst>
            </a:prstGeom>
            <a:solidFill>
              <a:schemeClr val="accent2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3" name="MoonHalf" hidden="1">
            <a:extLst>
              <a:ext uri="{FF2B5EF4-FFF2-40B4-BE49-F238E27FC236}">
                <a16:creationId xmlns:a16="http://schemas.microsoft.com/office/drawing/2014/main" id="{2714B939-F474-44D5-8B49-B47A0217F09E}"/>
              </a:ext>
            </a:extLst>
          </p:cNvPr>
          <p:cNvGrpSpPr>
            <a:grpSpLocks/>
          </p:cNvGrpSpPr>
          <p:nvPr userDrawn="1">
            <p:custDataLst>
              <p:tags r:id="rId31"/>
            </p:custDataLst>
          </p:nvPr>
        </p:nvGrpSpPr>
        <p:grpSpPr>
          <a:xfrm>
            <a:off x="9748418" y="3260711"/>
            <a:ext cx="288000" cy="288000"/>
            <a:chOff x="762000" y="1270000"/>
            <a:chExt cx="254000" cy="254000"/>
          </a:xfrm>
        </p:grpSpPr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22EC967B-B647-4BCF-9C0C-A8D545E4C817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4"/>
            </a:solidFill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75" name="Arc 174">
              <a:extLst>
                <a:ext uri="{FF2B5EF4-FFF2-40B4-BE49-F238E27FC236}">
                  <a16:creationId xmlns:a16="http://schemas.microsoft.com/office/drawing/2014/main" id="{FA00262A-FCFD-4DB6-B921-E9B02991FF8A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accent2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6" name="Moon3Quater" hidden="1">
            <a:extLst>
              <a:ext uri="{FF2B5EF4-FFF2-40B4-BE49-F238E27FC236}">
                <a16:creationId xmlns:a16="http://schemas.microsoft.com/office/drawing/2014/main" id="{B81E11B2-1A34-4631-BD81-A79E13BAA4F8}"/>
              </a:ext>
            </a:extLst>
          </p:cNvPr>
          <p:cNvGrpSpPr>
            <a:grpSpLocks/>
          </p:cNvGrpSpPr>
          <p:nvPr userDrawn="1">
            <p:custDataLst>
              <p:tags r:id="rId32"/>
            </p:custDataLst>
          </p:nvPr>
        </p:nvGrpSpPr>
        <p:grpSpPr>
          <a:xfrm>
            <a:off x="10134675" y="3260116"/>
            <a:ext cx="288000" cy="288000"/>
            <a:chOff x="762000" y="1270000"/>
            <a:chExt cx="254000" cy="254000"/>
          </a:xfrm>
        </p:grpSpPr>
        <p:sp>
          <p:nvSpPr>
            <p:cNvPr id="177" name="Oval 176">
              <a:extLst>
                <a:ext uri="{FF2B5EF4-FFF2-40B4-BE49-F238E27FC236}">
                  <a16:creationId xmlns:a16="http://schemas.microsoft.com/office/drawing/2014/main" id="{5D5E5590-A897-419C-85F3-C5E6B6BADDA1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4"/>
            </a:solidFill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78" name="Arc 177">
              <a:extLst>
                <a:ext uri="{FF2B5EF4-FFF2-40B4-BE49-F238E27FC236}">
                  <a16:creationId xmlns:a16="http://schemas.microsoft.com/office/drawing/2014/main" id="{2DA30F73-36DC-49E0-87B5-F183D3E9231F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10800000"/>
              </a:avLst>
            </a:prstGeom>
            <a:solidFill>
              <a:schemeClr val="accent2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6" name="MoonFull" hidden="1">
            <a:extLst>
              <a:ext uri="{FF2B5EF4-FFF2-40B4-BE49-F238E27FC236}">
                <a16:creationId xmlns:a16="http://schemas.microsoft.com/office/drawing/2014/main" id="{9C646595-AAE9-4CF9-8065-5D333DB4AA3D}"/>
              </a:ext>
            </a:extLst>
          </p:cNvPr>
          <p:cNvGrpSpPr>
            <a:grpSpLocks/>
          </p:cNvGrpSpPr>
          <p:nvPr userDrawn="1">
            <p:custDataLst>
              <p:tags r:id="rId33"/>
            </p:custDataLst>
          </p:nvPr>
        </p:nvGrpSpPr>
        <p:grpSpPr>
          <a:xfrm>
            <a:off x="10520932" y="3260114"/>
            <a:ext cx="288000" cy="288001"/>
            <a:chOff x="762000" y="1269999"/>
            <a:chExt cx="254000" cy="254001"/>
          </a:xfrm>
          <a:solidFill>
            <a:schemeClr val="accent5"/>
          </a:solidFill>
        </p:grpSpPr>
        <p:sp>
          <p:nvSpPr>
            <p:cNvPr id="198" name="Oval 197">
              <a:extLst>
                <a:ext uri="{FF2B5EF4-FFF2-40B4-BE49-F238E27FC236}">
                  <a16:creationId xmlns:a16="http://schemas.microsoft.com/office/drawing/2014/main" id="{45B76197-6D16-4092-B902-DE7FD857CAF0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762000" y="1269999"/>
              <a:ext cx="254000" cy="254000"/>
            </a:xfrm>
            <a:prstGeom prst="ellipse">
              <a:avLst/>
            </a:prstGeom>
            <a:solidFill>
              <a:schemeClr val="accent4"/>
            </a:solidFill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99" name="Arc 198">
              <a:extLst>
                <a:ext uri="{FF2B5EF4-FFF2-40B4-BE49-F238E27FC236}">
                  <a16:creationId xmlns:a16="http://schemas.microsoft.com/office/drawing/2014/main" id="{5125949A-3C65-48C8-BF1F-12C78DE93858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16200000"/>
              </a:avLst>
            </a:prstGeom>
            <a:solidFill>
              <a:schemeClr val="accent2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" name="StatusGauge" hidden="1">
            <a:extLst>
              <a:ext uri="{FF2B5EF4-FFF2-40B4-BE49-F238E27FC236}">
                <a16:creationId xmlns:a16="http://schemas.microsoft.com/office/drawing/2014/main" id="{AC87BF6A-0CC1-4B7B-9115-F8C8E5B93B66}"/>
              </a:ext>
            </a:extLst>
          </p:cNvPr>
          <p:cNvGrpSpPr/>
          <p:nvPr userDrawn="1"/>
        </p:nvGrpSpPr>
        <p:grpSpPr>
          <a:xfrm>
            <a:off x="1662669" y="3333780"/>
            <a:ext cx="115517" cy="220533"/>
            <a:chOff x="427408" y="3815098"/>
            <a:chExt cx="312580" cy="596744"/>
          </a:xfrm>
        </p:grpSpPr>
        <p:sp>
          <p:nvSpPr>
            <p:cNvPr id="366" name="Line 56">
              <a:extLst>
                <a:ext uri="{FF2B5EF4-FFF2-40B4-BE49-F238E27FC236}">
                  <a16:creationId xmlns:a16="http://schemas.microsoft.com/office/drawing/2014/main" id="{22B23B9D-517D-4A32-857E-DA0E3889A7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408" y="3815098"/>
              <a:ext cx="156291" cy="159132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67" name="Line 57">
              <a:extLst>
                <a:ext uri="{FF2B5EF4-FFF2-40B4-BE49-F238E27FC236}">
                  <a16:creationId xmlns:a16="http://schemas.microsoft.com/office/drawing/2014/main" id="{CC30D8CA-C04D-4E6C-95A7-DE65B0F4A9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83697" y="3815098"/>
              <a:ext cx="156291" cy="159132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69" name="Line 59">
              <a:extLst>
                <a:ext uri="{FF2B5EF4-FFF2-40B4-BE49-F238E27FC236}">
                  <a16:creationId xmlns:a16="http://schemas.microsoft.com/office/drawing/2014/main" id="{9363A779-2D9F-4A05-A7A1-72E00C647D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3697" y="3815098"/>
              <a:ext cx="0" cy="596744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15" name="StatusGaugeWhite" hidden="1">
            <a:extLst>
              <a:ext uri="{FF2B5EF4-FFF2-40B4-BE49-F238E27FC236}">
                <a16:creationId xmlns:a16="http://schemas.microsoft.com/office/drawing/2014/main" id="{C2FDB2E7-0636-494B-B6D7-A3C17942E83A}"/>
              </a:ext>
            </a:extLst>
          </p:cNvPr>
          <p:cNvGrpSpPr/>
          <p:nvPr userDrawn="1"/>
        </p:nvGrpSpPr>
        <p:grpSpPr>
          <a:xfrm>
            <a:off x="2021702" y="3245932"/>
            <a:ext cx="396228" cy="396228"/>
            <a:chOff x="2021702" y="3245932"/>
            <a:chExt cx="396228" cy="396228"/>
          </a:xfrm>
          <a:solidFill>
            <a:schemeClr val="bg1"/>
          </a:solidFill>
        </p:grpSpPr>
        <p:sp>
          <p:nvSpPr>
            <p:cNvPr id="370" name="Oval 369">
              <a:extLst>
                <a:ext uri="{FF2B5EF4-FFF2-40B4-BE49-F238E27FC236}">
                  <a16:creationId xmlns:a16="http://schemas.microsoft.com/office/drawing/2014/main" id="{8D7CB2DC-1025-4762-8415-58E55B605671}"/>
                </a:ext>
              </a:extLst>
            </p:cNvPr>
            <p:cNvSpPr>
              <a:spLocks/>
            </p:cNvSpPr>
            <p:nvPr userDrawn="1"/>
          </p:nvSpPr>
          <p:spPr>
            <a:xfrm>
              <a:off x="2021702" y="3245932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80" name="Group 379">
              <a:extLst>
                <a:ext uri="{FF2B5EF4-FFF2-40B4-BE49-F238E27FC236}">
                  <a16:creationId xmlns:a16="http://schemas.microsoft.com/office/drawing/2014/main" id="{CD30E1A4-95BF-40FE-A480-7647E845DAFB}"/>
                </a:ext>
              </a:extLst>
            </p:cNvPr>
            <p:cNvGrpSpPr/>
            <p:nvPr userDrawn="1"/>
          </p:nvGrpSpPr>
          <p:grpSpPr>
            <a:xfrm>
              <a:off x="2162058" y="3333780"/>
              <a:ext cx="115517" cy="220533"/>
              <a:chOff x="427408" y="3815098"/>
              <a:chExt cx="312580" cy="596744"/>
            </a:xfrm>
            <a:grpFill/>
          </p:grpSpPr>
          <p:sp>
            <p:nvSpPr>
              <p:cNvPr id="381" name="Line 56">
                <a:extLst>
                  <a:ext uri="{FF2B5EF4-FFF2-40B4-BE49-F238E27FC236}">
                    <a16:creationId xmlns:a16="http://schemas.microsoft.com/office/drawing/2014/main" id="{912FDF49-5006-4BE9-A241-14FC58A10C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7408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82" name="Line 57">
                <a:extLst>
                  <a:ext uri="{FF2B5EF4-FFF2-40B4-BE49-F238E27FC236}">
                    <a16:creationId xmlns:a16="http://schemas.microsoft.com/office/drawing/2014/main" id="{A685424E-07A2-4C23-A9AB-A1AB3E5A69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83697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83" name="Line 59">
                <a:extLst>
                  <a:ext uri="{FF2B5EF4-FFF2-40B4-BE49-F238E27FC236}">
                    <a16:creationId xmlns:a16="http://schemas.microsoft.com/office/drawing/2014/main" id="{DF153F60-37D9-415E-92DF-84BB547F32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3697" y="3815098"/>
                <a:ext cx="0" cy="596744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14" name="StatusGaugeBlue" hidden="1">
            <a:extLst>
              <a:ext uri="{FF2B5EF4-FFF2-40B4-BE49-F238E27FC236}">
                <a16:creationId xmlns:a16="http://schemas.microsoft.com/office/drawing/2014/main" id="{3787D2E5-45BD-47CD-AEC1-EDDD0B6DC06B}"/>
              </a:ext>
            </a:extLst>
          </p:cNvPr>
          <p:cNvGrpSpPr/>
          <p:nvPr userDrawn="1"/>
        </p:nvGrpSpPr>
        <p:grpSpPr>
          <a:xfrm>
            <a:off x="2521091" y="3245932"/>
            <a:ext cx="396228" cy="396228"/>
            <a:chOff x="2521091" y="3245932"/>
            <a:chExt cx="396228" cy="396228"/>
          </a:xfrm>
          <a:solidFill>
            <a:schemeClr val="tx1"/>
          </a:solidFill>
        </p:grpSpPr>
        <p:sp>
          <p:nvSpPr>
            <p:cNvPr id="371" name="Oval 370">
              <a:extLst>
                <a:ext uri="{FF2B5EF4-FFF2-40B4-BE49-F238E27FC236}">
                  <a16:creationId xmlns:a16="http://schemas.microsoft.com/office/drawing/2014/main" id="{C8D381C3-2015-4AD0-B6F9-81620A837CC5}"/>
                </a:ext>
              </a:extLst>
            </p:cNvPr>
            <p:cNvSpPr>
              <a:spLocks/>
            </p:cNvSpPr>
            <p:nvPr userDrawn="1"/>
          </p:nvSpPr>
          <p:spPr>
            <a:xfrm>
              <a:off x="2521091" y="3245932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84" name="Group 383">
              <a:extLst>
                <a:ext uri="{FF2B5EF4-FFF2-40B4-BE49-F238E27FC236}">
                  <a16:creationId xmlns:a16="http://schemas.microsoft.com/office/drawing/2014/main" id="{1CF546FB-B2BA-4883-AF98-FBF5F2C28FCF}"/>
                </a:ext>
              </a:extLst>
            </p:cNvPr>
            <p:cNvGrpSpPr/>
            <p:nvPr userDrawn="1"/>
          </p:nvGrpSpPr>
          <p:grpSpPr>
            <a:xfrm>
              <a:off x="2661447" y="3333780"/>
              <a:ext cx="115517" cy="220533"/>
              <a:chOff x="427408" y="3815098"/>
              <a:chExt cx="312580" cy="596744"/>
            </a:xfrm>
            <a:grpFill/>
          </p:grpSpPr>
          <p:sp>
            <p:nvSpPr>
              <p:cNvPr id="385" name="Line 56">
                <a:extLst>
                  <a:ext uri="{FF2B5EF4-FFF2-40B4-BE49-F238E27FC236}">
                    <a16:creationId xmlns:a16="http://schemas.microsoft.com/office/drawing/2014/main" id="{70CA23CD-0391-40AB-9740-9A091B4B3C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7408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86" name="Line 57">
                <a:extLst>
                  <a:ext uri="{FF2B5EF4-FFF2-40B4-BE49-F238E27FC236}">
                    <a16:creationId xmlns:a16="http://schemas.microsoft.com/office/drawing/2014/main" id="{DBAD38C3-D1BC-4FC1-9D49-0B162C1F26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83697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87" name="Line 59">
                <a:extLst>
                  <a:ext uri="{FF2B5EF4-FFF2-40B4-BE49-F238E27FC236}">
                    <a16:creationId xmlns:a16="http://schemas.microsoft.com/office/drawing/2014/main" id="{7D0C093E-6BFA-4A22-81E5-2D0D4D31B0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3697" y="3815098"/>
                <a:ext cx="0" cy="596744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sp>
        <p:nvSpPr>
          <p:cNvPr id="275" name="Checkmark" hidden="1">
            <a:extLst>
              <a:ext uri="{FF2B5EF4-FFF2-40B4-BE49-F238E27FC236}">
                <a16:creationId xmlns:a16="http://schemas.microsoft.com/office/drawing/2014/main" id="{BB004E0D-569F-46D6-AB54-9BBB7A633202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598577" y="3869635"/>
            <a:ext cx="243701" cy="147600"/>
          </a:xfrm>
          <a:custGeom>
            <a:avLst/>
            <a:gdLst>
              <a:gd name="T0" fmla="*/ 0 w 65"/>
              <a:gd name="T1" fmla="*/ 16 h 39"/>
              <a:gd name="T2" fmla="*/ 25 w 65"/>
              <a:gd name="T3" fmla="*/ 39 h 39"/>
              <a:gd name="T4" fmla="*/ 65 w 65"/>
              <a:gd name="T5" fmla="*/ 0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5" h="39">
                <a:moveTo>
                  <a:pt x="0" y="16"/>
                </a:moveTo>
                <a:lnTo>
                  <a:pt x="25" y="39"/>
                </a:lnTo>
                <a:lnTo>
                  <a:pt x="65" y="0"/>
                </a:lnTo>
              </a:path>
            </a:pathLst>
          </a:custGeom>
          <a:noFill/>
          <a:ln w="6350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pSp>
        <p:nvGrpSpPr>
          <p:cNvPr id="21" name="CheckmarkWhite" hidden="1">
            <a:extLst>
              <a:ext uri="{FF2B5EF4-FFF2-40B4-BE49-F238E27FC236}">
                <a16:creationId xmlns:a16="http://schemas.microsoft.com/office/drawing/2014/main" id="{F07BF092-B974-4EB6-A1FD-990BE5E53701}"/>
              </a:ext>
            </a:extLst>
          </p:cNvPr>
          <p:cNvGrpSpPr/>
          <p:nvPr userDrawn="1"/>
        </p:nvGrpSpPr>
        <p:grpSpPr>
          <a:xfrm>
            <a:off x="2021702" y="3745321"/>
            <a:ext cx="396228" cy="396228"/>
            <a:chOff x="2021702" y="3745321"/>
            <a:chExt cx="396228" cy="396228"/>
          </a:xfrm>
          <a:solidFill>
            <a:schemeClr val="bg1"/>
          </a:solidFill>
        </p:grpSpPr>
        <p:sp>
          <p:nvSpPr>
            <p:cNvPr id="372" name="Oval 371">
              <a:extLst>
                <a:ext uri="{FF2B5EF4-FFF2-40B4-BE49-F238E27FC236}">
                  <a16:creationId xmlns:a16="http://schemas.microsoft.com/office/drawing/2014/main" id="{92B6E5FD-CE05-4863-BB94-17F85BCF0806}"/>
                </a:ext>
              </a:extLst>
            </p:cNvPr>
            <p:cNvSpPr>
              <a:spLocks/>
            </p:cNvSpPr>
            <p:nvPr userDrawn="1"/>
          </p:nvSpPr>
          <p:spPr>
            <a:xfrm>
              <a:off x="2021702" y="3745321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388" name="Freeform 39">
              <a:extLst>
                <a:ext uri="{FF2B5EF4-FFF2-40B4-BE49-F238E27FC236}">
                  <a16:creationId xmlns:a16="http://schemas.microsoft.com/office/drawing/2014/main" id="{DBC4A7F2-275F-448A-A2CE-92F398D30958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2097966" y="3869635"/>
              <a:ext cx="243701" cy="147600"/>
            </a:xfrm>
            <a:custGeom>
              <a:avLst/>
              <a:gdLst>
                <a:gd name="T0" fmla="*/ 0 w 65"/>
                <a:gd name="T1" fmla="*/ 16 h 39"/>
                <a:gd name="T2" fmla="*/ 25 w 65"/>
                <a:gd name="T3" fmla="*/ 39 h 39"/>
                <a:gd name="T4" fmla="*/ 65 w 65"/>
                <a:gd name="T5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39">
                  <a:moveTo>
                    <a:pt x="0" y="16"/>
                  </a:moveTo>
                  <a:lnTo>
                    <a:pt x="25" y="39"/>
                  </a:lnTo>
                  <a:lnTo>
                    <a:pt x="65" y="0"/>
                  </a:lnTo>
                </a:path>
              </a:pathLst>
            </a:custGeom>
            <a:grp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20" name="CheckmarkBlue" hidden="1">
            <a:extLst>
              <a:ext uri="{FF2B5EF4-FFF2-40B4-BE49-F238E27FC236}">
                <a16:creationId xmlns:a16="http://schemas.microsoft.com/office/drawing/2014/main" id="{A705E7FE-8FE8-4F2D-9FA1-5637B89B73F7}"/>
              </a:ext>
            </a:extLst>
          </p:cNvPr>
          <p:cNvGrpSpPr/>
          <p:nvPr userDrawn="1"/>
        </p:nvGrpSpPr>
        <p:grpSpPr>
          <a:xfrm>
            <a:off x="2521091" y="3745321"/>
            <a:ext cx="396228" cy="396228"/>
            <a:chOff x="2521091" y="3745321"/>
            <a:chExt cx="396228" cy="396228"/>
          </a:xfrm>
          <a:solidFill>
            <a:schemeClr val="tx1"/>
          </a:solidFill>
        </p:grpSpPr>
        <p:sp>
          <p:nvSpPr>
            <p:cNvPr id="373" name="Oval 372">
              <a:extLst>
                <a:ext uri="{FF2B5EF4-FFF2-40B4-BE49-F238E27FC236}">
                  <a16:creationId xmlns:a16="http://schemas.microsoft.com/office/drawing/2014/main" id="{9DF2EDC3-BFC6-448A-9C1D-7324C7EF9146}"/>
                </a:ext>
              </a:extLst>
            </p:cNvPr>
            <p:cNvSpPr>
              <a:spLocks/>
            </p:cNvSpPr>
            <p:nvPr userDrawn="1"/>
          </p:nvSpPr>
          <p:spPr>
            <a:xfrm>
              <a:off x="2521091" y="3745321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389" name="Freeform 39">
              <a:extLst>
                <a:ext uri="{FF2B5EF4-FFF2-40B4-BE49-F238E27FC236}">
                  <a16:creationId xmlns:a16="http://schemas.microsoft.com/office/drawing/2014/main" id="{285841C2-3368-45B4-9105-40D539B18E93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2597355" y="3869635"/>
              <a:ext cx="243701" cy="147600"/>
            </a:xfrm>
            <a:custGeom>
              <a:avLst/>
              <a:gdLst>
                <a:gd name="T0" fmla="*/ 0 w 65"/>
                <a:gd name="T1" fmla="*/ 16 h 39"/>
                <a:gd name="T2" fmla="*/ 25 w 65"/>
                <a:gd name="T3" fmla="*/ 39 h 39"/>
                <a:gd name="T4" fmla="*/ 65 w 65"/>
                <a:gd name="T5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39">
                  <a:moveTo>
                    <a:pt x="0" y="16"/>
                  </a:moveTo>
                  <a:lnTo>
                    <a:pt x="25" y="39"/>
                  </a:lnTo>
                  <a:lnTo>
                    <a:pt x="65" y="0"/>
                  </a:lnTo>
                </a:path>
              </a:pathLst>
            </a:custGeom>
            <a:grpFill/>
            <a:ln w="6350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sp>
        <p:nvSpPr>
          <p:cNvPr id="390" name="CheckmarkDash" hidden="1">
            <a:extLst>
              <a:ext uri="{FF2B5EF4-FFF2-40B4-BE49-F238E27FC236}">
                <a16:creationId xmlns:a16="http://schemas.microsoft.com/office/drawing/2014/main" id="{2D882A09-8E9B-4679-ADCB-6CAE84605CA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598577" y="4369024"/>
            <a:ext cx="243701" cy="147600"/>
          </a:xfrm>
          <a:custGeom>
            <a:avLst/>
            <a:gdLst>
              <a:gd name="T0" fmla="*/ 0 w 65"/>
              <a:gd name="T1" fmla="*/ 16 h 39"/>
              <a:gd name="T2" fmla="*/ 25 w 65"/>
              <a:gd name="T3" fmla="*/ 39 h 39"/>
              <a:gd name="T4" fmla="*/ 65 w 65"/>
              <a:gd name="T5" fmla="*/ 0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5" h="39">
                <a:moveTo>
                  <a:pt x="0" y="16"/>
                </a:moveTo>
                <a:lnTo>
                  <a:pt x="25" y="39"/>
                </a:lnTo>
                <a:lnTo>
                  <a:pt x="65" y="0"/>
                </a:lnTo>
              </a:path>
            </a:pathLst>
          </a:custGeom>
          <a:noFill/>
          <a:ln w="6350" cap="rnd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pSp>
        <p:nvGrpSpPr>
          <p:cNvPr id="23" name="CheckmarkDashWhite" hidden="1">
            <a:extLst>
              <a:ext uri="{FF2B5EF4-FFF2-40B4-BE49-F238E27FC236}">
                <a16:creationId xmlns:a16="http://schemas.microsoft.com/office/drawing/2014/main" id="{A04BB5EF-2087-418E-BF29-3E463D8DAC95}"/>
              </a:ext>
            </a:extLst>
          </p:cNvPr>
          <p:cNvGrpSpPr/>
          <p:nvPr userDrawn="1"/>
        </p:nvGrpSpPr>
        <p:grpSpPr>
          <a:xfrm>
            <a:off x="2021702" y="4244710"/>
            <a:ext cx="396228" cy="396228"/>
            <a:chOff x="2021702" y="6293259"/>
            <a:chExt cx="396228" cy="396228"/>
          </a:xfrm>
          <a:solidFill>
            <a:schemeClr val="bg1"/>
          </a:solidFill>
        </p:grpSpPr>
        <p:sp>
          <p:nvSpPr>
            <p:cNvPr id="392" name="Oval 391">
              <a:extLst>
                <a:ext uri="{FF2B5EF4-FFF2-40B4-BE49-F238E27FC236}">
                  <a16:creationId xmlns:a16="http://schemas.microsoft.com/office/drawing/2014/main" id="{47F5EC55-9665-438E-9860-C3E2F47C8B13}"/>
                </a:ext>
              </a:extLst>
            </p:cNvPr>
            <p:cNvSpPr>
              <a:spLocks/>
            </p:cNvSpPr>
            <p:nvPr userDrawn="1"/>
          </p:nvSpPr>
          <p:spPr>
            <a:xfrm>
              <a:off x="2021702" y="6293259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prstDash val="dash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393" name="Freeform 39">
              <a:extLst>
                <a:ext uri="{FF2B5EF4-FFF2-40B4-BE49-F238E27FC236}">
                  <a16:creationId xmlns:a16="http://schemas.microsoft.com/office/drawing/2014/main" id="{894EAAFA-EEA4-4D90-8F75-17F21B6BFCC1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2097966" y="6417573"/>
              <a:ext cx="243701" cy="147600"/>
            </a:xfrm>
            <a:custGeom>
              <a:avLst/>
              <a:gdLst>
                <a:gd name="T0" fmla="*/ 0 w 65"/>
                <a:gd name="T1" fmla="*/ 16 h 39"/>
                <a:gd name="T2" fmla="*/ 25 w 65"/>
                <a:gd name="T3" fmla="*/ 39 h 39"/>
                <a:gd name="T4" fmla="*/ 65 w 65"/>
                <a:gd name="T5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39">
                  <a:moveTo>
                    <a:pt x="0" y="16"/>
                  </a:moveTo>
                  <a:lnTo>
                    <a:pt x="25" y="39"/>
                  </a:lnTo>
                  <a:lnTo>
                    <a:pt x="65" y="0"/>
                  </a:lnTo>
                </a:path>
              </a:pathLst>
            </a:custGeom>
            <a:grpFill/>
            <a:ln w="6350" cap="rnd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24" name="CheckmarkDashBlue" hidden="1">
            <a:extLst>
              <a:ext uri="{FF2B5EF4-FFF2-40B4-BE49-F238E27FC236}">
                <a16:creationId xmlns:a16="http://schemas.microsoft.com/office/drawing/2014/main" id="{481DC344-3017-462D-9A3B-4E65710C17D0}"/>
              </a:ext>
            </a:extLst>
          </p:cNvPr>
          <p:cNvGrpSpPr/>
          <p:nvPr userDrawn="1"/>
        </p:nvGrpSpPr>
        <p:grpSpPr>
          <a:xfrm>
            <a:off x="2521091" y="4244710"/>
            <a:ext cx="396228" cy="396228"/>
            <a:chOff x="2521091" y="6293259"/>
            <a:chExt cx="396228" cy="396228"/>
          </a:xfrm>
          <a:solidFill>
            <a:schemeClr val="tx1"/>
          </a:solidFill>
        </p:grpSpPr>
        <p:sp>
          <p:nvSpPr>
            <p:cNvPr id="395" name="Oval 394">
              <a:extLst>
                <a:ext uri="{FF2B5EF4-FFF2-40B4-BE49-F238E27FC236}">
                  <a16:creationId xmlns:a16="http://schemas.microsoft.com/office/drawing/2014/main" id="{3123CA39-9EFF-49E5-8B43-5BCDA3B0E657}"/>
                </a:ext>
              </a:extLst>
            </p:cNvPr>
            <p:cNvSpPr>
              <a:spLocks/>
            </p:cNvSpPr>
            <p:nvPr userDrawn="1"/>
          </p:nvSpPr>
          <p:spPr>
            <a:xfrm>
              <a:off x="2521091" y="6293259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396" name="Freeform 39">
              <a:extLst>
                <a:ext uri="{FF2B5EF4-FFF2-40B4-BE49-F238E27FC236}">
                  <a16:creationId xmlns:a16="http://schemas.microsoft.com/office/drawing/2014/main" id="{1A25A5C6-7B1D-45B1-9C1F-F3B654A13FC7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2597355" y="6417573"/>
              <a:ext cx="243701" cy="147600"/>
            </a:xfrm>
            <a:custGeom>
              <a:avLst/>
              <a:gdLst>
                <a:gd name="T0" fmla="*/ 0 w 65"/>
                <a:gd name="T1" fmla="*/ 16 h 39"/>
                <a:gd name="T2" fmla="*/ 25 w 65"/>
                <a:gd name="T3" fmla="*/ 39 h 39"/>
                <a:gd name="T4" fmla="*/ 65 w 65"/>
                <a:gd name="T5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39">
                  <a:moveTo>
                    <a:pt x="0" y="16"/>
                  </a:moveTo>
                  <a:lnTo>
                    <a:pt x="25" y="39"/>
                  </a:lnTo>
                  <a:lnTo>
                    <a:pt x="65" y="0"/>
                  </a:lnTo>
                </a:path>
              </a:pathLst>
            </a:custGeom>
            <a:grpFill/>
            <a:ln w="6350" cap="rnd">
              <a:solidFill>
                <a:schemeClr val="bg1"/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50" name="X" hidden="1">
            <a:extLst>
              <a:ext uri="{FF2B5EF4-FFF2-40B4-BE49-F238E27FC236}">
                <a16:creationId xmlns:a16="http://schemas.microsoft.com/office/drawing/2014/main" id="{E0CB3199-8B88-41C4-AFDC-5D6AE5641F2F}"/>
              </a:ext>
            </a:extLst>
          </p:cNvPr>
          <p:cNvGrpSpPr/>
          <p:nvPr userDrawn="1"/>
        </p:nvGrpSpPr>
        <p:grpSpPr>
          <a:xfrm>
            <a:off x="1625999" y="4847785"/>
            <a:ext cx="188856" cy="188856"/>
            <a:chOff x="316162" y="5992979"/>
            <a:chExt cx="188856" cy="188856"/>
          </a:xfrm>
        </p:grpSpPr>
        <p:sp>
          <p:nvSpPr>
            <p:cNvPr id="271" name="Line 36">
              <a:extLst>
                <a:ext uri="{FF2B5EF4-FFF2-40B4-BE49-F238E27FC236}">
                  <a16:creationId xmlns:a16="http://schemas.microsoft.com/office/drawing/2014/main" id="{33CA4828-3A35-4C8A-9E12-883F4B7CDA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162" y="5992979"/>
              <a:ext cx="188856" cy="188856"/>
            </a:xfrm>
            <a:prstGeom prst="line">
              <a:avLst/>
            </a:prstGeom>
            <a:solidFill>
              <a:srgbClr val="C00000"/>
            </a:solidFill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72" name="Line 37">
              <a:extLst>
                <a:ext uri="{FF2B5EF4-FFF2-40B4-BE49-F238E27FC236}">
                  <a16:creationId xmlns:a16="http://schemas.microsoft.com/office/drawing/2014/main" id="{B2BDD54A-21A5-4098-A847-B11FF7E5F2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6162" y="5992979"/>
              <a:ext cx="188856" cy="188856"/>
            </a:xfrm>
            <a:prstGeom prst="line">
              <a:avLst/>
            </a:prstGeom>
            <a:solidFill>
              <a:srgbClr val="C00000"/>
            </a:solidFill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52" name="XWhite" hidden="1">
            <a:extLst>
              <a:ext uri="{FF2B5EF4-FFF2-40B4-BE49-F238E27FC236}">
                <a16:creationId xmlns:a16="http://schemas.microsoft.com/office/drawing/2014/main" id="{D78505AA-B3C9-4D02-94A2-A14B6C6FE76E}"/>
              </a:ext>
            </a:extLst>
          </p:cNvPr>
          <p:cNvGrpSpPr/>
          <p:nvPr userDrawn="1"/>
        </p:nvGrpSpPr>
        <p:grpSpPr>
          <a:xfrm>
            <a:off x="2021702" y="4744099"/>
            <a:ext cx="396228" cy="396228"/>
            <a:chOff x="2021702" y="4744099"/>
            <a:chExt cx="396228" cy="396228"/>
          </a:xfrm>
          <a:solidFill>
            <a:schemeClr val="bg1"/>
          </a:solidFill>
        </p:grpSpPr>
        <p:sp>
          <p:nvSpPr>
            <p:cNvPr id="376" name="Oval 375">
              <a:extLst>
                <a:ext uri="{FF2B5EF4-FFF2-40B4-BE49-F238E27FC236}">
                  <a16:creationId xmlns:a16="http://schemas.microsoft.com/office/drawing/2014/main" id="{67CB00F6-8D83-4DDB-9D28-9A9E984FCEA6}"/>
                </a:ext>
              </a:extLst>
            </p:cNvPr>
            <p:cNvSpPr>
              <a:spLocks/>
            </p:cNvSpPr>
            <p:nvPr userDrawn="1"/>
          </p:nvSpPr>
          <p:spPr>
            <a:xfrm>
              <a:off x="2021702" y="4744099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97" name="Group 396">
              <a:extLst>
                <a:ext uri="{FF2B5EF4-FFF2-40B4-BE49-F238E27FC236}">
                  <a16:creationId xmlns:a16="http://schemas.microsoft.com/office/drawing/2014/main" id="{D68695E2-2F6C-4984-97B3-84770AAE8461}"/>
                </a:ext>
              </a:extLst>
            </p:cNvPr>
            <p:cNvGrpSpPr/>
            <p:nvPr userDrawn="1"/>
          </p:nvGrpSpPr>
          <p:grpSpPr>
            <a:xfrm>
              <a:off x="2125388" y="4847785"/>
              <a:ext cx="188856" cy="188856"/>
              <a:chOff x="316162" y="5992979"/>
              <a:chExt cx="188856" cy="188856"/>
            </a:xfrm>
            <a:grpFill/>
          </p:grpSpPr>
          <p:sp>
            <p:nvSpPr>
              <p:cNvPr id="398" name="Line 36">
                <a:extLst>
                  <a:ext uri="{FF2B5EF4-FFF2-40B4-BE49-F238E27FC236}">
                    <a16:creationId xmlns:a16="http://schemas.microsoft.com/office/drawing/2014/main" id="{549AFA66-8395-44EF-B1D0-40122F2AAC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162" y="5992979"/>
                <a:ext cx="188856" cy="188856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99" name="Line 37">
                <a:extLst>
                  <a:ext uri="{FF2B5EF4-FFF2-40B4-BE49-F238E27FC236}">
                    <a16:creationId xmlns:a16="http://schemas.microsoft.com/office/drawing/2014/main" id="{932BACAB-BF4D-4B3B-9F68-4A070C57D0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6162" y="5992979"/>
                <a:ext cx="188856" cy="188856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/>
              </a:p>
            </p:txBody>
          </p:sp>
        </p:grpSp>
      </p:grpSp>
      <p:grpSp>
        <p:nvGrpSpPr>
          <p:cNvPr id="51" name="XBlue" hidden="1">
            <a:extLst>
              <a:ext uri="{FF2B5EF4-FFF2-40B4-BE49-F238E27FC236}">
                <a16:creationId xmlns:a16="http://schemas.microsoft.com/office/drawing/2014/main" id="{76D87419-7600-4669-8612-AD69B00B998F}"/>
              </a:ext>
            </a:extLst>
          </p:cNvPr>
          <p:cNvGrpSpPr/>
          <p:nvPr userDrawn="1"/>
        </p:nvGrpSpPr>
        <p:grpSpPr>
          <a:xfrm>
            <a:off x="2521091" y="4744099"/>
            <a:ext cx="396228" cy="396228"/>
            <a:chOff x="2521091" y="4744099"/>
            <a:chExt cx="396228" cy="396228"/>
          </a:xfrm>
          <a:solidFill>
            <a:schemeClr val="tx1"/>
          </a:solidFill>
        </p:grpSpPr>
        <p:sp>
          <p:nvSpPr>
            <p:cNvPr id="377" name="Oval 376">
              <a:extLst>
                <a:ext uri="{FF2B5EF4-FFF2-40B4-BE49-F238E27FC236}">
                  <a16:creationId xmlns:a16="http://schemas.microsoft.com/office/drawing/2014/main" id="{BB9902CA-4422-4618-8399-530EF424A116}"/>
                </a:ext>
              </a:extLst>
            </p:cNvPr>
            <p:cNvSpPr>
              <a:spLocks/>
            </p:cNvSpPr>
            <p:nvPr userDrawn="1"/>
          </p:nvSpPr>
          <p:spPr>
            <a:xfrm>
              <a:off x="2521091" y="4744099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00" name="Group 399">
              <a:extLst>
                <a:ext uri="{FF2B5EF4-FFF2-40B4-BE49-F238E27FC236}">
                  <a16:creationId xmlns:a16="http://schemas.microsoft.com/office/drawing/2014/main" id="{FEE69EF9-A1B1-4554-AC08-9507A7FFAF0E}"/>
                </a:ext>
              </a:extLst>
            </p:cNvPr>
            <p:cNvGrpSpPr/>
            <p:nvPr userDrawn="1"/>
          </p:nvGrpSpPr>
          <p:grpSpPr>
            <a:xfrm>
              <a:off x="2624777" y="4847785"/>
              <a:ext cx="188856" cy="188856"/>
              <a:chOff x="316162" y="5992979"/>
              <a:chExt cx="188856" cy="188856"/>
            </a:xfrm>
            <a:grpFill/>
          </p:grpSpPr>
          <p:sp>
            <p:nvSpPr>
              <p:cNvPr id="401" name="Line 36">
                <a:extLst>
                  <a:ext uri="{FF2B5EF4-FFF2-40B4-BE49-F238E27FC236}">
                    <a16:creationId xmlns:a16="http://schemas.microsoft.com/office/drawing/2014/main" id="{D3DFE64B-BFEB-4977-BA46-BA408F58A0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162" y="5992979"/>
                <a:ext cx="188856" cy="188856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02" name="Line 37">
                <a:extLst>
                  <a:ext uri="{FF2B5EF4-FFF2-40B4-BE49-F238E27FC236}">
                    <a16:creationId xmlns:a16="http://schemas.microsoft.com/office/drawing/2014/main" id="{47E9FAEC-0A8C-4624-809F-B10C0D72EF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6162" y="5992979"/>
                <a:ext cx="188856" cy="188856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sp>
        <p:nvSpPr>
          <p:cNvPr id="403" name="Filter" hidden="1">
            <a:extLst>
              <a:ext uri="{FF2B5EF4-FFF2-40B4-BE49-F238E27FC236}">
                <a16:creationId xmlns:a16="http://schemas.microsoft.com/office/drawing/2014/main" id="{FCC81E52-D915-4AC6-8504-B6F39D77D2C2}"/>
              </a:ext>
            </a:extLst>
          </p:cNvPr>
          <p:cNvSpPr>
            <a:spLocks noChangeAspect="1"/>
          </p:cNvSpPr>
          <p:nvPr userDrawn="1"/>
        </p:nvSpPr>
        <p:spPr>
          <a:xfrm>
            <a:off x="1620562" y="5331802"/>
            <a:ext cx="199731" cy="219600"/>
          </a:xfrm>
          <a:custGeom>
            <a:avLst/>
            <a:gdLst>
              <a:gd name="connsiteX0" fmla="*/ 0 w 2728913"/>
              <a:gd name="connsiteY0" fmla="*/ 0 h 3000375"/>
              <a:gd name="connsiteX1" fmla="*/ 2728913 w 2728913"/>
              <a:gd name="connsiteY1" fmla="*/ 0 h 3000375"/>
              <a:gd name="connsiteX2" fmla="*/ 1662113 w 2728913"/>
              <a:gd name="connsiteY2" fmla="*/ 1662113 h 3000375"/>
              <a:gd name="connsiteX3" fmla="*/ 1662113 w 2728913"/>
              <a:gd name="connsiteY3" fmla="*/ 2633663 h 3000375"/>
              <a:gd name="connsiteX4" fmla="*/ 1104900 w 2728913"/>
              <a:gd name="connsiteY4" fmla="*/ 3000375 h 3000375"/>
              <a:gd name="connsiteX5" fmla="*/ 1104900 w 2728913"/>
              <a:gd name="connsiteY5" fmla="*/ 1652588 h 3000375"/>
              <a:gd name="connsiteX6" fmla="*/ 0 w 2728913"/>
              <a:gd name="connsiteY6" fmla="*/ 0 h 3000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28913" h="3000375">
                <a:moveTo>
                  <a:pt x="0" y="0"/>
                </a:moveTo>
                <a:lnTo>
                  <a:pt x="2728913" y="0"/>
                </a:lnTo>
                <a:lnTo>
                  <a:pt x="1662113" y="1662113"/>
                </a:lnTo>
                <a:lnTo>
                  <a:pt x="1662113" y="2633663"/>
                </a:lnTo>
                <a:lnTo>
                  <a:pt x="1104900" y="3000375"/>
                </a:lnTo>
                <a:lnTo>
                  <a:pt x="1104900" y="1652588"/>
                </a:lnTo>
                <a:lnTo>
                  <a:pt x="0" y="0"/>
                </a:lnTo>
                <a:close/>
              </a:path>
            </a:pathLst>
          </a:custGeom>
          <a:noFill/>
          <a:ln w="6350" cap="rnd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grpSp>
        <p:nvGrpSpPr>
          <p:cNvPr id="78" name="FilterWhite" hidden="1">
            <a:extLst>
              <a:ext uri="{FF2B5EF4-FFF2-40B4-BE49-F238E27FC236}">
                <a16:creationId xmlns:a16="http://schemas.microsoft.com/office/drawing/2014/main" id="{A92387E2-8902-4EF2-B95B-AF7E54C27F40}"/>
              </a:ext>
            </a:extLst>
          </p:cNvPr>
          <p:cNvGrpSpPr/>
          <p:nvPr userDrawn="1"/>
        </p:nvGrpSpPr>
        <p:grpSpPr>
          <a:xfrm>
            <a:off x="2021702" y="5243488"/>
            <a:ext cx="396228" cy="396228"/>
            <a:chOff x="2021702" y="5243488"/>
            <a:chExt cx="396228" cy="396228"/>
          </a:xfrm>
          <a:solidFill>
            <a:schemeClr val="bg1"/>
          </a:solidFill>
        </p:grpSpPr>
        <p:sp>
          <p:nvSpPr>
            <p:cNvPr id="378" name="Oval 377">
              <a:extLst>
                <a:ext uri="{FF2B5EF4-FFF2-40B4-BE49-F238E27FC236}">
                  <a16:creationId xmlns:a16="http://schemas.microsoft.com/office/drawing/2014/main" id="{5C14B0BF-5703-4646-A37A-812A93C873AB}"/>
                </a:ext>
              </a:extLst>
            </p:cNvPr>
            <p:cNvSpPr>
              <a:spLocks/>
            </p:cNvSpPr>
            <p:nvPr userDrawn="1"/>
          </p:nvSpPr>
          <p:spPr>
            <a:xfrm>
              <a:off x="2021702" y="5243488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B0CE3FDC-1428-4F4B-A89D-5F57D8E4EFE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119951" y="5331802"/>
              <a:ext cx="199731" cy="219600"/>
            </a:xfrm>
            <a:custGeom>
              <a:avLst/>
              <a:gdLst>
                <a:gd name="connsiteX0" fmla="*/ 0 w 2728913"/>
                <a:gd name="connsiteY0" fmla="*/ 0 h 3000375"/>
                <a:gd name="connsiteX1" fmla="*/ 2728913 w 2728913"/>
                <a:gd name="connsiteY1" fmla="*/ 0 h 3000375"/>
                <a:gd name="connsiteX2" fmla="*/ 1662113 w 2728913"/>
                <a:gd name="connsiteY2" fmla="*/ 1662113 h 3000375"/>
                <a:gd name="connsiteX3" fmla="*/ 1662113 w 2728913"/>
                <a:gd name="connsiteY3" fmla="*/ 2633663 h 3000375"/>
                <a:gd name="connsiteX4" fmla="*/ 1104900 w 2728913"/>
                <a:gd name="connsiteY4" fmla="*/ 3000375 h 3000375"/>
                <a:gd name="connsiteX5" fmla="*/ 1104900 w 2728913"/>
                <a:gd name="connsiteY5" fmla="*/ 1652588 h 3000375"/>
                <a:gd name="connsiteX6" fmla="*/ 0 w 2728913"/>
                <a:gd name="connsiteY6" fmla="*/ 0 h 3000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28913" h="3000375">
                  <a:moveTo>
                    <a:pt x="0" y="0"/>
                  </a:moveTo>
                  <a:lnTo>
                    <a:pt x="2728913" y="0"/>
                  </a:lnTo>
                  <a:lnTo>
                    <a:pt x="1662113" y="1662113"/>
                  </a:lnTo>
                  <a:lnTo>
                    <a:pt x="1662113" y="2633663"/>
                  </a:lnTo>
                  <a:lnTo>
                    <a:pt x="1104900" y="3000375"/>
                  </a:lnTo>
                  <a:lnTo>
                    <a:pt x="1104900" y="165258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ap="rnd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77" name="FilterBlue" hidden="1">
            <a:extLst>
              <a:ext uri="{FF2B5EF4-FFF2-40B4-BE49-F238E27FC236}">
                <a16:creationId xmlns:a16="http://schemas.microsoft.com/office/drawing/2014/main" id="{17B222B6-07D0-441A-BC80-31FF13A1A259}"/>
              </a:ext>
            </a:extLst>
          </p:cNvPr>
          <p:cNvGrpSpPr/>
          <p:nvPr userDrawn="1"/>
        </p:nvGrpSpPr>
        <p:grpSpPr>
          <a:xfrm>
            <a:off x="2521091" y="5243488"/>
            <a:ext cx="396228" cy="396228"/>
            <a:chOff x="2521091" y="5243488"/>
            <a:chExt cx="396228" cy="396228"/>
          </a:xfrm>
          <a:solidFill>
            <a:schemeClr val="tx1"/>
          </a:solidFill>
        </p:grpSpPr>
        <p:sp>
          <p:nvSpPr>
            <p:cNvPr id="379" name="Oval 378">
              <a:extLst>
                <a:ext uri="{FF2B5EF4-FFF2-40B4-BE49-F238E27FC236}">
                  <a16:creationId xmlns:a16="http://schemas.microsoft.com/office/drawing/2014/main" id="{32B521BD-77C9-41CF-B65A-53B53C069FDE}"/>
                </a:ext>
              </a:extLst>
            </p:cNvPr>
            <p:cNvSpPr>
              <a:spLocks/>
            </p:cNvSpPr>
            <p:nvPr userDrawn="1"/>
          </p:nvSpPr>
          <p:spPr>
            <a:xfrm>
              <a:off x="2521091" y="5243488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195CEB40-859D-4652-A677-1B81120AC53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619340" y="5331802"/>
              <a:ext cx="199731" cy="219600"/>
            </a:xfrm>
            <a:custGeom>
              <a:avLst/>
              <a:gdLst>
                <a:gd name="connsiteX0" fmla="*/ 0 w 2728913"/>
                <a:gd name="connsiteY0" fmla="*/ 0 h 3000375"/>
                <a:gd name="connsiteX1" fmla="*/ 2728913 w 2728913"/>
                <a:gd name="connsiteY1" fmla="*/ 0 h 3000375"/>
                <a:gd name="connsiteX2" fmla="*/ 1662113 w 2728913"/>
                <a:gd name="connsiteY2" fmla="*/ 1662113 h 3000375"/>
                <a:gd name="connsiteX3" fmla="*/ 1662113 w 2728913"/>
                <a:gd name="connsiteY3" fmla="*/ 2633663 h 3000375"/>
                <a:gd name="connsiteX4" fmla="*/ 1104900 w 2728913"/>
                <a:gd name="connsiteY4" fmla="*/ 3000375 h 3000375"/>
                <a:gd name="connsiteX5" fmla="*/ 1104900 w 2728913"/>
                <a:gd name="connsiteY5" fmla="*/ 1652588 h 3000375"/>
                <a:gd name="connsiteX6" fmla="*/ 0 w 2728913"/>
                <a:gd name="connsiteY6" fmla="*/ 0 h 3000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28913" h="3000375">
                  <a:moveTo>
                    <a:pt x="0" y="0"/>
                  </a:moveTo>
                  <a:lnTo>
                    <a:pt x="2728913" y="0"/>
                  </a:lnTo>
                  <a:lnTo>
                    <a:pt x="1662113" y="1662113"/>
                  </a:lnTo>
                  <a:lnTo>
                    <a:pt x="1662113" y="2633663"/>
                  </a:lnTo>
                  <a:lnTo>
                    <a:pt x="1104900" y="3000375"/>
                  </a:lnTo>
                  <a:lnTo>
                    <a:pt x="1104900" y="165258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ap="rnd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490" name="Chevron" hidden="1">
            <a:extLst>
              <a:ext uri="{FF2B5EF4-FFF2-40B4-BE49-F238E27FC236}">
                <a16:creationId xmlns:a16="http://schemas.microsoft.com/office/drawing/2014/main" id="{683A82B1-8416-4870-80C4-C50D2FA332BF}"/>
              </a:ext>
            </a:extLst>
          </p:cNvPr>
          <p:cNvSpPr>
            <a:spLocks/>
          </p:cNvSpPr>
          <p:nvPr userDrawn="1"/>
        </p:nvSpPr>
        <p:spPr bwMode="auto">
          <a:xfrm>
            <a:off x="3271959" y="3339382"/>
            <a:ext cx="103686" cy="209328"/>
          </a:xfrm>
          <a:custGeom>
            <a:avLst/>
            <a:gdLst>
              <a:gd name="T0" fmla="*/ 0 w 28"/>
              <a:gd name="T1" fmla="*/ 56 h 56"/>
              <a:gd name="T2" fmla="*/ 28 w 28"/>
              <a:gd name="T3" fmla="*/ 27 h 56"/>
              <a:gd name="T4" fmla="*/ 0 w 28"/>
              <a:gd name="T5" fmla="*/ 0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8" h="56">
                <a:moveTo>
                  <a:pt x="0" y="56"/>
                </a:moveTo>
                <a:lnTo>
                  <a:pt x="28" y="27"/>
                </a:lnTo>
                <a:lnTo>
                  <a:pt x="0" y="0"/>
                </a:lnTo>
              </a:path>
            </a:pathLst>
          </a:custGeom>
          <a:noFill/>
          <a:ln w="6350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pSp>
        <p:nvGrpSpPr>
          <p:cNvPr id="498" name="ChevronWhite" hidden="1">
            <a:extLst>
              <a:ext uri="{FF2B5EF4-FFF2-40B4-BE49-F238E27FC236}">
                <a16:creationId xmlns:a16="http://schemas.microsoft.com/office/drawing/2014/main" id="{9A20823A-F450-4AED-A121-57216DD67FB2}"/>
              </a:ext>
            </a:extLst>
          </p:cNvPr>
          <p:cNvGrpSpPr>
            <a:grpSpLocks/>
          </p:cNvGrpSpPr>
          <p:nvPr userDrawn="1"/>
        </p:nvGrpSpPr>
        <p:grpSpPr>
          <a:xfrm>
            <a:off x="3625077" y="3245932"/>
            <a:ext cx="396228" cy="396228"/>
            <a:chOff x="5856774" y="4285094"/>
            <a:chExt cx="288000" cy="288000"/>
          </a:xfrm>
          <a:solidFill>
            <a:schemeClr val="bg1"/>
          </a:solidFill>
        </p:grpSpPr>
        <p:sp>
          <p:nvSpPr>
            <p:cNvPr id="495" name="Oval 52">
              <a:extLst>
                <a:ext uri="{FF2B5EF4-FFF2-40B4-BE49-F238E27FC236}">
                  <a16:creationId xmlns:a16="http://schemas.microsoft.com/office/drawing/2014/main" id="{17D5830D-3739-46F8-BBAB-9E6358AFE9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56774" y="4285094"/>
              <a:ext cx="288000" cy="288000"/>
            </a:xfrm>
            <a:prstGeom prst="ellipse">
              <a:avLst/>
            </a:prstGeom>
            <a:grp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96" name="Freeform 51">
              <a:extLst>
                <a:ext uri="{FF2B5EF4-FFF2-40B4-BE49-F238E27FC236}">
                  <a16:creationId xmlns:a16="http://schemas.microsoft.com/office/drawing/2014/main" id="{AE2E968F-56DB-4B61-BBC9-BCE3BA9F2CE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69821" y="4353019"/>
              <a:ext cx="75365" cy="152151"/>
            </a:xfrm>
            <a:custGeom>
              <a:avLst/>
              <a:gdLst>
                <a:gd name="T0" fmla="*/ 0 w 28"/>
                <a:gd name="T1" fmla="*/ 56 h 56"/>
                <a:gd name="T2" fmla="*/ 28 w 28"/>
                <a:gd name="T3" fmla="*/ 27 h 56"/>
                <a:gd name="T4" fmla="*/ 0 w 28"/>
                <a:gd name="T5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" h="56">
                  <a:moveTo>
                    <a:pt x="0" y="56"/>
                  </a:moveTo>
                  <a:lnTo>
                    <a:pt x="28" y="27"/>
                  </a:lnTo>
                  <a:lnTo>
                    <a:pt x="0" y="0"/>
                  </a:lnTo>
                </a:path>
              </a:pathLst>
            </a:custGeom>
            <a:grp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497" name="ChevronBlue" hidden="1">
            <a:extLst>
              <a:ext uri="{FF2B5EF4-FFF2-40B4-BE49-F238E27FC236}">
                <a16:creationId xmlns:a16="http://schemas.microsoft.com/office/drawing/2014/main" id="{4AE2AA89-98EF-4202-B26E-A25AFCD62BA4}"/>
              </a:ext>
            </a:extLst>
          </p:cNvPr>
          <p:cNvGrpSpPr/>
          <p:nvPr userDrawn="1"/>
        </p:nvGrpSpPr>
        <p:grpSpPr>
          <a:xfrm>
            <a:off x="4677969" y="3245932"/>
            <a:ext cx="288000" cy="2366324"/>
            <a:chOff x="4677969" y="3245932"/>
            <a:chExt cx="288000" cy="2366324"/>
          </a:xfrm>
        </p:grpSpPr>
        <p:cxnSp>
          <p:nvCxnSpPr>
            <p:cNvPr id="466" name="Straight Connector 465">
              <a:extLst>
                <a:ext uri="{FF2B5EF4-FFF2-40B4-BE49-F238E27FC236}">
                  <a16:creationId xmlns:a16="http://schemas.microsoft.com/office/drawing/2014/main" id="{1E2E238F-AD56-4762-A22C-7AFB173EEAF9}"/>
                </a:ext>
              </a:extLst>
            </p:cNvPr>
            <p:cNvCxnSpPr>
              <a:cxnSpLocks/>
            </p:cNvCxnSpPr>
            <p:nvPr/>
          </p:nvCxnSpPr>
          <p:spPr>
            <a:xfrm>
              <a:off x="4821969" y="3245932"/>
              <a:ext cx="0" cy="2366324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7" name="Rectangle 466">
              <a:extLst>
                <a:ext uri="{FF2B5EF4-FFF2-40B4-BE49-F238E27FC236}">
                  <a16:creationId xmlns:a16="http://schemas.microsoft.com/office/drawing/2014/main" id="{A95F5214-EE37-4851-B406-BCB643C3D03C}"/>
                </a:ext>
              </a:extLst>
            </p:cNvPr>
            <p:cNvSpPr/>
            <p:nvPr/>
          </p:nvSpPr>
          <p:spPr>
            <a:xfrm>
              <a:off x="4761627" y="4222887"/>
              <a:ext cx="120685" cy="412415"/>
            </a:xfrm>
            <a:prstGeom prst="rect">
              <a:avLst/>
            </a:prstGeom>
            <a:solidFill>
              <a:schemeClr val="bg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469" name="Oval 52">
              <a:extLst>
                <a:ext uri="{FF2B5EF4-FFF2-40B4-BE49-F238E27FC236}">
                  <a16:creationId xmlns:a16="http://schemas.microsoft.com/office/drawing/2014/main" id="{62F5C4BB-77E6-4C14-BFF1-493280CE03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7969" y="4285094"/>
              <a:ext cx="288000" cy="288000"/>
            </a:xfrm>
            <a:prstGeom prst="ellipse">
              <a:avLst/>
            </a:prstGeom>
            <a:solidFill>
              <a:schemeClr val="accent1"/>
            </a:solidFill>
            <a:ln w="6350" cap="rnd">
              <a:solidFill>
                <a:schemeClr val="accent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70" name="Freeform 51">
              <a:extLst>
                <a:ext uri="{FF2B5EF4-FFF2-40B4-BE49-F238E27FC236}">
                  <a16:creationId xmlns:a16="http://schemas.microsoft.com/office/drawing/2014/main" id="{4AD7068E-D77F-4C3D-A295-D393BB0FBE50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1016" y="4353019"/>
              <a:ext cx="75365" cy="152151"/>
            </a:xfrm>
            <a:custGeom>
              <a:avLst/>
              <a:gdLst>
                <a:gd name="T0" fmla="*/ 0 w 28"/>
                <a:gd name="T1" fmla="*/ 56 h 56"/>
                <a:gd name="T2" fmla="*/ 28 w 28"/>
                <a:gd name="T3" fmla="*/ 27 h 56"/>
                <a:gd name="T4" fmla="*/ 0 w 28"/>
                <a:gd name="T5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" h="56">
                  <a:moveTo>
                    <a:pt x="0" y="56"/>
                  </a:moveTo>
                  <a:lnTo>
                    <a:pt x="28" y="27"/>
                  </a:lnTo>
                  <a:lnTo>
                    <a:pt x="0" y="0"/>
                  </a:lnTo>
                </a:path>
              </a:pathLst>
            </a:custGeom>
            <a:noFill/>
            <a:ln w="6350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408" name="LineArrow" hidden="1">
            <a:extLst>
              <a:ext uri="{FF2B5EF4-FFF2-40B4-BE49-F238E27FC236}">
                <a16:creationId xmlns:a16="http://schemas.microsoft.com/office/drawing/2014/main" id="{0124A46F-FCAD-4F4A-91E4-8DD92F3D22F5}"/>
              </a:ext>
            </a:extLst>
          </p:cNvPr>
          <p:cNvGrpSpPr/>
          <p:nvPr userDrawn="1"/>
        </p:nvGrpSpPr>
        <p:grpSpPr>
          <a:xfrm rot="5400000">
            <a:off x="3266044" y="3833168"/>
            <a:ext cx="115517" cy="220533"/>
            <a:chOff x="427408" y="3815098"/>
            <a:chExt cx="312580" cy="596744"/>
          </a:xfrm>
        </p:grpSpPr>
        <p:sp>
          <p:nvSpPr>
            <p:cNvPr id="409" name="Line 56">
              <a:extLst>
                <a:ext uri="{FF2B5EF4-FFF2-40B4-BE49-F238E27FC236}">
                  <a16:creationId xmlns:a16="http://schemas.microsoft.com/office/drawing/2014/main" id="{ED21B92A-6C6B-47C5-A57E-62EA9E0206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408" y="3815098"/>
              <a:ext cx="156291" cy="159132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10" name="Line 57">
              <a:extLst>
                <a:ext uri="{FF2B5EF4-FFF2-40B4-BE49-F238E27FC236}">
                  <a16:creationId xmlns:a16="http://schemas.microsoft.com/office/drawing/2014/main" id="{5515D700-F4F6-479D-B24F-F1CEF531A3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83697" y="3815098"/>
              <a:ext cx="156291" cy="159132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11" name="Line 59">
              <a:extLst>
                <a:ext uri="{FF2B5EF4-FFF2-40B4-BE49-F238E27FC236}">
                  <a16:creationId xmlns:a16="http://schemas.microsoft.com/office/drawing/2014/main" id="{14711298-8A19-4E9D-99C9-9EA612F115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3697" y="3815098"/>
              <a:ext cx="0" cy="596744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412" name="LineArrowWhite" hidden="1">
            <a:extLst>
              <a:ext uri="{FF2B5EF4-FFF2-40B4-BE49-F238E27FC236}">
                <a16:creationId xmlns:a16="http://schemas.microsoft.com/office/drawing/2014/main" id="{6196A327-D3F6-4130-AFA6-3D2EB29723BF}"/>
              </a:ext>
            </a:extLst>
          </p:cNvPr>
          <p:cNvGrpSpPr/>
          <p:nvPr userDrawn="1"/>
        </p:nvGrpSpPr>
        <p:grpSpPr>
          <a:xfrm rot="5400000">
            <a:off x="3625077" y="3745321"/>
            <a:ext cx="396228" cy="396228"/>
            <a:chOff x="2021702" y="3245932"/>
            <a:chExt cx="396228" cy="396228"/>
          </a:xfrm>
          <a:solidFill>
            <a:schemeClr val="bg1"/>
          </a:solidFill>
        </p:grpSpPr>
        <p:sp>
          <p:nvSpPr>
            <p:cNvPr id="413" name="Oval 412">
              <a:extLst>
                <a:ext uri="{FF2B5EF4-FFF2-40B4-BE49-F238E27FC236}">
                  <a16:creationId xmlns:a16="http://schemas.microsoft.com/office/drawing/2014/main" id="{57A8EBA1-9795-4C02-B553-39BA611C597A}"/>
                </a:ext>
              </a:extLst>
            </p:cNvPr>
            <p:cNvSpPr>
              <a:spLocks/>
            </p:cNvSpPr>
            <p:nvPr userDrawn="1"/>
          </p:nvSpPr>
          <p:spPr>
            <a:xfrm>
              <a:off x="2021702" y="3245932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14" name="Group 413">
              <a:extLst>
                <a:ext uri="{FF2B5EF4-FFF2-40B4-BE49-F238E27FC236}">
                  <a16:creationId xmlns:a16="http://schemas.microsoft.com/office/drawing/2014/main" id="{5A5FCF76-A671-447E-B2CE-6832D29BDA06}"/>
                </a:ext>
              </a:extLst>
            </p:cNvPr>
            <p:cNvGrpSpPr/>
            <p:nvPr userDrawn="1"/>
          </p:nvGrpSpPr>
          <p:grpSpPr>
            <a:xfrm>
              <a:off x="2162058" y="3333780"/>
              <a:ext cx="115517" cy="220533"/>
              <a:chOff x="427408" y="3815098"/>
              <a:chExt cx="312580" cy="596744"/>
            </a:xfrm>
            <a:grpFill/>
          </p:grpSpPr>
          <p:sp>
            <p:nvSpPr>
              <p:cNvPr id="415" name="Line 56">
                <a:extLst>
                  <a:ext uri="{FF2B5EF4-FFF2-40B4-BE49-F238E27FC236}">
                    <a16:creationId xmlns:a16="http://schemas.microsoft.com/office/drawing/2014/main" id="{0F85B57B-C33F-4A26-8F0E-7C9FE52B97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7408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16" name="Line 57">
                <a:extLst>
                  <a:ext uri="{FF2B5EF4-FFF2-40B4-BE49-F238E27FC236}">
                    <a16:creationId xmlns:a16="http://schemas.microsoft.com/office/drawing/2014/main" id="{61FF35EB-0D3C-4B49-85B7-73B202B643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83697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17" name="Line 59">
                <a:extLst>
                  <a:ext uri="{FF2B5EF4-FFF2-40B4-BE49-F238E27FC236}">
                    <a16:creationId xmlns:a16="http://schemas.microsoft.com/office/drawing/2014/main" id="{ABA825E6-D893-4500-9C8B-8B8AD01F92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3697" y="3815098"/>
                <a:ext cx="0" cy="596744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418" name="LineArrowBlue" hidden="1">
            <a:extLst>
              <a:ext uri="{FF2B5EF4-FFF2-40B4-BE49-F238E27FC236}">
                <a16:creationId xmlns:a16="http://schemas.microsoft.com/office/drawing/2014/main" id="{54C013E7-3242-42AD-998E-302CC25870A5}"/>
              </a:ext>
            </a:extLst>
          </p:cNvPr>
          <p:cNvGrpSpPr/>
          <p:nvPr userDrawn="1"/>
        </p:nvGrpSpPr>
        <p:grpSpPr>
          <a:xfrm rot="5400000">
            <a:off x="4124466" y="3745320"/>
            <a:ext cx="396228" cy="396228"/>
            <a:chOff x="2521091" y="3245932"/>
            <a:chExt cx="396228" cy="396228"/>
          </a:xfrm>
          <a:solidFill>
            <a:schemeClr val="tx1"/>
          </a:solidFill>
        </p:grpSpPr>
        <p:sp>
          <p:nvSpPr>
            <p:cNvPr id="419" name="Oval 418">
              <a:extLst>
                <a:ext uri="{FF2B5EF4-FFF2-40B4-BE49-F238E27FC236}">
                  <a16:creationId xmlns:a16="http://schemas.microsoft.com/office/drawing/2014/main" id="{219C1E05-0F1B-4452-B23B-EE8E39CD486F}"/>
                </a:ext>
              </a:extLst>
            </p:cNvPr>
            <p:cNvSpPr>
              <a:spLocks/>
            </p:cNvSpPr>
            <p:nvPr userDrawn="1"/>
          </p:nvSpPr>
          <p:spPr>
            <a:xfrm>
              <a:off x="2521091" y="3245932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20" name="Group 419">
              <a:extLst>
                <a:ext uri="{FF2B5EF4-FFF2-40B4-BE49-F238E27FC236}">
                  <a16:creationId xmlns:a16="http://schemas.microsoft.com/office/drawing/2014/main" id="{4257B84C-50F5-4FB1-89D4-424523828643}"/>
                </a:ext>
              </a:extLst>
            </p:cNvPr>
            <p:cNvGrpSpPr/>
            <p:nvPr userDrawn="1"/>
          </p:nvGrpSpPr>
          <p:grpSpPr>
            <a:xfrm>
              <a:off x="2661447" y="3333780"/>
              <a:ext cx="115517" cy="220533"/>
              <a:chOff x="427408" y="3815098"/>
              <a:chExt cx="312580" cy="596744"/>
            </a:xfrm>
            <a:grpFill/>
          </p:grpSpPr>
          <p:sp>
            <p:nvSpPr>
              <p:cNvPr id="421" name="Line 56">
                <a:extLst>
                  <a:ext uri="{FF2B5EF4-FFF2-40B4-BE49-F238E27FC236}">
                    <a16:creationId xmlns:a16="http://schemas.microsoft.com/office/drawing/2014/main" id="{D27D2571-32AE-4429-AF3C-828A7DDF71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7408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22" name="Line 57">
                <a:extLst>
                  <a:ext uri="{FF2B5EF4-FFF2-40B4-BE49-F238E27FC236}">
                    <a16:creationId xmlns:a16="http://schemas.microsoft.com/office/drawing/2014/main" id="{4625AA99-226B-4049-8D38-1B6511BDA7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83697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23" name="Line 59">
                <a:extLst>
                  <a:ext uri="{FF2B5EF4-FFF2-40B4-BE49-F238E27FC236}">
                    <a16:creationId xmlns:a16="http://schemas.microsoft.com/office/drawing/2014/main" id="{E89D5AEA-948C-4B40-86B8-4833AD527E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3697" y="3815098"/>
                <a:ext cx="0" cy="596744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450" name="DoubleArrow" hidden="1">
            <a:extLst>
              <a:ext uri="{FF2B5EF4-FFF2-40B4-BE49-F238E27FC236}">
                <a16:creationId xmlns:a16="http://schemas.microsoft.com/office/drawing/2014/main" id="{D8EAE1B9-242C-4245-8ABB-55AC63A710A7}"/>
              </a:ext>
            </a:extLst>
          </p:cNvPr>
          <p:cNvGrpSpPr/>
          <p:nvPr userDrawn="1"/>
        </p:nvGrpSpPr>
        <p:grpSpPr>
          <a:xfrm>
            <a:off x="3213535" y="4385066"/>
            <a:ext cx="220534" cy="115517"/>
            <a:chOff x="3213535" y="4609576"/>
            <a:chExt cx="220534" cy="115517"/>
          </a:xfrm>
        </p:grpSpPr>
        <p:sp>
          <p:nvSpPr>
            <p:cNvPr id="444" name="Line 56">
              <a:extLst>
                <a:ext uri="{FF2B5EF4-FFF2-40B4-BE49-F238E27FC236}">
                  <a16:creationId xmlns:a16="http://schemas.microsoft.com/office/drawing/2014/main" id="{6B08453B-3826-4319-AA35-9E19BE63CF3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3375785" y="4609051"/>
              <a:ext cx="57759" cy="58809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45" name="Line 57">
              <a:extLst>
                <a:ext uri="{FF2B5EF4-FFF2-40B4-BE49-F238E27FC236}">
                  <a16:creationId xmlns:a16="http://schemas.microsoft.com/office/drawing/2014/main" id="{C008B8C4-B001-4B0C-BBC1-1AB464D4710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 flipV="1">
              <a:off x="3375785" y="4666809"/>
              <a:ext cx="57759" cy="58809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46" name="Line 59">
              <a:extLst>
                <a:ext uri="{FF2B5EF4-FFF2-40B4-BE49-F238E27FC236}">
                  <a16:creationId xmlns:a16="http://schemas.microsoft.com/office/drawing/2014/main" id="{F785F36B-C4FD-4C31-B2F4-7FC7DE534E6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3323802" y="4557068"/>
              <a:ext cx="0" cy="220533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47" name="Line 56">
              <a:extLst>
                <a:ext uri="{FF2B5EF4-FFF2-40B4-BE49-F238E27FC236}">
                  <a16:creationId xmlns:a16="http://schemas.microsoft.com/office/drawing/2014/main" id="{31830510-8559-448A-9B32-360B3AF05BFD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 rot="16200000" flipH="1" flipV="1">
              <a:off x="3214060" y="4609051"/>
              <a:ext cx="57759" cy="58809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48" name="Line 57">
              <a:extLst>
                <a:ext uri="{FF2B5EF4-FFF2-40B4-BE49-F238E27FC236}">
                  <a16:creationId xmlns:a16="http://schemas.microsoft.com/office/drawing/2014/main" id="{4AF49A31-9252-4ED3-9E98-E38D877801FD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 rot="16200000" flipV="1">
              <a:off x="3214060" y="4666809"/>
              <a:ext cx="57759" cy="58809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463" name="DoubleArrowWhite" hidden="1">
            <a:extLst>
              <a:ext uri="{FF2B5EF4-FFF2-40B4-BE49-F238E27FC236}">
                <a16:creationId xmlns:a16="http://schemas.microsoft.com/office/drawing/2014/main" id="{3ABE37EC-79A3-4E2F-8210-54E8CDD37B4C}"/>
              </a:ext>
            </a:extLst>
          </p:cNvPr>
          <p:cNvGrpSpPr/>
          <p:nvPr userDrawn="1"/>
        </p:nvGrpSpPr>
        <p:grpSpPr>
          <a:xfrm>
            <a:off x="3625077" y="4244710"/>
            <a:ext cx="396228" cy="396228"/>
            <a:chOff x="3625077" y="4244710"/>
            <a:chExt cx="396228" cy="396228"/>
          </a:xfrm>
          <a:solidFill>
            <a:schemeClr val="bg1"/>
          </a:solidFill>
        </p:grpSpPr>
        <p:sp>
          <p:nvSpPr>
            <p:cNvPr id="432" name="Oval 431">
              <a:extLst>
                <a:ext uri="{FF2B5EF4-FFF2-40B4-BE49-F238E27FC236}">
                  <a16:creationId xmlns:a16="http://schemas.microsoft.com/office/drawing/2014/main" id="{5918518C-8900-4C64-A92E-B5603F230788}"/>
                </a:ext>
              </a:extLst>
            </p:cNvPr>
            <p:cNvSpPr>
              <a:spLocks/>
            </p:cNvSpPr>
            <p:nvPr userDrawn="1"/>
          </p:nvSpPr>
          <p:spPr>
            <a:xfrm rot="5400000">
              <a:off x="3625077" y="4244710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51" name="Group 450">
              <a:extLst>
                <a:ext uri="{FF2B5EF4-FFF2-40B4-BE49-F238E27FC236}">
                  <a16:creationId xmlns:a16="http://schemas.microsoft.com/office/drawing/2014/main" id="{866C5881-5153-4E21-B013-5A516E184B2C}"/>
                </a:ext>
              </a:extLst>
            </p:cNvPr>
            <p:cNvGrpSpPr/>
            <p:nvPr userDrawn="1"/>
          </p:nvGrpSpPr>
          <p:grpSpPr>
            <a:xfrm>
              <a:off x="3712924" y="4385066"/>
              <a:ext cx="220534" cy="115517"/>
              <a:chOff x="3213535" y="4609576"/>
              <a:chExt cx="220534" cy="115517"/>
            </a:xfrm>
            <a:grpFill/>
          </p:grpSpPr>
          <p:sp>
            <p:nvSpPr>
              <p:cNvPr id="452" name="Line 56">
                <a:extLst>
                  <a:ext uri="{FF2B5EF4-FFF2-40B4-BE49-F238E27FC236}">
                    <a16:creationId xmlns:a16="http://schemas.microsoft.com/office/drawing/2014/main" id="{649C447E-3E71-4C7C-A62B-27CF3B2B15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3375785" y="4609051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53" name="Line 57">
                <a:extLst>
                  <a:ext uri="{FF2B5EF4-FFF2-40B4-BE49-F238E27FC236}">
                    <a16:creationId xmlns:a16="http://schemas.microsoft.com/office/drawing/2014/main" id="{64110E85-1561-4EDC-9916-6748492DE4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 flipV="1">
                <a:off x="3375785" y="4666809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54" name="Line 59">
                <a:extLst>
                  <a:ext uri="{FF2B5EF4-FFF2-40B4-BE49-F238E27FC236}">
                    <a16:creationId xmlns:a16="http://schemas.microsoft.com/office/drawing/2014/main" id="{D39A4010-FEDF-4E0E-8492-0716F35E1D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3323802" y="4557068"/>
                <a:ext cx="0" cy="220533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55" name="Line 56">
                <a:extLst>
                  <a:ext uri="{FF2B5EF4-FFF2-40B4-BE49-F238E27FC236}">
                    <a16:creationId xmlns:a16="http://schemas.microsoft.com/office/drawing/2014/main" id="{4A7A158C-0EFE-4D40-9C07-A8EE811D3F47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rot="16200000" flipH="1" flipV="1">
                <a:off x="3214060" y="4609051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56" name="Line 57">
                <a:extLst>
                  <a:ext uri="{FF2B5EF4-FFF2-40B4-BE49-F238E27FC236}">
                    <a16:creationId xmlns:a16="http://schemas.microsoft.com/office/drawing/2014/main" id="{7ED0904F-5940-4C51-A8C9-33147180354B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rot="16200000" flipV="1">
                <a:off x="3214060" y="4666809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464" name="DoubleArrowBlue" hidden="1">
            <a:extLst>
              <a:ext uri="{FF2B5EF4-FFF2-40B4-BE49-F238E27FC236}">
                <a16:creationId xmlns:a16="http://schemas.microsoft.com/office/drawing/2014/main" id="{7E1DFD1E-758C-428A-9BB9-52845C1B80B4}"/>
              </a:ext>
            </a:extLst>
          </p:cNvPr>
          <p:cNvGrpSpPr/>
          <p:nvPr userDrawn="1"/>
        </p:nvGrpSpPr>
        <p:grpSpPr>
          <a:xfrm>
            <a:off x="4124466" y="4244710"/>
            <a:ext cx="396228" cy="396228"/>
            <a:chOff x="4124466" y="4244710"/>
            <a:chExt cx="396228" cy="396228"/>
          </a:xfrm>
          <a:solidFill>
            <a:schemeClr val="tx1"/>
          </a:solidFill>
        </p:grpSpPr>
        <p:sp>
          <p:nvSpPr>
            <p:cNvPr id="438" name="Oval 437">
              <a:extLst>
                <a:ext uri="{FF2B5EF4-FFF2-40B4-BE49-F238E27FC236}">
                  <a16:creationId xmlns:a16="http://schemas.microsoft.com/office/drawing/2014/main" id="{D43B777C-52CC-4D48-9B90-07F1C161A495}"/>
                </a:ext>
              </a:extLst>
            </p:cNvPr>
            <p:cNvSpPr>
              <a:spLocks/>
            </p:cNvSpPr>
            <p:nvPr userDrawn="1"/>
          </p:nvSpPr>
          <p:spPr>
            <a:xfrm rot="5400000">
              <a:off x="4124466" y="4244710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57" name="Group 456">
              <a:extLst>
                <a:ext uri="{FF2B5EF4-FFF2-40B4-BE49-F238E27FC236}">
                  <a16:creationId xmlns:a16="http://schemas.microsoft.com/office/drawing/2014/main" id="{890EED57-E244-4781-993F-B5407609B370}"/>
                </a:ext>
              </a:extLst>
            </p:cNvPr>
            <p:cNvGrpSpPr/>
            <p:nvPr userDrawn="1"/>
          </p:nvGrpSpPr>
          <p:grpSpPr>
            <a:xfrm>
              <a:off x="4212313" y="4385066"/>
              <a:ext cx="220534" cy="115517"/>
              <a:chOff x="3213535" y="4609576"/>
              <a:chExt cx="220534" cy="115517"/>
            </a:xfrm>
            <a:grpFill/>
          </p:grpSpPr>
          <p:sp>
            <p:nvSpPr>
              <p:cNvPr id="458" name="Line 56">
                <a:extLst>
                  <a:ext uri="{FF2B5EF4-FFF2-40B4-BE49-F238E27FC236}">
                    <a16:creationId xmlns:a16="http://schemas.microsoft.com/office/drawing/2014/main" id="{01DE3768-0293-42BF-AAE5-490E416657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3375785" y="4609051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59" name="Line 57">
                <a:extLst>
                  <a:ext uri="{FF2B5EF4-FFF2-40B4-BE49-F238E27FC236}">
                    <a16:creationId xmlns:a16="http://schemas.microsoft.com/office/drawing/2014/main" id="{C8C5CC6F-6445-44D1-A181-D4AFAD3181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 flipV="1">
                <a:off x="3375785" y="4666809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60" name="Line 59">
                <a:extLst>
                  <a:ext uri="{FF2B5EF4-FFF2-40B4-BE49-F238E27FC236}">
                    <a16:creationId xmlns:a16="http://schemas.microsoft.com/office/drawing/2014/main" id="{63C1F4BE-D7B0-47D3-A517-BEF3087A11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3323802" y="4557068"/>
                <a:ext cx="0" cy="220533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61" name="Line 56">
                <a:extLst>
                  <a:ext uri="{FF2B5EF4-FFF2-40B4-BE49-F238E27FC236}">
                    <a16:creationId xmlns:a16="http://schemas.microsoft.com/office/drawing/2014/main" id="{203302A7-6AA1-42F7-8851-43C88E5B820F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rot="16200000" flipH="1" flipV="1">
                <a:off x="3214060" y="4609051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62" name="Line 57">
                <a:extLst>
                  <a:ext uri="{FF2B5EF4-FFF2-40B4-BE49-F238E27FC236}">
                    <a16:creationId xmlns:a16="http://schemas.microsoft.com/office/drawing/2014/main" id="{4A80DF25-09D9-441D-B372-771EB84392F9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rot="16200000" flipV="1">
                <a:off x="3214060" y="4666809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533" name="PlusSign" hidden="1">
            <a:extLst>
              <a:ext uri="{FF2B5EF4-FFF2-40B4-BE49-F238E27FC236}">
                <a16:creationId xmlns:a16="http://schemas.microsoft.com/office/drawing/2014/main" id="{4549EAC5-AA56-4BE0-AD79-CDF901320BAB}"/>
              </a:ext>
            </a:extLst>
          </p:cNvPr>
          <p:cNvGrpSpPr/>
          <p:nvPr userDrawn="1"/>
        </p:nvGrpSpPr>
        <p:grpSpPr>
          <a:xfrm>
            <a:off x="7194634" y="3340361"/>
            <a:ext cx="211076" cy="207370"/>
            <a:chOff x="9884922" y="4691051"/>
            <a:chExt cx="211076" cy="207370"/>
          </a:xfrm>
        </p:grpSpPr>
        <p:sp>
          <p:nvSpPr>
            <p:cNvPr id="534" name="Line 41">
              <a:extLst>
                <a:ext uri="{FF2B5EF4-FFF2-40B4-BE49-F238E27FC236}">
                  <a16:creationId xmlns:a16="http://schemas.microsoft.com/office/drawing/2014/main" id="{C0219510-C9F5-4442-B9D9-FEB0C61833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90460" y="4691051"/>
              <a:ext cx="0" cy="207370"/>
            </a:xfrm>
            <a:prstGeom prst="line">
              <a:avLst/>
            </a:prstGeom>
            <a:solidFill>
              <a:schemeClr val="accent3"/>
            </a:solidFill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35" name="Line 42">
              <a:extLst>
                <a:ext uri="{FF2B5EF4-FFF2-40B4-BE49-F238E27FC236}">
                  <a16:creationId xmlns:a16="http://schemas.microsoft.com/office/drawing/2014/main" id="{C9858D1D-0885-4A41-AF89-065DCD55AE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84922" y="4794736"/>
              <a:ext cx="211076" cy="0"/>
            </a:xfrm>
            <a:prstGeom prst="line">
              <a:avLst/>
            </a:prstGeom>
            <a:solidFill>
              <a:schemeClr val="accent3"/>
            </a:solidFill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554" name="PlusSignWhite" hidden="1">
            <a:extLst>
              <a:ext uri="{FF2B5EF4-FFF2-40B4-BE49-F238E27FC236}">
                <a16:creationId xmlns:a16="http://schemas.microsoft.com/office/drawing/2014/main" id="{CF89EC44-08F5-45A1-89B2-F388346DC997}"/>
              </a:ext>
            </a:extLst>
          </p:cNvPr>
          <p:cNvGrpSpPr/>
          <p:nvPr userDrawn="1"/>
        </p:nvGrpSpPr>
        <p:grpSpPr>
          <a:xfrm>
            <a:off x="7601447" y="3245932"/>
            <a:ext cx="396228" cy="396228"/>
            <a:chOff x="7601447" y="3245932"/>
            <a:chExt cx="396228" cy="396228"/>
          </a:xfrm>
          <a:solidFill>
            <a:schemeClr val="bg1"/>
          </a:solidFill>
        </p:grpSpPr>
        <p:sp>
          <p:nvSpPr>
            <p:cNvPr id="500" name="Oval 499">
              <a:extLst>
                <a:ext uri="{FF2B5EF4-FFF2-40B4-BE49-F238E27FC236}">
                  <a16:creationId xmlns:a16="http://schemas.microsoft.com/office/drawing/2014/main" id="{1253B479-0F8F-4409-8F5F-CC7C55B8D8B7}"/>
                </a:ext>
              </a:extLst>
            </p:cNvPr>
            <p:cNvSpPr>
              <a:spLocks/>
            </p:cNvSpPr>
            <p:nvPr userDrawn="1"/>
          </p:nvSpPr>
          <p:spPr>
            <a:xfrm>
              <a:off x="7601447" y="3245932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531" name="Group 530">
              <a:extLst>
                <a:ext uri="{FF2B5EF4-FFF2-40B4-BE49-F238E27FC236}">
                  <a16:creationId xmlns:a16="http://schemas.microsoft.com/office/drawing/2014/main" id="{8B2BAD3B-1973-4E5B-833D-94CF707C2677}"/>
                </a:ext>
              </a:extLst>
            </p:cNvPr>
            <p:cNvGrpSpPr/>
            <p:nvPr userDrawn="1"/>
          </p:nvGrpSpPr>
          <p:grpSpPr>
            <a:xfrm>
              <a:off x="7694023" y="3340361"/>
              <a:ext cx="211076" cy="207370"/>
              <a:chOff x="9884922" y="4691051"/>
              <a:chExt cx="211076" cy="207370"/>
            </a:xfrm>
            <a:grpFill/>
          </p:grpSpPr>
          <p:sp>
            <p:nvSpPr>
              <p:cNvPr id="281" name="Line 41">
                <a:extLst>
                  <a:ext uri="{FF2B5EF4-FFF2-40B4-BE49-F238E27FC236}">
                    <a16:creationId xmlns:a16="http://schemas.microsoft.com/office/drawing/2014/main" id="{74DC9063-F6CF-430D-B845-F4F3EA557E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990460" y="4691051"/>
                <a:ext cx="0" cy="207370"/>
              </a:xfrm>
              <a:prstGeom prst="line">
                <a:avLst/>
              </a:prstGeom>
              <a:grp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282" name="Line 42">
                <a:extLst>
                  <a:ext uri="{FF2B5EF4-FFF2-40B4-BE49-F238E27FC236}">
                    <a16:creationId xmlns:a16="http://schemas.microsoft.com/office/drawing/2014/main" id="{BFB31165-3C17-4F97-8D1B-5ABFE15799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884922" y="4794736"/>
                <a:ext cx="211076" cy="0"/>
              </a:xfrm>
              <a:prstGeom prst="line">
                <a:avLst/>
              </a:prstGeom>
              <a:grp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555" name="PlusSignBlue" hidden="1">
            <a:extLst>
              <a:ext uri="{FF2B5EF4-FFF2-40B4-BE49-F238E27FC236}">
                <a16:creationId xmlns:a16="http://schemas.microsoft.com/office/drawing/2014/main" id="{0BCEA5A7-1BB1-473A-8A99-6200AC101E29}"/>
              </a:ext>
            </a:extLst>
          </p:cNvPr>
          <p:cNvGrpSpPr/>
          <p:nvPr userDrawn="1"/>
        </p:nvGrpSpPr>
        <p:grpSpPr>
          <a:xfrm>
            <a:off x="8100836" y="3245932"/>
            <a:ext cx="396228" cy="396228"/>
            <a:chOff x="8100836" y="3245932"/>
            <a:chExt cx="396228" cy="396228"/>
          </a:xfrm>
          <a:solidFill>
            <a:schemeClr val="accent2"/>
          </a:solidFill>
        </p:grpSpPr>
        <p:sp>
          <p:nvSpPr>
            <p:cNvPr id="506" name="Oval 505">
              <a:extLst>
                <a:ext uri="{FF2B5EF4-FFF2-40B4-BE49-F238E27FC236}">
                  <a16:creationId xmlns:a16="http://schemas.microsoft.com/office/drawing/2014/main" id="{E8FDED5E-218F-4C40-945B-37C1CDC2D20A}"/>
                </a:ext>
              </a:extLst>
            </p:cNvPr>
            <p:cNvSpPr>
              <a:spLocks/>
            </p:cNvSpPr>
            <p:nvPr userDrawn="1"/>
          </p:nvSpPr>
          <p:spPr>
            <a:xfrm>
              <a:off x="8100836" y="3245932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544" name="Group 543">
              <a:extLst>
                <a:ext uri="{FF2B5EF4-FFF2-40B4-BE49-F238E27FC236}">
                  <a16:creationId xmlns:a16="http://schemas.microsoft.com/office/drawing/2014/main" id="{A85E6A96-C09A-4086-B990-56A83AB24FB7}"/>
                </a:ext>
              </a:extLst>
            </p:cNvPr>
            <p:cNvGrpSpPr/>
            <p:nvPr userDrawn="1"/>
          </p:nvGrpSpPr>
          <p:grpSpPr>
            <a:xfrm>
              <a:off x="8193412" y="3340361"/>
              <a:ext cx="211076" cy="207370"/>
              <a:chOff x="9884922" y="4691051"/>
              <a:chExt cx="211076" cy="207370"/>
            </a:xfrm>
            <a:grpFill/>
          </p:grpSpPr>
          <p:sp>
            <p:nvSpPr>
              <p:cNvPr id="545" name="Line 41">
                <a:extLst>
                  <a:ext uri="{FF2B5EF4-FFF2-40B4-BE49-F238E27FC236}">
                    <a16:creationId xmlns:a16="http://schemas.microsoft.com/office/drawing/2014/main" id="{4E697264-B730-4939-89A1-01BC954E59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990460" y="4691051"/>
                <a:ext cx="0" cy="207370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46" name="Line 42">
                <a:extLst>
                  <a:ext uri="{FF2B5EF4-FFF2-40B4-BE49-F238E27FC236}">
                    <a16:creationId xmlns:a16="http://schemas.microsoft.com/office/drawing/2014/main" id="{B8209229-F20E-47FC-BABC-7F856BE328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884922" y="4794736"/>
                <a:ext cx="211076" cy="0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8" name="DivisionSign" hidden="1">
            <a:extLst>
              <a:ext uri="{FF2B5EF4-FFF2-40B4-BE49-F238E27FC236}">
                <a16:creationId xmlns:a16="http://schemas.microsoft.com/office/drawing/2014/main" id="{127E2593-2CF1-47BB-87D4-D3FC929C3BBC}"/>
              </a:ext>
            </a:extLst>
          </p:cNvPr>
          <p:cNvGrpSpPr/>
          <p:nvPr userDrawn="1"/>
        </p:nvGrpSpPr>
        <p:grpSpPr>
          <a:xfrm>
            <a:off x="7220556" y="3877065"/>
            <a:ext cx="159233" cy="132738"/>
            <a:chOff x="7220556" y="3877065"/>
            <a:chExt cx="159233" cy="132738"/>
          </a:xfrm>
        </p:grpSpPr>
        <p:sp>
          <p:nvSpPr>
            <p:cNvPr id="537" name="Line 44">
              <a:extLst>
                <a:ext uri="{FF2B5EF4-FFF2-40B4-BE49-F238E27FC236}">
                  <a16:creationId xmlns:a16="http://schemas.microsoft.com/office/drawing/2014/main" id="{040A4712-9EAE-49E5-922B-013C3B22F32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220556" y="3943435"/>
              <a:ext cx="159233" cy="0"/>
            </a:xfrm>
            <a:prstGeom prst="line">
              <a:avLst/>
            </a:prstGeom>
            <a:solidFill>
              <a:schemeClr val="accent3"/>
            </a:solidFill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38" name="Line 44">
              <a:extLst>
                <a:ext uri="{FF2B5EF4-FFF2-40B4-BE49-F238E27FC236}">
                  <a16:creationId xmlns:a16="http://schemas.microsoft.com/office/drawing/2014/main" id="{AA48AB3A-827F-4662-B02D-055FBFC78ECB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300173" y="3877065"/>
              <a:ext cx="0" cy="0"/>
            </a:xfrm>
            <a:prstGeom prst="line">
              <a:avLst/>
            </a:prstGeom>
            <a:solidFill>
              <a:schemeClr val="accent3"/>
            </a:solidFill>
            <a:ln w="1270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39" name="Line 44">
              <a:extLst>
                <a:ext uri="{FF2B5EF4-FFF2-40B4-BE49-F238E27FC236}">
                  <a16:creationId xmlns:a16="http://schemas.microsoft.com/office/drawing/2014/main" id="{E18D6863-804B-4B57-B232-BA5927AACBF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300173" y="4009803"/>
              <a:ext cx="0" cy="0"/>
            </a:xfrm>
            <a:prstGeom prst="line">
              <a:avLst/>
            </a:prstGeom>
            <a:solidFill>
              <a:schemeClr val="accent3"/>
            </a:solidFill>
            <a:ln w="1270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7" name="DivisionSignWhite" hidden="1">
            <a:extLst>
              <a:ext uri="{FF2B5EF4-FFF2-40B4-BE49-F238E27FC236}">
                <a16:creationId xmlns:a16="http://schemas.microsoft.com/office/drawing/2014/main" id="{2B9FFF55-19BA-4480-98EE-9D61D3BA8D1B}"/>
              </a:ext>
            </a:extLst>
          </p:cNvPr>
          <p:cNvGrpSpPr/>
          <p:nvPr userDrawn="1"/>
        </p:nvGrpSpPr>
        <p:grpSpPr>
          <a:xfrm>
            <a:off x="7601447" y="3745320"/>
            <a:ext cx="396228" cy="396228"/>
            <a:chOff x="7601447" y="3745320"/>
            <a:chExt cx="396228" cy="396228"/>
          </a:xfrm>
          <a:solidFill>
            <a:schemeClr val="bg1"/>
          </a:solidFill>
        </p:grpSpPr>
        <p:sp>
          <p:nvSpPr>
            <p:cNvPr id="512" name="Oval 511">
              <a:extLst>
                <a:ext uri="{FF2B5EF4-FFF2-40B4-BE49-F238E27FC236}">
                  <a16:creationId xmlns:a16="http://schemas.microsoft.com/office/drawing/2014/main" id="{EA760D56-5081-4757-BA3E-CD6AD6829783}"/>
                </a:ext>
              </a:extLst>
            </p:cNvPr>
            <p:cNvSpPr>
              <a:spLocks/>
            </p:cNvSpPr>
            <p:nvPr userDrawn="1"/>
          </p:nvSpPr>
          <p:spPr>
            <a:xfrm>
              <a:off x="7601447" y="3745320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285" name="Line 44">
              <a:extLst>
                <a:ext uri="{FF2B5EF4-FFF2-40B4-BE49-F238E27FC236}">
                  <a16:creationId xmlns:a16="http://schemas.microsoft.com/office/drawing/2014/main" id="{4B1F19ED-9100-46F3-91B0-EA130A77BA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19945" y="3943435"/>
              <a:ext cx="159233" cy="0"/>
            </a:xfrm>
            <a:prstGeom prst="line">
              <a:avLst/>
            </a:prstGeom>
            <a:grpFill/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86" name="Line 44">
              <a:extLst>
                <a:ext uri="{FF2B5EF4-FFF2-40B4-BE49-F238E27FC236}">
                  <a16:creationId xmlns:a16="http://schemas.microsoft.com/office/drawing/2014/main" id="{4B170E92-24B4-4E04-8132-07F94FE9ED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99562" y="3877065"/>
              <a:ext cx="0" cy="0"/>
            </a:xfrm>
            <a:prstGeom prst="line">
              <a:avLst/>
            </a:prstGeom>
            <a:grpFill/>
            <a:ln w="1270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87" name="Line 44">
              <a:extLst>
                <a:ext uri="{FF2B5EF4-FFF2-40B4-BE49-F238E27FC236}">
                  <a16:creationId xmlns:a16="http://schemas.microsoft.com/office/drawing/2014/main" id="{54BEADD6-EFA5-4FC3-8BCE-8C7907766F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99562" y="4009803"/>
              <a:ext cx="0" cy="0"/>
            </a:xfrm>
            <a:prstGeom prst="line">
              <a:avLst/>
            </a:prstGeom>
            <a:grpFill/>
            <a:ln w="1270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6" name="DivisionSignBlue" hidden="1">
            <a:extLst>
              <a:ext uri="{FF2B5EF4-FFF2-40B4-BE49-F238E27FC236}">
                <a16:creationId xmlns:a16="http://schemas.microsoft.com/office/drawing/2014/main" id="{5E62F941-8334-4B00-BABF-BDA2353532DA}"/>
              </a:ext>
            </a:extLst>
          </p:cNvPr>
          <p:cNvGrpSpPr/>
          <p:nvPr userDrawn="1"/>
        </p:nvGrpSpPr>
        <p:grpSpPr>
          <a:xfrm>
            <a:off x="8100836" y="3745320"/>
            <a:ext cx="396228" cy="396228"/>
            <a:chOff x="8100836" y="3745320"/>
            <a:chExt cx="396228" cy="396228"/>
          </a:xfrm>
          <a:solidFill>
            <a:schemeClr val="accent2"/>
          </a:solidFill>
        </p:grpSpPr>
        <p:sp>
          <p:nvSpPr>
            <p:cNvPr id="513" name="Oval 512">
              <a:extLst>
                <a:ext uri="{FF2B5EF4-FFF2-40B4-BE49-F238E27FC236}">
                  <a16:creationId xmlns:a16="http://schemas.microsoft.com/office/drawing/2014/main" id="{5E9DF3EF-B779-4E19-BA1D-FD1EC42723CF}"/>
                </a:ext>
              </a:extLst>
            </p:cNvPr>
            <p:cNvSpPr>
              <a:spLocks/>
            </p:cNvSpPr>
            <p:nvPr userDrawn="1"/>
          </p:nvSpPr>
          <p:spPr>
            <a:xfrm>
              <a:off x="8100836" y="3745320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548" name="Line 44">
              <a:extLst>
                <a:ext uri="{FF2B5EF4-FFF2-40B4-BE49-F238E27FC236}">
                  <a16:creationId xmlns:a16="http://schemas.microsoft.com/office/drawing/2014/main" id="{A7125CCC-6317-44EF-A6E0-47A36E1D4E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19334" y="3943435"/>
              <a:ext cx="159233" cy="0"/>
            </a:xfrm>
            <a:prstGeom prst="line">
              <a:avLst/>
            </a:prstGeom>
            <a:grpFill/>
            <a:ln w="6350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49" name="Line 44">
              <a:extLst>
                <a:ext uri="{FF2B5EF4-FFF2-40B4-BE49-F238E27FC236}">
                  <a16:creationId xmlns:a16="http://schemas.microsoft.com/office/drawing/2014/main" id="{D892180A-815A-4E7C-AE22-FCAD7499E5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98951" y="3877065"/>
              <a:ext cx="0" cy="0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50" name="Line 44">
              <a:extLst>
                <a:ext uri="{FF2B5EF4-FFF2-40B4-BE49-F238E27FC236}">
                  <a16:creationId xmlns:a16="http://schemas.microsoft.com/office/drawing/2014/main" id="{2E4398B0-02DF-47CC-BA42-8D8A997DE7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98951" y="4009803"/>
              <a:ext cx="0" cy="0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540" name="EqualSign" hidden="1">
            <a:extLst>
              <a:ext uri="{FF2B5EF4-FFF2-40B4-BE49-F238E27FC236}">
                <a16:creationId xmlns:a16="http://schemas.microsoft.com/office/drawing/2014/main" id="{8FACBB98-73B7-47FC-BE9E-7D52815FDBB5}"/>
              </a:ext>
            </a:extLst>
          </p:cNvPr>
          <p:cNvGrpSpPr/>
          <p:nvPr userDrawn="1"/>
        </p:nvGrpSpPr>
        <p:grpSpPr>
          <a:xfrm>
            <a:off x="7220556" y="4909028"/>
            <a:ext cx="159233" cy="66370"/>
            <a:chOff x="10052352" y="5798217"/>
            <a:chExt cx="159233" cy="66370"/>
          </a:xfrm>
        </p:grpSpPr>
        <p:sp>
          <p:nvSpPr>
            <p:cNvPr id="541" name="Line 44">
              <a:extLst>
                <a:ext uri="{FF2B5EF4-FFF2-40B4-BE49-F238E27FC236}">
                  <a16:creationId xmlns:a16="http://schemas.microsoft.com/office/drawing/2014/main" id="{FBDD8AB6-8E3C-4502-993F-7E40413113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52352" y="5864587"/>
              <a:ext cx="159233" cy="0"/>
            </a:xfrm>
            <a:prstGeom prst="line">
              <a:avLst/>
            </a:prstGeom>
            <a:solidFill>
              <a:schemeClr val="accent3"/>
            </a:solidFill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42" name="Line 44">
              <a:extLst>
                <a:ext uri="{FF2B5EF4-FFF2-40B4-BE49-F238E27FC236}">
                  <a16:creationId xmlns:a16="http://schemas.microsoft.com/office/drawing/2014/main" id="{B28F13C5-BAC8-41D7-AE60-F221BACC9D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52352" y="5798217"/>
              <a:ext cx="159233" cy="0"/>
            </a:xfrm>
            <a:prstGeom prst="line">
              <a:avLst/>
            </a:prstGeom>
            <a:solidFill>
              <a:schemeClr val="accent3"/>
            </a:solidFill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560" name="EqualSignWhite" hidden="1">
            <a:extLst>
              <a:ext uri="{FF2B5EF4-FFF2-40B4-BE49-F238E27FC236}">
                <a16:creationId xmlns:a16="http://schemas.microsoft.com/office/drawing/2014/main" id="{A5B0BC82-9180-4E42-A533-1C6E03F58E20}"/>
              </a:ext>
            </a:extLst>
          </p:cNvPr>
          <p:cNvGrpSpPr/>
          <p:nvPr userDrawn="1"/>
        </p:nvGrpSpPr>
        <p:grpSpPr>
          <a:xfrm>
            <a:off x="7601447" y="4744099"/>
            <a:ext cx="396228" cy="396228"/>
            <a:chOff x="7601447" y="4744099"/>
            <a:chExt cx="396228" cy="396228"/>
          </a:xfrm>
          <a:solidFill>
            <a:schemeClr val="bg1"/>
          </a:solidFill>
        </p:grpSpPr>
        <p:sp>
          <p:nvSpPr>
            <p:cNvPr id="524" name="Oval 523">
              <a:extLst>
                <a:ext uri="{FF2B5EF4-FFF2-40B4-BE49-F238E27FC236}">
                  <a16:creationId xmlns:a16="http://schemas.microsoft.com/office/drawing/2014/main" id="{C074CE03-7491-43AF-88DD-7C37B3EBA777}"/>
                </a:ext>
              </a:extLst>
            </p:cNvPr>
            <p:cNvSpPr>
              <a:spLocks/>
            </p:cNvSpPr>
            <p:nvPr userDrawn="1"/>
          </p:nvSpPr>
          <p:spPr>
            <a:xfrm>
              <a:off x="7601447" y="4744099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529" name="Group 528">
              <a:extLst>
                <a:ext uri="{FF2B5EF4-FFF2-40B4-BE49-F238E27FC236}">
                  <a16:creationId xmlns:a16="http://schemas.microsoft.com/office/drawing/2014/main" id="{F9EFC8D0-E234-40B0-91B9-9B3BC0FB890A}"/>
                </a:ext>
              </a:extLst>
            </p:cNvPr>
            <p:cNvGrpSpPr/>
            <p:nvPr userDrawn="1"/>
          </p:nvGrpSpPr>
          <p:grpSpPr>
            <a:xfrm>
              <a:off x="7719945" y="4909028"/>
              <a:ext cx="159233" cy="66370"/>
              <a:chOff x="10052352" y="5798217"/>
              <a:chExt cx="159233" cy="66370"/>
            </a:xfrm>
            <a:grpFill/>
          </p:grpSpPr>
          <p:sp>
            <p:nvSpPr>
              <p:cNvPr id="294" name="Line 44">
                <a:extLst>
                  <a:ext uri="{FF2B5EF4-FFF2-40B4-BE49-F238E27FC236}">
                    <a16:creationId xmlns:a16="http://schemas.microsoft.com/office/drawing/2014/main" id="{F0F2B96D-E390-45E2-B380-D8F593FD0D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52352" y="5864587"/>
                <a:ext cx="159233" cy="0"/>
              </a:xfrm>
              <a:prstGeom prst="line">
                <a:avLst/>
              </a:prstGeom>
              <a:grp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295" name="Line 44">
                <a:extLst>
                  <a:ext uri="{FF2B5EF4-FFF2-40B4-BE49-F238E27FC236}">
                    <a16:creationId xmlns:a16="http://schemas.microsoft.com/office/drawing/2014/main" id="{1949A518-178C-4A27-8258-7B1BAD8005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52352" y="5798217"/>
                <a:ext cx="159233" cy="0"/>
              </a:xfrm>
              <a:prstGeom prst="line">
                <a:avLst/>
              </a:prstGeom>
              <a:grp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558" name="EqualSignBlue" hidden="1">
            <a:extLst>
              <a:ext uri="{FF2B5EF4-FFF2-40B4-BE49-F238E27FC236}">
                <a16:creationId xmlns:a16="http://schemas.microsoft.com/office/drawing/2014/main" id="{4084A8A2-730B-4CB4-BD6D-9C34AAB07CDD}"/>
              </a:ext>
            </a:extLst>
          </p:cNvPr>
          <p:cNvGrpSpPr/>
          <p:nvPr userDrawn="1"/>
        </p:nvGrpSpPr>
        <p:grpSpPr>
          <a:xfrm>
            <a:off x="8100836" y="4744099"/>
            <a:ext cx="396228" cy="396228"/>
            <a:chOff x="8100836" y="4744099"/>
            <a:chExt cx="396228" cy="396228"/>
          </a:xfrm>
          <a:solidFill>
            <a:schemeClr val="accent2"/>
          </a:solidFill>
        </p:grpSpPr>
        <p:sp>
          <p:nvSpPr>
            <p:cNvPr id="525" name="Oval 524">
              <a:extLst>
                <a:ext uri="{FF2B5EF4-FFF2-40B4-BE49-F238E27FC236}">
                  <a16:creationId xmlns:a16="http://schemas.microsoft.com/office/drawing/2014/main" id="{B1F8505F-6C4F-44DD-90E8-CE2EE23BC40D}"/>
                </a:ext>
              </a:extLst>
            </p:cNvPr>
            <p:cNvSpPr>
              <a:spLocks/>
            </p:cNvSpPr>
            <p:nvPr userDrawn="1"/>
          </p:nvSpPr>
          <p:spPr>
            <a:xfrm>
              <a:off x="8100836" y="4744099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551" name="Group 550">
              <a:extLst>
                <a:ext uri="{FF2B5EF4-FFF2-40B4-BE49-F238E27FC236}">
                  <a16:creationId xmlns:a16="http://schemas.microsoft.com/office/drawing/2014/main" id="{A386F1C4-358C-4112-9940-F244183FD730}"/>
                </a:ext>
              </a:extLst>
            </p:cNvPr>
            <p:cNvGrpSpPr/>
            <p:nvPr userDrawn="1"/>
          </p:nvGrpSpPr>
          <p:grpSpPr>
            <a:xfrm>
              <a:off x="8219334" y="4909028"/>
              <a:ext cx="159233" cy="66370"/>
              <a:chOff x="10052352" y="5798217"/>
              <a:chExt cx="159233" cy="66370"/>
            </a:xfrm>
            <a:grpFill/>
          </p:grpSpPr>
          <p:sp>
            <p:nvSpPr>
              <p:cNvPr id="552" name="Line 44">
                <a:extLst>
                  <a:ext uri="{FF2B5EF4-FFF2-40B4-BE49-F238E27FC236}">
                    <a16:creationId xmlns:a16="http://schemas.microsoft.com/office/drawing/2014/main" id="{BC994C33-9755-4465-BAC3-8345CE3DA1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52352" y="5864587"/>
                <a:ext cx="159233" cy="0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53" name="Line 44">
                <a:extLst>
                  <a:ext uri="{FF2B5EF4-FFF2-40B4-BE49-F238E27FC236}">
                    <a16:creationId xmlns:a16="http://schemas.microsoft.com/office/drawing/2014/main" id="{987FB51E-5838-4460-B101-9C7951D030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52352" y="5798217"/>
                <a:ext cx="159233" cy="0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sp>
        <p:nvSpPr>
          <p:cNvPr id="532" name="MinusSign" hidden="1">
            <a:extLst>
              <a:ext uri="{FF2B5EF4-FFF2-40B4-BE49-F238E27FC236}">
                <a16:creationId xmlns:a16="http://schemas.microsoft.com/office/drawing/2014/main" id="{DE06822A-4668-4996-86BA-956CB6CECE7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220556" y="5441602"/>
            <a:ext cx="159233" cy="0"/>
          </a:xfrm>
          <a:prstGeom prst="line">
            <a:avLst/>
          </a:prstGeom>
          <a:solidFill>
            <a:schemeClr val="accent3"/>
          </a:solidFill>
          <a:ln w="6350" cap="rnd">
            <a:solidFill>
              <a:schemeClr val="accent2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pSp>
        <p:nvGrpSpPr>
          <p:cNvPr id="561" name="MinusSignWhite" hidden="1">
            <a:extLst>
              <a:ext uri="{FF2B5EF4-FFF2-40B4-BE49-F238E27FC236}">
                <a16:creationId xmlns:a16="http://schemas.microsoft.com/office/drawing/2014/main" id="{F7DA4D8C-36F2-49B8-B973-DDAFC645E476}"/>
              </a:ext>
            </a:extLst>
          </p:cNvPr>
          <p:cNvGrpSpPr/>
          <p:nvPr userDrawn="1"/>
        </p:nvGrpSpPr>
        <p:grpSpPr>
          <a:xfrm>
            <a:off x="7601447" y="5243488"/>
            <a:ext cx="396228" cy="396228"/>
            <a:chOff x="7601447" y="5243488"/>
            <a:chExt cx="396228" cy="396228"/>
          </a:xfrm>
          <a:solidFill>
            <a:schemeClr val="bg1"/>
          </a:solidFill>
        </p:grpSpPr>
        <p:sp>
          <p:nvSpPr>
            <p:cNvPr id="526" name="Oval 525">
              <a:extLst>
                <a:ext uri="{FF2B5EF4-FFF2-40B4-BE49-F238E27FC236}">
                  <a16:creationId xmlns:a16="http://schemas.microsoft.com/office/drawing/2014/main" id="{1BF6B12B-AED2-4C2F-ABCB-B2646C4D477C}"/>
                </a:ext>
              </a:extLst>
            </p:cNvPr>
            <p:cNvSpPr>
              <a:spLocks/>
            </p:cNvSpPr>
            <p:nvPr userDrawn="1"/>
          </p:nvSpPr>
          <p:spPr>
            <a:xfrm>
              <a:off x="7601447" y="5243488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278" name="Line 44">
              <a:extLst>
                <a:ext uri="{FF2B5EF4-FFF2-40B4-BE49-F238E27FC236}">
                  <a16:creationId xmlns:a16="http://schemas.microsoft.com/office/drawing/2014/main" id="{BAEC7FD7-DCD6-42D2-AFFF-22420FF746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19945" y="5441602"/>
              <a:ext cx="159233" cy="0"/>
            </a:xfrm>
            <a:prstGeom prst="line">
              <a:avLst/>
            </a:prstGeom>
            <a:grpFill/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559" name="MinusSignBlue" hidden="1">
            <a:extLst>
              <a:ext uri="{FF2B5EF4-FFF2-40B4-BE49-F238E27FC236}">
                <a16:creationId xmlns:a16="http://schemas.microsoft.com/office/drawing/2014/main" id="{91F13460-73AA-4435-9D7C-4308BD46CC49}"/>
              </a:ext>
            </a:extLst>
          </p:cNvPr>
          <p:cNvGrpSpPr/>
          <p:nvPr userDrawn="1"/>
        </p:nvGrpSpPr>
        <p:grpSpPr>
          <a:xfrm>
            <a:off x="8100836" y="5243488"/>
            <a:ext cx="396228" cy="396228"/>
            <a:chOff x="8100836" y="5243488"/>
            <a:chExt cx="396228" cy="396228"/>
          </a:xfrm>
          <a:solidFill>
            <a:schemeClr val="accent2"/>
          </a:solidFill>
        </p:grpSpPr>
        <p:sp>
          <p:nvSpPr>
            <p:cNvPr id="527" name="Oval 526">
              <a:extLst>
                <a:ext uri="{FF2B5EF4-FFF2-40B4-BE49-F238E27FC236}">
                  <a16:creationId xmlns:a16="http://schemas.microsoft.com/office/drawing/2014/main" id="{361919CD-6F79-4579-9EA9-C35DC186131D}"/>
                </a:ext>
              </a:extLst>
            </p:cNvPr>
            <p:cNvSpPr>
              <a:spLocks/>
            </p:cNvSpPr>
            <p:nvPr userDrawn="1"/>
          </p:nvSpPr>
          <p:spPr>
            <a:xfrm>
              <a:off x="8100836" y="5243488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543" name="Line 44">
              <a:extLst>
                <a:ext uri="{FF2B5EF4-FFF2-40B4-BE49-F238E27FC236}">
                  <a16:creationId xmlns:a16="http://schemas.microsoft.com/office/drawing/2014/main" id="{245FAA86-00FC-4C71-8721-59C67DAB0EBD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219334" y="5441602"/>
              <a:ext cx="159233" cy="0"/>
            </a:xfrm>
            <a:prstGeom prst="line">
              <a:avLst/>
            </a:prstGeom>
            <a:grpFill/>
            <a:ln w="6350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27" name="Asterisk" hidden="1">
            <a:extLst>
              <a:ext uri="{FF2B5EF4-FFF2-40B4-BE49-F238E27FC236}">
                <a16:creationId xmlns:a16="http://schemas.microsoft.com/office/drawing/2014/main" id="{91AF7B05-5D0E-4617-9BCF-EDAAA44A450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570797" y="3817434"/>
            <a:ext cx="252000" cy="252000"/>
            <a:chOff x="4615598" y="8751036"/>
            <a:chExt cx="360000" cy="360000"/>
          </a:xfrm>
          <a:solidFill>
            <a:schemeClr val="accent2"/>
          </a:solidFill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D15B22C-899F-4EF1-835C-22637613B99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795598" y="8751036"/>
              <a:ext cx="0" cy="360000"/>
            </a:xfrm>
            <a:prstGeom prst="line">
              <a:avLst/>
            </a:prstGeom>
            <a:grpFill/>
            <a:ln w="6350" cap="sq">
              <a:solidFill>
                <a:schemeClr val="accent2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07744C2D-AB2B-47CD-B7F3-FAA6646DA792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4795598" y="8751036"/>
              <a:ext cx="0" cy="360000"/>
            </a:xfrm>
            <a:prstGeom prst="line">
              <a:avLst/>
            </a:prstGeom>
            <a:grpFill/>
            <a:ln w="6350" cap="sq">
              <a:solidFill>
                <a:schemeClr val="accent2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374">
              <a:extLst>
                <a:ext uri="{FF2B5EF4-FFF2-40B4-BE49-F238E27FC236}">
                  <a16:creationId xmlns:a16="http://schemas.microsoft.com/office/drawing/2014/main" id="{0F8C6304-E54B-4868-8A58-04F035562A96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4668319" y="8803757"/>
              <a:ext cx="254558" cy="254558"/>
            </a:xfrm>
            <a:prstGeom prst="line">
              <a:avLst/>
            </a:prstGeom>
            <a:grpFill/>
            <a:ln w="6350" cap="sq">
              <a:solidFill>
                <a:schemeClr val="accent2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Connector 390">
              <a:extLst>
                <a:ext uri="{FF2B5EF4-FFF2-40B4-BE49-F238E27FC236}">
                  <a16:creationId xmlns:a16="http://schemas.microsoft.com/office/drawing/2014/main" id="{4277E7C9-4451-4291-9CD3-43D72ECF6EF2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4668319" y="8803757"/>
              <a:ext cx="254558" cy="254558"/>
            </a:xfrm>
            <a:prstGeom prst="line">
              <a:avLst/>
            </a:prstGeom>
            <a:grpFill/>
            <a:ln w="6350" cap="sq">
              <a:solidFill>
                <a:schemeClr val="accent2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AsteriskWhite" hidden="1">
            <a:extLst>
              <a:ext uri="{FF2B5EF4-FFF2-40B4-BE49-F238E27FC236}">
                <a16:creationId xmlns:a16="http://schemas.microsoft.com/office/drawing/2014/main" id="{2359EEEB-EDE0-42E9-AE4E-4905181B4C02}"/>
              </a:ext>
            </a:extLst>
          </p:cNvPr>
          <p:cNvGrpSpPr/>
          <p:nvPr userDrawn="1"/>
        </p:nvGrpSpPr>
        <p:grpSpPr>
          <a:xfrm>
            <a:off x="5998072" y="3745320"/>
            <a:ext cx="396228" cy="396228"/>
            <a:chOff x="5998072" y="3745320"/>
            <a:chExt cx="396228" cy="396228"/>
          </a:xfrm>
          <a:solidFill>
            <a:schemeClr val="bg1"/>
          </a:solidFill>
        </p:grpSpPr>
        <p:sp>
          <p:nvSpPr>
            <p:cNvPr id="518" name="Oval 517">
              <a:extLst>
                <a:ext uri="{FF2B5EF4-FFF2-40B4-BE49-F238E27FC236}">
                  <a16:creationId xmlns:a16="http://schemas.microsoft.com/office/drawing/2014/main" id="{6D8EFC5F-6F2A-420C-930C-58BE9326AA09}"/>
                </a:ext>
              </a:extLst>
            </p:cNvPr>
            <p:cNvSpPr>
              <a:spLocks/>
            </p:cNvSpPr>
            <p:nvPr userDrawn="1"/>
          </p:nvSpPr>
          <p:spPr>
            <a:xfrm>
              <a:off x="5998072" y="3745320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94" name="Group 393">
              <a:extLst>
                <a:ext uri="{FF2B5EF4-FFF2-40B4-BE49-F238E27FC236}">
                  <a16:creationId xmlns:a16="http://schemas.microsoft.com/office/drawing/2014/main" id="{79282164-8339-4054-8C1D-AAF5C1CD0E46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070186" y="3817434"/>
              <a:ext cx="252000" cy="252000"/>
              <a:chOff x="4615598" y="8751036"/>
              <a:chExt cx="360000" cy="360000"/>
            </a:xfrm>
            <a:grpFill/>
          </p:grpSpPr>
          <p:cxnSp>
            <p:nvCxnSpPr>
              <p:cNvPr id="404" name="Straight Connector 403">
                <a:extLst>
                  <a:ext uri="{FF2B5EF4-FFF2-40B4-BE49-F238E27FC236}">
                    <a16:creationId xmlns:a16="http://schemas.microsoft.com/office/drawing/2014/main" id="{BFF3B25A-F787-4B97-886D-2BC4AFF04DB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4795598" y="8751036"/>
                <a:ext cx="0" cy="360000"/>
              </a:xfrm>
              <a:prstGeom prst="line">
                <a:avLst/>
              </a:prstGeom>
              <a:grpFill/>
              <a:ln w="6350" cap="sq">
                <a:solidFill>
                  <a:schemeClr val="accent2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5" name="Straight Connector 404">
                <a:extLst>
                  <a:ext uri="{FF2B5EF4-FFF2-40B4-BE49-F238E27FC236}">
                    <a16:creationId xmlns:a16="http://schemas.microsoft.com/office/drawing/2014/main" id="{2977569C-37BB-4E57-8166-E21C637BE7F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16200000">
                <a:off x="4795598" y="8751036"/>
                <a:ext cx="0" cy="360000"/>
              </a:xfrm>
              <a:prstGeom prst="line">
                <a:avLst/>
              </a:prstGeom>
              <a:grpFill/>
              <a:ln w="6350" cap="sq">
                <a:solidFill>
                  <a:schemeClr val="accent2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4" name="Straight Connector 423">
                <a:extLst>
                  <a:ext uri="{FF2B5EF4-FFF2-40B4-BE49-F238E27FC236}">
                    <a16:creationId xmlns:a16="http://schemas.microsoft.com/office/drawing/2014/main" id="{C98D1B4C-A909-4C4B-BF70-294A9E1AF9B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4668319" y="8803757"/>
                <a:ext cx="254558" cy="254558"/>
              </a:xfrm>
              <a:prstGeom prst="line">
                <a:avLst/>
              </a:prstGeom>
              <a:grpFill/>
              <a:ln w="6350" cap="sq">
                <a:solidFill>
                  <a:schemeClr val="accent2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5" name="Straight Connector 424">
                <a:extLst>
                  <a:ext uri="{FF2B5EF4-FFF2-40B4-BE49-F238E27FC236}">
                    <a16:creationId xmlns:a16="http://schemas.microsoft.com/office/drawing/2014/main" id="{5DD1F894-22D5-4806-B1E3-0710D905B1E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 flipV="1">
                <a:off x="4668319" y="8803757"/>
                <a:ext cx="254558" cy="254558"/>
              </a:xfrm>
              <a:prstGeom prst="line">
                <a:avLst/>
              </a:prstGeom>
              <a:grpFill/>
              <a:ln w="6350" cap="sq">
                <a:solidFill>
                  <a:schemeClr val="accent2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1" name="AsteriskBlue" hidden="1">
            <a:extLst>
              <a:ext uri="{FF2B5EF4-FFF2-40B4-BE49-F238E27FC236}">
                <a16:creationId xmlns:a16="http://schemas.microsoft.com/office/drawing/2014/main" id="{A958E321-8D14-476D-BA45-D31EB422D889}"/>
              </a:ext>
            </a:extLst>
          </p:cNvPr>
          <p:cNvGrpSpPr/>
          <p:nvPr userDrawn="1"/>
        </p:nvGrpSpPr>
        <p:grpSpPr>
          <a:xfrm>
            <a:off x="6497461" y="3745320"/>
            <a:ext cx="396228" cy="396228"/>
            <a:chOff x="6497461" y="3745320"/>
            <a:chExt cx="396228" cy="396228"/>
          </a:xfrm>
          <a:solidFill>
            <a:schemeClr val="accent1"/>
          </a:solidFill>
        </p:grpSpPr>
        <p:sp>
          <p:nvSpPr>
            <p:cNvPr id="519" name="Oval 518">
              <a:extLst>
                <a:ext uri="{FF2B5EF4-FFF2-40B4-BE49-F238E27FC236}">
                  <a16:creationId xmlns:a16="http://schemas.microsoft.com/office/drawing/2014/main" id="{9EBE7062-1F2B-4D34-AF3D-ECBD9A0F870E}"/>
                </a:ext>
              </a:extLst>
            </p:cNvPr>
            <p:cNvSpPr>
              <a:spLocks/>
            </p:cNvSpPr>
            <p:nvPr userDrawn="1"/>
          </p:nvSpPr>
          <p:spPr>
            <a:xfrm>
              <a:off x="6497461" y="3745320"/>
              <a:ext cx="396228" cy="396228"/>
            </a:xfrm>
            <a:prstGeom prst="ellipse">
              <a:avLst/>
            </a:prstGeom>
            <a:solidFill>
              <a:schemeClr val="accent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26" name="Group 425">
              <a:extLst>
                <a:ext uri="{FF2B5EF4-FFF2-40B4-BE49-F238E27FC236}">
                  <a16:creationId xmlns:a16="http://schemas.microsoft.com/office/drawing/2014/main" id="{B3F4CA77-10F2-4E33-A4F1-BE1EF7A85D9F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569575" y="3817434"/>
              <a:ext cx="252000" cy="252000"/>
              <a:chOff x="4615598" y="8751036"/>
              <a:chExt cx="360000" cy="360000"/>
            </a:xfrm>
            <a:grpFill/>
          </p:grpSpPr>
          <p:cxnSp>
            <p:nvCxnSpPr>
              <p:cNvPr id="427" name="Straight Connector 426">
                <a:extLst>
                  <a:ext uri="{FF2B5EF4-FFF2-40B4-BE49-F238E27FC236}">
                    <a16:creationId xmlns:a16="http://schemas.microsoft.com/office/drawing/2014/main" id="{52F87DBC-B2BF-482D-941B-E8E938CE58B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4795598" y="8751036"/>
                <a:ext cx="0" cy="360000"/>
              </a:xfrm>
              <a:prstGeom prst="line">
                <a:avLst/>
              </a:prstGeom>
              <a:grpFill/>
              <a:ln w="6350" cap="sq">
                <a:solidFill>
                  <a:schemeClr val="bg1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8" name="Straight Connector 427">
                <a:extLst>
                  <a:ext uri="{FF2B5EF4-FFF2-40B4-BE49-F238E27FC236}">
                    <a16:creationId xmlns:a16="http://schemas.microsoft.com/office/drawing/2014/main" id="{7EC6B4FF-6100-42F6-B18B-CD04F7445AC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16200000">
                <a:off x="4795598" y="8751036"/>
                <a:ext cx="0" cy="360000"/>
              </a:xfrm>
              <a:prstGeom prst="line">
                <a:avLst/>
              </a:prstGeom>
              <a:grpFill/>
              <a:ln w="6350" cap="sq">
                <a:solidFill>
                  <a:schemeClr val="bg1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9" name="Straight Connector 428">
                <a:extLst>
                  <a:ext uri="{FF2B5EF4-FFF2-40B4-BE49-F238E27FC236}">
                    <a16:creationId xmlns:a16="http://schemas.microsoft.com/office/drawing/2014/main" id="{A780AD65-6D81-4E6F-A7F2-EF456D8E186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4668319" y="8803757"/>
                <a:ext cx="254558" cy="254558"/>
              </a:xfrm>
              <a:prstGeom prst="line">
                <a:avLst/>
              </a:prstGeom>
              <a:grpFill/>
              <a:ln w="6350" cap="sq">
                <a:solidFill>
                  <a:schemeClr val="bg1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" name="Straight Connector 429">
                <a:extLst>
                  <a:ext uri="{FF2B5EF4-FFF2-40B4-BE49-F238E27FC236}">
                    <a16:creationId xmlns:a16="http://schemas.microsoft.com/office/drawing/2014/main" id="{75FF65FA-96A3-4EBA-97A4-EA00F1BF77D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 flipV="1">
                <a:off x="4668319" y="8803757"/>
                <a:ext cx="254558" cy="254558"/>
              </a:xfrm>
              <a:prstGeom prst="line">
                <a:avLst/>
              </a:prstGeom>
              <a:grpFill/>
              <a:ln w="6350" cap="sq">
                <a:solidFill>
                  <a:schemeClr val="bg1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" name="QuotationMarks" hidden="1">
            <a:extLst>
              <a:ext uri="{FF2B5EF4-FFF2-40B4-BE49-F238E27FC236}">
                <a16:creationId xmlns:a16="http://schemas.microsoft.com/office/drawing/2014/main" id="{8939EC80-B353-4EBC-9343-27DB960B0C2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552390" y="4868069"/>
            <a:ext cx="288816" cy="148288"/>
            <a:chOff x="5223110" y="5455799"/>
            <a:chExt cx="377575" cy="193859"/>
          </a:xfrm>
          <a:solidFill>
            <a:schemeClr val="accent1"/>
          </a:solidFill>
        </p:grpSpPr>
        <p:grpSp>
          <p:nvGrpSpPr>
            <p:cNvPr id="268" name="Group 267">
              <a:extLst>
                <a:ext uri="{FF2B5EF4-FFF2-40B4-BE49-F238E27FC236}">
                  <a16:creationId xmlns:a16="http://schemas.microsoft.com/office/drawing/2014/main" id="{1B794894-2187-4A03-94CE-07DF50AFC2CE}"/>
                </a:ext>
              </a:extLst>
            </p:cNvPr>
            <p:cNvGrpSpPr/>
            <p:nvPr userDrawn="1"/>
          </p:nvGrpSpPr>
          <p:grpSpPr>
            <a:xfrm>
              <a:off x="5223110" y="5455799"/>
              <a:ext cx="171228" cy="95155"/>
              <a:chOff x="3128963" y="4700588"/>
              <a:chExt cx="1068387" cy="593725"/>
            </a:xfrm>
            <a:grpFill/>
          </p:grpSpPr>
          <p:sp>
            <p:nvSpPr>
              <p:cNvPr id="269" name="Freeform 12">
                <a:extLst>
                  <a:ext uri="{FF2B5EF4-FFF2-40B4-BE49-F238E27FC236}">
                    <a16:creationId xmlns:a16="http://schemas.microsoft.com/office/drawing/2014/main" id="{54D57132-C44E-4020-9EE5-4B77AA658A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7925" y="4700588"/>
                <a:ext cx="479425" cy="593725"/>
              </a:xfrm>
              <a:custGeom>
                <a:avLst/>
                <a:gdLst>
                  <a:gd name="T0" fmla="*/ 302 w 302"/>
                  <a:gd name="T1" fmla="*/ 374 h 374"/>
                  <a:gd name="T2" fmla="*/ 0 w 302"/>
                  <a:gd name="T3" fmla="*/ 374 h 374"/>
                  <a:gd name="T4" fmla="*/ 0 w 302"/>
                  <a:gd name="T5" fmla="*/ 123 h 374"/>
                  <a:gd name="T6" fmla="*/ 152 w 302"/>
                  <a:gd name="T7" fmla="*/ 0 h 374"/>
                  <a:gd name="T8" fmla="*/ 152 w 302"/>
                  <a:gd name="T9" fmla="*/ 103 h 374"/>
                  <a:gd name="T10" fmla="*/ 302 w 302"/>
                  <a:gd name="T11" fmla="*/ 103 h 374"/>
                  <a:gd name="T12" fmla="*/ 302 w 302"/>
                  <a:gd name="T13" fmla="*/ 374 h 374"/>
                  <a:gd name="T14" fmla="*/ 302 w 302"/>
                  <a:gd name="T15" fmla="*/ 374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2" h="374">
                    <a:moveTo>
                      <a:pt x="302" y="374"/>
                    </a:moveTo>
                    <a:lnTo>
                      <a:pt x="0" y="374"/>
                    </a:lnTo>
                    <a:lnTo>
                      <a:pt x="0" y="123"/>
                    </a:lnTo>
                    <a:lnTo>
                      <a:pt x="152" y="0"/>
                    </a:lnTo>
                    <a:lnTo>
                      <a:pt x="152" y="103"/>
                    </a:lnTo>
                    <a:lnTo>
                      <a:pt x="302" y="103"/>
                    </a:lnTo>
                    <a:lnTo>
                      <a:pt x="302" y="374"/>
                    </a:lnTo>
                    <a:lnTo>
                      <a:pt x="302" y="37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0" name="Freeform 13">
                <a:extLst>
                  <a:ext uri="{FF2B5EF4-FFF2-40B4-BE49-F238E27FC236}">
                    <a16:creationId xmlns:a16="http://schemas.microsoft.com/office/drawing/2014/main" id="{DDDB8164-7220-4AEC-910F-B8C0D16D0A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8963" y="4700588"/>
                <a:ext cx="479425" cy="593725"/>
              </a:xfrm>
              <a:custGeom>
                <a:avLst/>
                <a:gdLst>
                  <a:gd name="T0" fmla="*/ 302 w 302"/>
                  <a:gd name="T1" fmla="*/ 374 h 374"/>
                  <a:gd name="T2" fmla="*/ 0 w 302"/>
                  <a:gd name="T3" fmla="*/ 374 h 374"/>
                  <a:gd name="T4" fmla="*/ 0 w 302"/>
                  <a:gd name="T5" fmla="*/ 123 h 374"/>
                  <a:gd name="T6" fmla="*/ 152 w 302"/>
                  <a:gd name="T7" fmla="*/ 0 h 374"/>
                  <a:gd name="T8" fmla="*/ 152 w 302"/>
                  <a:gd name="T9" fmla="*/ 103 h 374"/>
                  <a:gd name="T10" fmla="*/ 302 w 302"/>
                  <a:gd name="T11" fmla="*/ 103 h 374"/>
                  <a:gd name="T12" fmla="*/ 302 w 302"/>
                  <a:gd name="T13" fmla="*/ 374 h 374"/>
                  <a:gd name="T14" fmla="*/ 302 w 302"/>
                  <a:gd name="T15" fmla="*/ 374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2" h="374">
                    <a:moveTo>
                      <a:pt x="302" y="374"/>
                    </a:moveTo>
                    <a:lnTo>
                      <a:pt x="0" y="374"/>
                    </a:lnTo>
                    <a:lnTo>
                      <a:pt x="0" y="123"/>
                    </a:lnTo>
                    <a:lnTo>
                      <a:pt x="152" y="0"/>
                    </a:lnTo>
                    <a:lnTo>
                      <a:pt x="152" y="103"/>
                    </a:lnTo>
                    <a:lnTo>
                      <a:pt x="302" y="103"/>
                    </a:lnTo>
                    <a:lnTo>
                      <a:pt x="302" y="374"/>
                    </a:lnTo>
                    <a:lnTo>
                      <a:pt x="302" y="37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273" name="Group 272">
              <a:extLst>
                <a:ext uri="{FF2B5EF4-FFF2-40B4-BE49-F238E27FC236}">
                  <a16:creationId xmlns:a16="http://schemas.microsoft.com/office/drawing/2014/main" id="{1722420D-6BB8-4B94-8B0F-A8A5A3E2025B}"/>
                </a:ext>
              </a:extLst>
            </p:cNvPr>
            <p:cNvGrpSpPr/>
            <p:nvPr userDrawn="1"/>
          </p:nvGrpSpPr>
          <p:grpSpPr>
            <a:xfrm>
              <a:off x="5429457" y="5554503"/>
              <a:ext cx="171228" cy="95155"/>
              <a:chOff x="4941888" y="5127625"/>
              <a:chExt cx="1068387" cy="593725"/>
            </a:xfrm>
            <a:grpFill/>
          </p:grpSpPr>
          <p:sp>
            <p:nvSpPr>
              <p:cNvPr id="274" name="Freeform 14">
                <a:extLst>
                  <a:ext uri="{FF2B5EF4-FFF2-40B4-BE49-F238E27FC236}">
                    <a16:creationId xmlns:a16="http://schemas.microsoft.com/office/drawing/2014/main" id="{F8AE064C-4840-4D24-A05F-19D8BA77EC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41888" y="5127625"/>
                <a:ext cx="479425" cy="593725"/>
              </a:xfrm>
              <a:custGeom>
                <a:avLst/>
                <a:gdLst>
                  <a:gd name="T0" fmla="*/ 0 w 302"/>
                  <a:gd name="T1" fmla="*/ 0 h 374"/>
                  <a:gd name="T2" fmla="*/ 302 w 302"/>
                  <a:gd name="T3" fmla="*/ 0 h 374"/>
                  <a:gd name="T4" fmla="*/ 302 w 302"/>
                  <a:gd name="T5" fmla="*/ 251 h 374"/>
                  <a:gd name="T6" fmla="*/ 152 w 302"/>
                  <a:gd name="T7" fmla="*/ 374 h 374"/>
                  <a:gd name="T8" fmla="*/ 152 w 302"/>
                  <a:gd name="T9" fmla="*/ 268 h 374"/>
                  <a:gd name="T10" fmla="*/ 0 w 302"/>
                  <a:gd name="T11" fmla="*/ 268 h 374"/>
                  <a:gd name="T12" fmla="*/ 0 w 302"/>
                  <a:gd name="T13" fmla="*/ 0 h 374"/>
                  <a:gd name="T14" fmla="*/ 0 w 302"/>
                  <a:gd name="T15" fmla="*/ 0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2" h="374">
                    <a:moveTo>
                      <a:pt x="0" y="0"/>
                    </a:moveTo>
                    <a:lnTo>
                      <a:pt x="302" y="0"/>
                    </a:lnTo>
                    <a:lnTo>
                      <a:pt x="302" y="251"/>
                    </a:lnTo>
                    <a:lnTo>
                      <a:pt x="152" y="374"/>
                    </a:lnTo>
                    <a:lnTo>
                      <a:pt x="152" y="268"/>
                    </a:lnTo>
                    <a:lnTo>
                      <a:pt x="0" y="268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6" name="Freeform 15">
                <a:extLst>
                  <a:ext uri="{FF2B5EF4-FFF2-40B4-BE49-F238E27FC236}">
                    <a16:creationId xmlns:a16="http://schemas.microsoft.com/office/drawing/2014/main" id="{C4FEB4BE-C09E-4C4E-B7D0-9A07162920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30850" y="5127625"/>
                <a:ext cx="479425" cy="593725"/>
              </a:xfrm>
              <a:custGeom>
                <a:avLst/>
                <a:gdLst>
                  <a:gd name="T0" fmla="*/ 0 w 302"/>
                  <a:gd name="T1" fmla="*/ 0 h 374"/>
                  <a:gd name="T2" fmla="*/ 302 w 302"/>
                  <a:gd name="T3" fmla="*/ 0 h 374"/>
                  <a:gd name="T4" fmla="*/ 302 w 302"/>
                  <a:gd name="T5" fmla="*/ 251 h 374"/>
                  <a:gd name="T6" fmla="*/ 152 w 302"/>
                  <a:gd name="T7" fmla="*/ 374 h 374"/>
                  <a:gd name="T8" fmla="*/ 152 w 302"/>
                  <a:gd name="T9" fmla="*/ 268 h 374"/>
                  <a:gd name="T10" fmla="*/ 0 w 302"/>
                  <a:gd name="T11" fmla="*/ 268 h 374"/>
                  <a:gd name="T12" fmla="*/ 0 w 302"/>
                  <a:gd name="T13" fmla="*/ 0 h 374"/>
                  <a:gd name="T14" fmla="*/ 0 w 302"/>
                  <a:gd name="T15" fmla="*/ 0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2" h="374">
                    <a:moveTo>
                      <a:pt x="0" y="0"/>
                    </a:moveTo>
                    <a:lnTo>
                      <a:pt x="302" y="0"/>
                    </a:lnTo>
                    <a:lnTo>
                      <a:pt x="302" y="251"/>
                    </a:lnTo>
                    <a:lnTo>
                      <a:pt x="152" y="374"/>
                    </a:lnTo>
                    <a:lnTo>
                      <a:pt x="152" y="268"/>
                    </a:lnTo>
                    <a:lnTo>
                      <a:pt x="0" y="268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12" name="QuotationMarksWhite" hidden="1">
            <a:extLst>
              <a:ext uri="{FF2B5EF4-FFF2-40B4-BE49-F238E27FC236}">
                <a16:creationId xmlns:a16="http://schemas.microsoft.com/office/drawing/2014/main" id="{EDDEE52E-DC3C-4D5A-8E19-06C354CFE27F}"/>
              </a:ext>
            </a:extLst>
          </p:cNvPr>
          <p:cNvGrpSpPr/>
          <p:nvPr userDrawn="1"/>
        </p:nvGrpSpPr>
        <p:grpSpPr>
          <a:xfrm>
            <a:off x="5998072" y="4744099"/>
            <a:ext cx="396228" cy="396228"/>
            <a:chOff x="5998072" y="5988699"/>
            <a:chExt cx="396228" cy="396228"/>
          </a:xfrm>
          <a:solidFill>
            <a:schemeClr val="accent1"/>
          </a:solidFill>
        </p:grpSpPr>
        <p:sp>
          <p:nvSpPr>
            <p:cNvPr id="311" name="Oval 310">
              <a:extLst>
                <a:ext uri="{FF2B5EF4-FFF2-40B4-BE49-F238E27FC236}">
                  <a16:creationId xmlns:a16="http://schemas.microsoft.com/office/drawing/2014/main" id="{5C5C4DC1-12D8-4A58-9AB8-3EAE82223AA2}"/>
                </a:ext>
              </a:extLst>
            </p:cNvPr>
            <p:cNvSpPr>
              <a:spLocks/>
            </p:cNvSpPr>
            <p:nvPr userDrawn="1"/>
          </p:nvSpPr>
          <p:spPr>
            <a:xfrm>
              <a:off x="5998072" y="5988699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13" name="Group 312">
              <a:extLst>
                <a:ext uri="{FF2B5EF4-FFF2-40B4-BE49-F238E27FC236}">
                  <a16:creationId xmlns:a16="http://schemas.microsoft.com/office/drawing/2014/main" id="{799C01D1-BB09-48C9-8ACD-92C9EC662173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051778" y="6112669"/>
              <a:ext cx="288816" cy="148288"/>
              <a:chOff x="5223110" y="5455799"/>
              <a:chExt cx="377575" cy="193859"/>
            </a:xfrm>
            <a:grpFill/>
          </p:grpSpPr>
          <p:grpSp>
            <p:nvGrpSpPr>
              <p:cNvPr id="314" name="Group 313">
                <a:extLst>
                  <a:ext uri="{FF2B5EF4-FFF2-40B4-BE49-F238E27FC236}">
                    <a16:creationId xmlns:a16="http://schemas.microsoft.com/office/drawing/2014/main" id="{070882FD-1DCB-4A6E-A0DF-761D78B88145}"/>
                  </a:ext>
                </a:extLst>
              </p:cNvPr>
              <p:cNvGrpSpPr/>
              <p:nvPr userDrawn="1"/>
            </p:nvGrpSpPr>
            <p:grpSpPr>
              <a:xfrm>
                <a:off x="5223110" y="5455799"/>
                <a:ext cx="171228" cy="95155"/>
                <a:chOff x="3128963" y="4700588"/>
                <a:chExt cx="1068387" cy="593725"/>
              </a:xfrm>
              <a:grpFill/>
            </p:grpSpPr>
            <p:sp>
              <p:nvSpPr>
                <p:cNvPr id="318" name="Freeform 12">
                  <a:extLst>
                    <a:ext uri="{FF2B5EF4-FFF2-40B4-BE49-F238E27FC236}">
                      <a16:creationId xmlns:a16="http://schemas.microsoft.com/office/drawing/2014/main" id="{EBF04BDB-818E-4273-9C39-CCCC49E71C9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17925" y="4700588"/>
                  <a:ext cx="479425" cy="593725"/>
                </a:xfrm>
                <a:custGeom>
                  <a:avLst/>
                  <a:gdLst>
                    <a:gd name="T0" fmla="*/ 302 w 302"/>
                    <a:gd name="T1" fmla="*/ 374 h 374"/>
                    <a:gd name="T2" fmla="*/ 0 w 302"/>
                    <a:gd name="T3" fmla="*/ 374 h 374"/>
                    <a:gd name="T4" fmla="*/ 0 w 302"/>
                    <a:gd name="T5" fmla="*/ 123 h 374"/>
                    <a:gd name="T6" fmla="*/ 152 w 302"/>
                    <a:gd name="T7" fmla="*/ 0 h 374"/>
                    <a:gd name="T8" fmla="*/ 152 w 302"/>
                    <a:gd name="T9" fmla="*/ 103 h 374"/>
                    <a:gd name="T10" fmla="*/ 302 w 302"/>
                    <a:gd name="T11" fmla="*/ 103 h 374"/>
                    <a:gd name="T12" fmla="*/ 302 w 302"/>
                    <a:gd name="T13" fmla="*/ 374 h 374"/>
                    <a:gd name="T14" fmla="*/ 302 w 302"/>
                    <a:gd name="T15" fmla="*/ 374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302" y="374"/>
                      </a:moveTo>
                      <a:lnTo>
                        <a:pt x="0" y="374"/>
                      </a:lnTo>
                      <a:lnTo>
                        <a:pt x="0" y="123"/>
                      </a:lnTo>
                      <a:lnTo>
                        <a:pt x="152" y="0"/>
                      </a:lnTo>
                      <a:lnTo>
                        <a:pt x="152" y="103"/>
                      </a:lnTo>
                      <a:lnTo>
                        <a:pt x="302" y="103"/>
                      </a:lnTo>
                      <a:lnTo>
                        <a:pt x="302" y="374"/>
                      </a:lnTo>
                      <a:lnTo>
                        <a:pt x="302" y="374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19" name="Freeform 13">
                  <a:extLst>
                    <a:ext uri="{FF2B5EF4-FFF2-40B4-BE49-F238E27FC236}">
                      <a16:creationId xmlns:a16="http://schemas.microsoft.com/office/drawing/2014/main" id="{DAE6122D-D410-432E-B7F4-622CFA97043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8963" y="4700588"/>
                  <a:ext cx="479425" cy="593725"/>
                </a:xfrm>
                <a:custGeom>
                  <a:avLst/>
                  <a:gdLst>
                    <a:gd name="T0" fmla="*/ 302 w 302"/>
                    <a:gd name="T1" fmla="*/ 374 h 374"/>
                    <a:gd name="T2" fmla="*/ 0 w 302"/>
                    <a:gd name="T3" fmla="*/ 374 h 374"/>
                    <a:gd name="T4" fmla="*/ 0 w 302"/>
                    <a:gd name="T5" fmla="*/ 123 h 374"/>
                    <a:gd name="T6" fmla="*/ 152 w 302"/>
                    <a:gd name="T7" fmla="*/ 0 h 374"/>
                    <a:gd name="T8" fmla="*/ 152 w 302"/>
                    <a:gd name="T9" fmla="*/ 103 h 374"/>
                    <a:gd name="T10" fmla="*/ 302 w 302"/>
                    <a:gd name="T11" fmla="*/ 103 h 374"/>
                    <a:gd name="T12" fmla="*/ 302 w 302"/>
                    <a:gd name="T13" fmla="*/ 374 h 374"/>
                    <a:gd name="T14" fmla="*/ 302 w 302"/>
                    <a:gd name="T15" fmla="*/ 374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302" y="374"/>
                      </a:moveTo>
                      <a:lnTo>
                        <a:pt x="0" y="374"/>
                      </a:lnTo>
                      <a:lnTo>
                        <a:pt x="0" y="123"/>
                      </a:lnTo>
                      <a:lnTo>
                        <a:pt x="152" y="0"/>
                      </a:lnTo>
                      <a:lnTo>
                        <a:pt x="152" y="103"/>
                      </a:lnTo>
                      <a:lnTo>
                        <a:pt x="302" y="103"/>
                      </a:lnTo>
                      <a:lnTo>
                        <a:pt x="302" y="374"/>
                      </a:lnTo>
                      <a:lnTo>
                        <a:pt x="302" y="374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315" name="Group 314">
                <a:extLst>
                  <a:ext uri="{FF2B5EF4-FFF2-40B4-BE49-F238E27FC236}">
                    <a16:creationId xmlns:a16="http://schemas.microsoft.com/office/drawing/2014/main" id="{95510E0B-1BD4-48B4-B8F5-FF97796C8C45}"/>
                  </a:ext>
                </a:extLst>
              </p:cNvPr>
              <p:cNvGrpSpPr/>
              <p:nvPr userDrawn="1"/>
            </p:nvGrpSpPr>
            <p:grpSpPr>
              <a:xfrm>
                <a:off x="5429457" y="5554503"/>
                <a:ext cx="171228" cy="95155"/>
                <a:chOff x="4941888" y="5127625"/>
                <a:chExt cx="1068387" cy="593725"/>
              </a:xfrm>
              <a:grpFill/>
            </p:grpSpPr>
            <p:sp>
              <p:nvSpPr>
                <p:cNvPr id="316" name="Freeform 14">
                  <a:extLst>
                    <a:ext uri="{FF2B5EF4-FFF2-40B4-BE49-F238E27FC236}">
                      <a16:creationId xmlns:a16="http://schemas.microsoft.com/office/drawing/2014/main" id="{5B7B918F-7300-4BCE-A794-69B5FCD53D4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41888" y="5127625"/>
                  <a:ext cx="479425" cy="593725"/>
                </a:xfrm>
                <a:custGeom>
                  <a:avLst/>
                  <a:gdLst>
                    <a:gd name="T0" fmla="*/ 0 w 302"/>
                    <a:gd name="T1" fmla="*/ 0 h 374"/>
                    <a:gd name="T2" fmla="*/ 302 w 302"/>
                    <a:gd name="T3" fmla="*/ 0 h 374"/>
                    <a:gd name="T4" fmla="*/ 302 w 302"/>
                    <a:gd name="T5" fmla="*/ 251 h 374"/>
                    <a:gd name="T6" fmla="*/ 152 w 302"/>
                    <a:gd name="T7" fmla="*/ 374 h 374"/>
                    <a:gd name="T8" fmla="*/ 152 w 302"/>
                    <a:gd name="T9" fmla="*/ 268 h 374"/>
                    <a:gd name="T10" fmla="*/ 0 w 302"/>
                    <a:gd name="T11" fmla="*/ 268 h 374"/>
                    <a:gd name="T12" fmla="*/ 0 w 302"/>
                    <a:gd name="T13" fmla="*/ 0 h 374"/>
                    <a:gd name="T14" fmla="*/ 0 w 302"/>
                    <a:gd name="T15" fmla="*/ 0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0" y="0"/>
                      </a:moveTo>
                      <a:lnTo>
                        <a:pt x="302" y="0"/>
                      </a:lnTo>
                      <a:lnTo>
                        <a:pt x="302" y="251"/>
                      </a:lnTo>
                      <a:lnTo>
                        <a:pt x="152" y="374"/>
                      </a:lnTo>
                      <a:lnTo>
                        <a:pt x="152" y="268"/>
                      </a:lnTo>
                      <a:lnTo>
                        <a:pt x="0" y="268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17" name="Freeform 15">
                  <a:extLst>
                    <a:ext uri="{FF2B5EF4-FFF2-40B4-BE49-F238E27FC236}">
                      <a16:creationId xmlns:a16="http://schemas.microsoft.com/office/drawing/2014/main" id="{7CEC0223-E431-40BA-91CF-225B0970E17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30850" y="5127625"/>
                  <a:ext cx="479425" cy="593725"/>
                </a:xfrm>
                <a:custGeom>
                  <a:avLst/>
                  <a:gdLst>
                    <a:gd name="T0" fmla="*/ 0 w 302"/>
                    <a:gd name="T1" fmla="*/ 0 h 374"/>
                    <a:gd name="T2" fmla="*/ 302 w 302"/>
                    <a:gd name="T3" fmla="*/ 0 h 374"/>
                    <a:gd name="T4" fmla="*/ 302 w 302"/>
                    <a:gd name="T5" fmla="*/ 251 h 374"/>
                    <a:gd name="T6" fmla="*/ 152 w 302"/>
                    <a:gd name="T7" fmla="*/ 374 h 374"/>
                    <a:gd name="T8" fmla="*/ 152 w 302"/>
                    <a:gd name="T9" fmla="*/ 268 h 374"/>
                    <a:gd name="T10" fmla="*/ 0 w 302"/>
                    <a:gd name="T11" fmla="*/ 268 h 374"/>
                    <a:gd name="T12" fmla="*/ 0 w 302"/>
                    <a:gd name="T13" fmla="*/ 0 h 374"/>
                    <a:gd name="T14" fmla="*/ 0 w 302"/>
                    <a:gd name="T15" fmla="*/ 0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0" y="0"/>
                      </a:moveTo>
                      <a:lnTo>
                        <a:pt x="302" y="0"/>
                      </a:lnTo>
                      <a:lnTo>
                        <a:pt x="302" y="251"/>
                      </a:lnTo>
                      <a:lnTo>
                        <a:pt x="152" y="374"/>
                      </a:lnTo>
                      <a:lnTo>
                        <a:pt x="152" y="268"/>
                      </a:lnTo>
                      <a:lnTo>
                        <a:pt x="0" y="268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9" name="QuotationMarksBlue" hidden="1">
            <a:extLst>
              <a:ext uri="{FF2B5EF4-FFF2-40B4-BE49-F238E27FC236}">
                <a16:creationId xmlns:a16="http://schemas.microsoft.com/office/drawing/2014/main" id="{1245C9B3-33CB-4A34-BF5F-5D46BAD3DCA3}"/>
              </a:ext>
            </a:extLst>
          </p:cNvPr>
          <p:cNvGrpSpPr/>
          <p:nvPr userDrawn="1"/>
        </p:nvGrpSpPr>
        <p:grpSpPr>
          <a:xfrm>
            <a:off x="6497461" y="4744099"/>
            <a:ext cx="396228" cy="396228"/>
            <a:chOff x="6497461" y="5988699"/>
            <a:chExt cx="396228" cy="396228"/>
          </a:xfrm>
          <a:solidFill>
            <a:schemeClr val="tx2"/>
          </a:solidFill>
        </p:grpSpPr>
        <p:sp>
          <p:nvSpPr>
            <p:cNvPr id="312" name="Oval 311">
              <a:extLst>
                <a:ext uri="{FF2B5EF4-FFF2-40B4-BE49-F238E27FC236}">
                  <a16:creationId xmlns:a16="http://schemas.microsoft.com/office/drawing/2014/main" id="{C818CCC7-E8D5-426A-8765-3B9A4664D5B0}"/>
                </a:ext>
              </a:extLst>
            </p:cNvPr>
            <p:cNvSpPr>
              <a:spLocks/>
            </p:cNvSpPr>
            <p:nvPr userDrawn="1"/>
          </p:nvSpPr>
          <p:spPr>
            <a:xfrm>
              <a:off x="6497461" y="5988699"/>
              <a:ext cx="396228" cy="396228"/>
            </a:xfrm>
            <a:prstGeom prst="ellipse">
              <a:avLst/>
            </a:prstGeom>
            <a:solidFill>
              <a:schemeClr val="accent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20" name="Group 319">
              <a:extLst>
                <a:ext uri="{FF2B5EF4-FFF2-40B4-BE49-F238E27FC236}">
                  <a16:creationId xmlns:a16="http://schemas.microsoft.com/office/drawing/2014/main" id="{41140103-F5E8-4744-8CE9-DC46D89D2498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551167" y="6112669"/>
              <a:ext cx="288816" cy="148288"/>
              <a:chOff x="5223110" y="5455799"/>
              <a:chExt cx="377575" cy="193859"/>
            </a:xfrm>
            <a:grpFill/>
          </p:grpSpPr>
          <p:grpSp>
            <p:nvGrpSpPr>
              <p:cNvPr id="321" name="Group 320">
                <a:extLst>
                  <a:ext uri="{FF2B5EF4-FFF2-40B4-BE49-F238E27FC236}">
                    <a16:creationId xmlns:a16="http://schemas.microsoft.com/office/drawing/2014/main" id="{B6299A89-F963-499F-AB8B-FC7D2AD32D6D}"/>
                  </a:ext>
                </a:extLst>
              </p:cNvPr>
              <p:cNvGrpSpPr/>
              <p:nvPr userDrawn="1"/>
            </p:nvGrpSpPr>
            <p:grpSpPr>
              <a:xfrm>
                <a:off x="5223110" y="5455799"/>
                <a:ext cx="171228" cy="95155"/>
                <a:chOff x="3128963" y="4700588"/>
                <a:chExt cx="1068387" cy="593725"/>
              </a:xfrm>
              <a:grpFill/>
            </p:grpSpPr>
            <p:sp>
              <p:nvSpPr>
                <p:cNvPr id="325" name="Freeform 12">
                  <a:extLst>
                    <a:ext uri="{FF2B5EF4-FFF2-40B4-BE49-F238E27FC236}">
                      <a16:creationId xmlns:a16="http://schemas.microsoft.com/office/drawing/2014/main" id="{1A0AC28B-4167-4E28-A90C-7831C27EC3F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17925" y="4700588"/>
                  <a:ext cx="479425" cy="593725"/>
                </a:xfrm>
                <a:custGeom>
                  <a:avLst/>
                  <a:gdLst>
                    <a:gd name="T0" fmla="*/ 302 w 302"/>
                    <a:gd name="T1" fmla="*/ 374 h 374"/>
                    <a:gd name="T2" fmla="*/ 0 w 302"/>
                    <a:gd name="T3" fmla="*/ 374 h 374"/>
                    <a:gd name="T4" fmla="*/ 0 w 302"/>
                    <a:gd name="T5" fmla="*/ 123 h 374"/>
                    <a:gd name="T6" fmla="*/ 152 w 302"/>
                    <a:gd name="T7" fmla="*/ 0 h 374"/>
                    <a:gd name="T8" fmla="*/ 152 w 302"/>
                    <a:gd name="T9" fmla="*/ 103 h 374"/>
                    <a:gd name="T10" fmla="*/ 302 w 302"/>
                    <a:gd name="T11" fmla="*/ 103 h 374"/>
                    <a:gd name="T12" fmla="*/ 302 w 302"/>
                    <a:gd name="T13" fmla="*/ 374 h 374"/>
                    <a:gd name="T14" fmla="*/ 302 w 302"/>
                    <a:gd name="T15" fmla="*/ 374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302" y="374"/>
                      </a:moveTo>
                      <a:lnTo>
                        <a:pt x="0" y="374"/>
                      </a:lnTo>
                      <a:lnTo>
                        <a:pt x="0" y="123"/>
                      </a:lnTo>
                      <a:lnTo>
                        <a:pt x="152" y="0"/>
                      </a:lnTo>
                      <a:lnTo>
                        <a:pt x="152" y="103"/>
                      </a:lnTo>
                      <a:lnTo>
                        <a:pt x="302" y="103"/>
                      </a:lnTo>
                      <a:lnTo>
                        <a:pt x="302" y="374"/>
                      </a:lnTo>
                      <a:lnTo>
                        <a:pt x="302" y="37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26" name="Freeform 13">
                  <a:extLst>
                    <a:ext uri="{FF2B5EF4-FFF2-40B4-BE49-F238E27FC236}">
                      <a16:creationId xmlns:a16="http://schemas.microsoft.com/office/drawing/2014/main" id="{296BABD0-A473-47CE-B425-CDECA4FB04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8963" y="4700588"/>
                  <a:ext cx="479425" cy="593725"/>
                </a:xfrm>
                <a:custGeom>
                  <a:avLst/>
                  <a:gdLst>
                    <a:gd name="T0" fmla="*/ 302 w 302"/>
                    <a:gd name="T1" fmla="*/ 374 h 374"/>
                    <a:gd name="T2" fmla="*/ 0 w 302"/>
                    <a:gd name="T3" fmla="*/ 374 h 374"/>
                    <a:gd name="T4" fmla="*/ 0 w 302"/>
                    <a:gd name="T5" fmla="*/ 123 h 374"/>
                    <a:gd name="T6" fmla="*/ 152 w 302"/>
                    <a:gd name="T7" fmla="*/ 0 h 374"/>
                    <a:gd name="T8" fmla="*/ 152 w 302"/>
                    <a:gd name="T9" fmla="*/ 103 h 374"/>
                    <a:gd name="T10" fmla="*/ 302 w 302"/>
                    <a:gd name="T11" fmla="*/ 103 h 374"/>
                    <a:gd name="T12" fmla="*/ 302 w 302"/>
                    <a:gd name="T13" fmla="*/ 374 h 374"/>
                    <a:gd name="T14" fmla="*/ 302 w 302"/>
                    <a:gd name="T15" fmla="*/ 374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302" y="374"/>
                      </a:moveTo>
                      <a:lnTo>
                        <a:pt x="0" y="374"/>
                      </a:lnTo>
                      <a:lnTo>
                        <a:pt x="0" y="123"/>
                      </a:lnTo>
                      <a:lnTo>
                        <a:pt x="152" y="0"/>
                      </a:lnTo>
                      <a:lnTo>
                        <a:pt x="152" y="103"/>
                      </a:lnTo>
                      <a:lnTo>
                        <a:pt x="302" y="103"/>
                      </a:lnTo>
                      <a:lnTo>
                        <a:pt x="302" y="374"/>
                      </a:lnTo>
                      <a:lnTo>
                        <a:pt x="302" y="37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322" name="Group 321">
                <a:extLst>
                  <a:ext uri="{FF2B5EF4-FFF2-40B4-BE49-F238E27FC236}">
                    <a16:creationId xmlns:a16="http://schemas.microsoft.com/office/drawing/2014/main" id="{57D4833C-2C6C-41AB-AD96-498F11410260}"/>
                  </a:ext>
                </a:extLst>
              </p:cNvPr>
              <p:cNvGrpSpPr/>
              <p:nvPr userDrawn="1"/>
            </p:nvGrpSpPr>
            <p:grpSpPr>
              <a:xfrm>
                <a:off x="5429457" y="5554503"/>
                <a:ext cx="171228" cy="95155"/>
                <a:chOff x="4941888" y="5127625"/>
                <a:chExt cx="1068387" cy="593725"/>
              </a:xfrm>
              <a:grpFill/>
            </p:grpSpPr>
            <p:sp>
              <p:nvSpPr>
                <p:cNvPr id="323" name="Freeform 14">
                  <a:extLst>
                    <a:ext uri="{FF2B5EF4-FFF2-40B4-BE49-F238E27FC236}">
                      <a16:creationId xmlns:a16="http://schemas.microsoft.com/office/drawing/2014/main" id="{111E2EBC-C75C-4E63-BE8C-2F680D5012C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41888" y="5127625"/>
                  <a:ext cx="479425" cy="593725"/>
                </a:xfrm>
                <a:custGeom>
                  <a:avLst/>
                  <a:gdLst>
                    <a:gd name="T0" fmla="*/ 0 w 302"/>
                    <a:gd name="T1" fmla="*/ 0 h 374"/>
                    <a:gd name="T2" fmla="*/ 302 w 302"/>
                    <a:gd name="T3" fmla="*/ 0 h 374"/>
                    <a:gd name="T4" fmla="*/ 302 w 302"/>
                    <a:gd name="T5" fmla="*/ 251 h 374"/>
                    <a:gd name="T6" fmla="*/ 152 w 302"/>
                    <a:gd name="T7" fmla="*/ 374 h 374"/>
                    <a:gd name="T8" fmla="*/ 152 w 302"/>
                    <a:gd name="T9" fmla="*/ 268 h 374"/>
                    <a:gd name="T10" fmla="*/ 0 w 302"/>
                    <a:gd name="T11" fmla="*/ 268 h 374"/>
                    <a:gd name="T12" fmla="*/ 0 w 302"/>
                    <a:gd name="T13" fmla="*/ 0 h 374"/>
                    <a:gd name="T14" fmla="*/ 0 w 302"/>
                    <a:gd name="T15" fmla="*/ 0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0" y="0"/>
                      </a:moveTo>
                      <a:lnTo>
                        <a:pt x="302" y="0"/>
                      </a:lnTo>
                      <a:lnTo>
                        <a:pt x="302" y="251"/>
                      </a:lnTo>
                      <a:lnTo>
                        <a:pt x="152" y="374"/>
                      </a:lnTo>
                      <a:lnTo>
                        <a:pt x="152" y="268"/>
                      </a:lnTo>
                      <a:lnTo>
                        <a:pt x="0" y="268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24" name="Freeform 15">
                  <a:extLst>
                    <a:ext uri="{FF2B5EF4-FFF2-40B4-BE49-F238E27FC236}">
                      <a16:creationId xmlns:a16="http://schemas.microsoft.com/office/drawing/2014/main" id="{06DD06DB-EA2B-4F5C-BFF0-4D40EAE9C2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30850" y="5127625"/>
                  <a:ext cx="479425" cy="593725"/>
                </a:xfrm>
                <a:custGeom>
                  <a:avLst/>
                  <a:gdLst>
                    <a:gd name="T0" fmla="*/ 0 w 302"/>
                    <a:gd name="T1" fmla="*/ 0 h 374"/>
                    <a:gd name="T2" fmla="*/ 302 w 302"/>
                    <a:gd name="T3" fmla="*/ 0 h 374"/>
                    <a:gd name="T4" fmla="*/ 302 w 302"/>
                    <a:gd name="T5" fmla="*/ 251 h 374"/>
                    <a:gd name="T6" fmla="*/ 152 w 302"/>
                    <a:gd name="T7" fmla="*/ 374 h 374"/>
                    <a:gd name="T8" fmla="*/ 152 w 302"/>
                    <a:gd name="T9" fmla="*/ 268 h 374"/>
                    <a:gd name="T10" fmla="*/ 0 w 302"/>
                    <a:gd name="T11" fmla="*/ 268 h 374"/>
                    <a:gd name="T12" fmla="*/ 0 w 302"/>
                    <a:gd name="T13" fmla="*/ 0 h 374"/>
                    <a:gd name="T14" fmla="*/ 0 w 302"/>
                    <a:gd name="T15" fmla="*/ 0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0" y="0"/>
                      </a:moveTo>
                      <a:lnTo>
                        <a:pt x="302" y="0"/>
                      </a:lnTo>
                      <a:lnTo>
                        <a:pt x="302" y="251"/>
                      </a:lnTo>
                      <a:lnTo>
                        <a:pt x="152" y="374"/>
                      </a:lnTo>
                      <a:lnTo>
                        <a:pt x="152" y="268"/>
                      </a:lnTo>
                      <a:lnTo>
                        <a:pt x="0" y="268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356" name="ExclamationMark" hidden="1">
            <a:extLst>
              <a:ext uri="{FF2B5EF4-FFF2-40B4-BE49-F238E27FC236}">
                <a16:creationId xmlns:a16="http://schemas.microsoft.com/office/drawing/2014/main" id="{5996886F-BB2D-43B6-9728-6FEF30AB766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681796" y="4298824"/>
            <a:ext cx="30004" cy="288000"/>
            <a:chOff x="1933545" y="4854548"/>
            <a:chExt cx="79200" cy="760220"/>
          </a:xfrm>
          <a:solidFill>
            <a:schemeClr val="accent2"/>
          </a:solidFill>
        </p:grpSpPr>
        <p:sp>
          <p:nvSpPr>
            <p:cNvPr id="357" name="Rectangle 10">
              <a:extLst>
                <a:ext uri="{FF2B5EF4-FFF2-40B4-BE49-F238E27FC236}">
                  <a16:creationId xmlns:a16="http://schemas.microsoft.com/office/drawing/2014/main" id="{F24D8822-ABEB-4892-852C-8FFB9C79E9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545" y="4854548"/>
              <a:ext cx="79200" cy="59038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58" name="Rectangle 11">
              <a:extLst>
                <a:ext uri="{FF2B5EF4-FFF2-40B4-BE49-F238E27FC236}">
                  <a16:creationId xmlns:a16="http://schemas.microsoft.com/office/drawing/2014/main" id="{C39B3A5E-EE1F-49C4-A0C1-106A094178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545" y="5535568"/>
              <a:ext cx="79200" cy="7920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grpSp>
        <p:nvGrpSpPr>
          <p:cNvPr id="28" name="ExclamationMarkWhite" hidden="1">
            <a:extLst>
              <a:ext uri="{FF2B5EF4-FFF2-40B4-BE49-F238E27FC236}">
                <a16:creationId xmlns:a16="http://schemas.microsoft.com/office/drawing/2014/main" id="{2478D324-23F7-4B48-B710-353B97917F1A}"/>
              </a:ext>
            </a:extLst>
          </p:cNvPr>
          <p:cNvGrpSpPr/>
          <p:nvPr userDrawn="1"/>
        </p:nvGrpSpPr>
        <p:grpSpPr>
          <a:xfrm>
            <a:off x="5998072" y="4244710"/>
            <a:ext cx="396228" cy="396228"/>
            <a:chOff x="5998072" y="6220531"/>
            <a:chExt cx="396228" cy="396228"/>
          </a:xfrm>
          <a:solidFill>
            <a:schemeClr val="accent1"/>
          </a:solidFill>
        </p:grpSpPr>
        <p:sp>
          <p:nvSpPr>
            <p:cNvPr id="363" name="Oval 362">
              <a:extLst>
                <a:ext uri="{FF2B5EF4-FFF2-40B4-BE49-F238E27FC236}">
                  <a16:creationId xmlns:a16="http://schemas.microsoft.com/office/drawing/2014/main" id="{91EC559B-3D1E-4007-923E-F2D0A1E5564D}"/>
                </a:ext>
              </a:extLst>
            </p:cNvPr>
            <p:cNvSpPr>
              <a:spLocks/>
            </p:cNvSpPr>
            <p:nvPr userDrawn="1"/>
          </p:nvSpPr>
          <p:spPr>
            <a:xfrm>
              <a:off x="5998072" y="6220531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264" name="Group 263">
              <a:extLst>
                <a:ext uri="{FF2B5EF4-FFF2-40B4-BE49-F238E27FC236}">
                  <a16:creationId xmlns:a16="http://schemas.microsoft.com/office/drawing/2014/main" id="{7666D6C3-FA55-4633-BCF5-B144D8033BED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181184" y="6274645"/>
              <a:ext cx="30004" cy="288000"/>
              <a:chOff x="1933545" y="4854548"/>
              <a:chExt cx="79200" cy="760220"/>
            </a:xfrm>
            <a:grpFill/>
          </p:grpSpPr>
          <p:sp>
            <p:nvSpPr>
              <p:cNvPr id="265" name="Rectangle 10">
                <a:extLst>
                  <a:ext uri="{FF2B5EF4-FFF2-40B4-BE49-F238E27FC236}">
                    <a16:creationId xmlns:a16="http://schemas.microsoft.com/office/drawing/2014/main" id="{3D7EE4BB-194B-48C6-83B5-542056001D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3545" y="4854548"/>
                <a:ext cx="79200" cy="59038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66" name="Rectangle 11">
                <a:extLst>
                  <a:ext uri="{FF2B5EF4-FFF2-40B4-BE49-F238E27FC236}">
                    <a16:creationId xmlns:a16="http://schemas.microsoft.com/office/drawing/2014/main" id="{663DA691-D0F3-48F0-A0D5-06E05EFBF5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3545" y="5535568"/>
                <a:ext cx="79200" cy="79200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43" name="ExclamationMarkBlue" hidden="1">
            <a:extLst>
              <a:ext uri="{FF2B5EF4-FFF2-40B4-BE49-F238E27FC236}">
                <a16:creationId xmlns:a16="http://schemas.microsoft.com/office/drawing/2014/main" id="{2237FEAE-5456-489B-BD5A-C6FAE1BADC52}"/>
              </a:ext>
            </a:extLst>
          </p:cNvPr>
          <p:cNvGrpSpPr/>
          <p:nvPr userDrawn="1"/>
        </p:nvGrpSpPr>
        <p:grpSpPr>
          <a:xfrm>
            <a:off x="6497461" y="4244710"/>
            <a:ext cx="396228" cy="396228"/>
            <a:chOff x="6497461" y="6220531"/>
            <a:chExt cx="396228" cy="396228"/>
          </a:xfrm>
          <a:solidFill>
            <a:schemeClr val="tx2"/>
          </a:solidFill>
        </p:grpSpPr>
        <p:sp>
          <p:nvSpPr>
            <p:cNvPr id="433" name="Oval 432">
              <a:extLst>
                <a:ext uri="{FF2B5EF4-FFF2-40B4-BE49-F238E27FC236}">
                  <a16:creationId xmlns:a16="http://schemas.microsoft.com/office/drawing/2014/main" id="{206D2F64-A5B7-4415-A0F9-00B4715792F5}"/>
                </a:ext>
              </a:extLst>
            </p:cNvPr>
            <p:cNvSpPr>
              <a:spLocks/>
            </p:cNvSpPr>
            <p:nvPr userDrawn="1"/>
          </p:nvSpPr>
          <p:spPr>
            <a:xfrm>
              <a:off x="6497461" y="6220531"/>
              <a:ext cx="396228" cy="396228"/>
            </a:xfrm>
            <a:prstGeom prst="ellipse">
              <a:avLst/>
            </a:prstGeom>
            <a:solidFill>
              <a:schemeClr val="accent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53" name="Group 352">
              <a:extLst>
                <a:ext uri="{FF2B5EF4-FFF2-40B4-BE49-F238E27FC236}">
                  <a16:creationId xmlns:a16="http://schemas.microsoft.com/office/drawing/2014/main" id="{B1271C48-48E4-436D-9FED-44448C4786A9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680573" y="6274645"/>
              <a:ext cx="30004" cy="288000"/>
              <a:chOff x="1933545" y="4854548"/>
              <a:chExt cx="79200" cy="760220"/>
            </a:xfrm>
            <a:grpFill/>
          </p:grpSpPr>
          <p:sp>
            <p:nvSpPr>
              <p:cNvPr id="354" name="Rectangle 10">
                <a:extLst>
                  <a:ext uri="{FF2B5EF4-FFF2-40B4-BE49-F238E27FC236}">
                    <a16:creationId xmlns:a16="http://schemas.microsoft.com/office/drawing/2014/main" id="{84564C69-435F-4A4F-B8BA-A28E609AB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3545" y="4854548"/>
                <a:ext cx="79200" cy="59038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55" name="Rectangle 11">
                <a:extLst>
                  <a:ext uri="{FF2B5EF4-FFF2-40B4-BE49-F238E27FC236}">
                    <a16:creationId xmlns:a16="http://schemas.microsoft.com/office/drawing/2014/main" id="{31B8ABFF-4387-46F8-9EE2-4B55C8F2FB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3545" y="5535568"/>
                <a:ext cx="79200" cy="7920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255" name="QuestionMark" hidden="1">
            <a:extLst>
              <a:ext uri="{FF2B5EF4-FFF2-40B4-BE49-F238E27FC236}">
                <a16:creationId xmlns:a16="http://schemas.microsoft.com/office/drawing/2014/main" id="{D98E8AF1-CB50-4AA1-B944-CEEA66D0DDF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624592" y="3300046"/>
            <a:ext cx="156839" cy="288000"/>
            <a:chOff x="1317303" y="4854548"/>
            <a:chExt cx="414000" cy="760220"/>
          </a:xfrm>
          <a:solidFill>
            <a:schemeClr val="accent2"/>
          </a:solidFill>
        </p:grpSpPr>
        <p:sp>
          <p:nvSpPr>
            <p:cNvPr id="262" name="Freeform 5">
              <a:extLst>
                <a:ext uri="{FF2B5EF4-FFF2-40B4-BE49-F238E27FC236}">
                  <a16:creationId xmlns:a16="http://schemas.microsoft.com/office/drawing/2014/main" id="{69ECF24A-752D-4F43-92E5-C1E8390B31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7303" y="4854548"/>
              <a:ext cx="414000" cy="590382"/>
            </a:xfrm>
            <a:custGeom>
              <a:avLst/>
              <a:gdLst>
                <a:gd name="T0" fmla="*/ 54 w 125"/>
                <a:gd name="T1" fmla="*/ 178 h 178"/>
                <a:gd name="T2" fmla="*/ 30 w 125"/>
                <a:gd name="T3" fmla="*/ 178 h 178"/>
                <a:gd name="T4" fmla="*/ 30 w 125"/>
                <a:gd name="T5" fmla="*/ 95 h 178"/>
                <a:gd name="T6" fmla="*/ 42 w 125"/>
                <a:gd name="T7" fmla="*/ 83 h 178"/>
                <a:gd name="T8" fmla="*/ 101 w 125"/>
                <a:gd name="T9" fmla="*/ 83 h 178"/>
                <a:gd name="T10" fmla="*/ 101 w 125"/>
                <a:gd name="T11" fmla="*/ 24 h 178"/>
                <a:gd name="T12" fmla="*/ 0 w 125"/>
                <a:gd name="T13" fmla="*/ 24 h 178"/>
                <a:gd name="T14" fmla="*/ 0 w 125"/>
                <a:gd name="T15" fmla="*/ 0 h 178"/>
                <a:gd name="T16" fmla="*/ 113 w 125"/>
                <a:gd name="T17" fmla="*/ 0 h 178"/>
                <a:gd name="T18" fmla="*/ 125 w 125"/>
                <a:gd name="T19" fmla="*/ 12 h 178"/>
                <a:gd name="T20" fmla="*/ 125 w 125"/>
                <a:gd name="T21" fmla="*/ 95 h 178"/>
                <a:gd name="T22" fmla="*/ 113 w 125"/>
                <a:gd name="T23" fmla="*/ 107 h 178"/>
                <a:gd name="T24" fmla="*/ 54 w 125"/>
                <a:gd name="T25" fmla="*/ 107 h 178"/>
                <a:gd name="T26" fmla="*/ 54 w 125"/>
                <a:gd name="T27" fmla="*/ 178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5" h="178">
                  <a:moveTo>
                    <a:pt x="54" y="178"/>
                  </a:moveTo>
                  <a:cubicBezTo>
                    <a:pt x="30" y="178"/>
                    <a:pt x="30" y="178"/>
                    <a:pt x="30" y="178"/>
                  </a:cubicBezTo>
                  <a:cubicBezTo>
                    <a:pt x="30" y="95"/>
                    <a:pt x="30" y="95"/>
                    <a:pt x="30" y="95"/>
                  </a:cubicBezTo>
                  <a:cubicBezTo>
                    <a:pt x="30" y="88"/>
                    <a:pt x="35" y="83"/>
                    <a:pt x="42" y="83"/>
                  </a:cubicBezTo>
                  <a:cubicBezTo>
                    <a:pt x="101" y="83"/>
                    <a:pt x="101" y="83"/>
                    <a:pt x="101" y="83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9" y="0"/>
                    <a:pt x="125" y="5"/>
                    <a:pt x="125" y="12"/>
                  </a:cubicBezTo>
                  <a:cubicBezTo>
                    <a:pt x="125" y="95"/>
                    <a:pt x="125" y="95"/>
                    <a:pt x="125" y="95"/>
                  </a:cubicBezTo>
                  <a:cubicBezTo>
                    <a:pt x="125" y="101"/>
                    <a:pt x="119" y="107"/>
                    <a:pt x="113" y="107"/>
                  </a:cubicBezTo>
                  <a:cubicBezTo>
                    <a:pt x="54" y="107"/>
                    <a:pt x="54" y="107"/>
                    <a:pt x="54" y="107"/>
                  </a:cubicBezTo>
                  <a:lnTo>
                    <a:pt x="54" y="1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63" name="Rectangle 6">
              <a:extLst>
                <a:ext uri="{FF2B5EF4-FFF2-40B4-BE49-F238E27FC236}">
                  <a16:creationId xmlns:a16="http://schemas.microsoft.com/office/drawing/2014/main" id="{83D7B996-94E3-4D3C-99F0-56931259D6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6852" y="5535568"/>
              <a:ext cx="79200" cy="792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grpSp>
        <p:nvGrpSpPr>
          <p:cNvPr id="47" name="QuestionMarkWhite" hidden="1">
            <a:extLst>
              <a:ext uri="{FF2B5EF4-FFF2-40B4-BE49-F238E27FC236}">
                <a16:creationId xmlns:a16="http://schemas.microsoft.com/office/drawing/2014/main" id="{37285DE4-7BC0-4462-9E0E-57E3E3D2C19D}"/>
              </a:ext>
            </a:extLst>
          </p:cNvPr>
          <p:cNvGrpSpPr/>
          <p:nvPr userDrawn="1"/>
        </p:nvGrpSpPr>
        <p:grpSpPr>
          <a:xfrm>
            <a:off x="5998072" y="3245932"/>
            <a:ext cx="396228" cy="396228"/>
            <a:chOff x="5998072" y="6268532"/>
            <a:chExt cx="396228" cy="396228"/>
          </a:xfrm>
          <a:solidFill>
            <a:schemeClr val="accent1"/>
          </a:solidFill>
        </p:grpSpPr>
        <p:sp>
          <p:nvSpPr>
            <p:cNvPr id="476" name="Oval 475">
              <a:extLst>
                <a:ext uri="{FF2B5EF4-FFF2-40B4-BE49-F238E27FC236}">
                  <a16:creationId xmlns:a16="http://schemas.microsoft.com/office/drawing/2014/main" id="{2E20AE16-3A2E-4904-AC01-3758A18A72C1}"/>
                </a:ext>
              </a:extLst>
            </p:cNvPr>
            <p:cNvSpPr>
              <a:spLocks/>
            </p:cNvSpPr>
            <p:nvPr userDrawn="1"/>
          </p:nvSpPr>
          <p:spPr>
            <a:xfrm>
              <a:off x="5998072" y="6268532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85" name="Group 484">
              <a:extLst>
                <a:ext uri="{FF2B5EF4-FFF2-40B4-BE49-F238E27FC236}">
                  <a16:creationId xmlns:a16="http://schemas.microsoft.com/office/drawing/2014/main" id="{F49AB141-3134-4E65-81A6-A52812E83A41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117767" y="6322646"/>
              <a:ext cx="156839" cy="288000"/>
              <a:chOff x="1317303" y="4854548"/>
              <a:chExt cx="414000" cy="760220"/>
            </a:xfrm>
            <a:grpFill/>
          </p:grpSpPr>
          <p:sp>
            <p:nvSpPr>
              <p:cNvPr id="486" name="Freeform 5">
                <a:extLst>
                  <a:ext uri="{FF2B5EF4-FFF2-40B4-BE49-F238E27FC236}">
                    <a16:creationId xmlns:a16="http://schemas.microsoft.com/office/drawing/2014/main" id="{78527BD5-1610-4156-A49B-D44A080D8A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7303" y="4854548"/>
                <a:ext cx="414000" cy="590382"/>
              </a:xfrm>
              <a:custGeom>
                <a:avLst/>
                <a:gdLst>
                  <a:gd name="T0" fmla="*/ 54 w 125"/>
                  <a:gd name="T1" fmla="*/ 178 h 178"/>
                  <a:gd name="T2" fmla="*/ 30 w 125"/>
                  <a:gd name="T3" fmla="*/ 178 h 178"/>
                  <a:gd name="T4" fmla="*/ 30 w 125"/>
                  <a:gd name="T5" fmla="*/ 95 h 178"/>
                  <a:gd name="T6" fmla="*/ 42 w 125"/>
                  <a:gd name="T7" fmla="*/ 83 h 178"/>
                  <a:gd name="T8" fmla="*/ 101 w 125"/>
                  <a:gd name="T9" fmla="*/ 83 h 178"/>
                  <a:gd name="T10" fmla="*/ 101 w 125"/>
                  <a:gd name="T11" fmla="*/ 24 h 178"/>
                  <a:gd name="T12" fmla="*/ 0 w 125"/>
                  <a:gd name="T13" fmla="*/ 24 h 178"/>
                  <a:gd name="T14" fmla="*/ 0 w 125"/>
                  <a:gd name="T15" fmla="*/ 0 h 178"/>
                  <a:gd name="T16" fmla="*/ 113 w 125"/>
                  <a:gd name="T17" fmla="*/ 0 h 178"/>
                  <a:gd name="T18" fmla="*/ 125 w 125"/>
                  <a:gd name="T19" fmla="*/ 12 h 178"/>
                  <a:gd name="T20" fmla="*/ 125 w 125"/>
                  <a:gd name="T21" fmla="*/ 95 h 178"/>
                  <a:gd name="T22" fmla="*/ 113 w 125"/>
                  <a:gd name="T23" fmla="*/ 107 h 178"/>
                  <a:gd name="T24" fmla="*/ 54 w 125"/>
                  <a:gd name="T25" fmla="*/ 107 h 178"/>
                  <a:gd name="T26" fmla="*/ 54 w 125"/>
                  <a:gd name="T27" fmla="*/ 178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5" h="178">
                    <a:moveTo>
                      <a:pt x="54" y="178"/>
                    </a:moveTo>
                    <a:cubicBezTo>
                      <a:pt x="30" y="178"/>
                      <a:pt x="30" y="178"/>
                      <a:pt x="30" y="178"/>
                    </a:cubicBezTo>
                    <a:cubicBezTo>
                      <a:pt x="30" y="95"/>
                      <a:pt x="30" y="95"/>
                      <a:pt x="30" y="95"/>
                    </a:cubicBezTo>
                    <a:cubicBezTo>
                      <a:pt x="30" y="88"/>
                      <a:pt x="35" y="83"/>
                      <a:pt x="42" y="83"/>
                    </a:cubicBezTo>
                    <a:cubicBezTo>
                      <a:pt x="101" y="83"/>
                      <a:pt x="101" y="83"/>
                      <a:pt x="101" y="83"/>
                    </a:cubicBezTo>
                    <a:cubicBezTo>
                      <a:pt x="101" y="24"/>
                      <a:pt x="101" y="24"/>
                      <a:pt x="101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3" y="0"/>
                      <a:pt x="113" y="0"/>
                      <a:pt x="113" y="0"/>
                    </a:cubicBezTo>
                    <a:cubicBezTo>
                      <a:pt x="119" y="0"/>
                      <a:pt x="125" y="5"/>
                      <a:pt x="125" y="12"/>
                    </a:cubicBezTo>
                    <a:cubicBezTo>
                      <a:pt x="125" y="95"/>
                      <a:pt x="125" y="95"/>
                      <a:pt x="125" y="95"/>
                    </a:cubicBezTo>
                    <a:cubicBezTo>
                      <a:pt x="125" y="101"/>
                      <a:pt x="119" y="107"/>
                      <a:pt x="113" y="107"/>
                    </a:cubicBezTo>
                    <a:cubicBezTo>
                      <a:pt x="54" y="107"/>
                      <a:pt x="54" y="107"/>
                      <a:pt x="54" y="107"/>
                    </a:cubicBezTo>
                    <a:lnTo>
                      <a:pt x="54" y="17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87" name="Rectangle 6">
                <a:extLst>
                  <a:ext uri="{FF2B5EF4-FFF2-40B4-BE49-F238E27FC236}">
                    <a16:creationId xmlns:a16="http://schemas.microsoft.com/office/drawing/2014/main" id="{713FB65C-8067-4DA5-BDB3-71F92EF958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16852" y="5535568"/>
                <a:ext cx="79200" cy="792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48" name="QuestionMarkBlue" hidden="1">
            <a:extLst>
              <a:ext uri="{FF2B5EF4-FFF2-40B4-BE49-F238E27FC236}">
                <a16:creationId xmlns:a16="http://schemas.microsoft.com/office/drawing/2014/main" id="{F9F7A102-DC32-482B-B920-39A218EC3A97}"/>
              </a:ext>
            </a:extLst>
          </p:cNvPr>
          <p:cNvGrpSpPr/>
          <p:nvPr userDrawn="1"/>
        </p:nvGrpSpPr>
        <p:grpSpPr>
          <a:xfrm>
            <a:off x="6497461" y="3245932"/>
            <a:ext cx="396228" cy="396228"/>
            <a:chOff x="6497461" y="6268532"/>
            <a:chExt cx="396228" cy="396228"/>
          </a:xfrm>
          <a:solidFill>
            <a:schemeClr val="tx2"/>
          </a:solidFill>
        </p:grpSpPr>
        <p:sp>
          <p:nvSpPr>
            <p:cNvPr id="481" name="Oval 480">
              <a:extLst>
                <a:ext uri="{FF2B5EF4-FFF2-40B4-BE49-F238E27FC236}">
                  <a16:creationId xmlns:a16="http://schemas.microsoft.com/office/drawing/2014/main" id="{058784F8-3FEF-4FC2-A3F0-5DA2C766F7B0}"/>
                </a:ext>
              </a:extLst>
            </p:cNvPr>
            <p:cNvSpPr>
              <a:spLocks/>
            </p:cNvSpPr>
            <p:nvPr userDrawn="1"/>
          </p:nvSpPr>
          <p:spPr>
            <a:xfrm>
              <a:off x="6497461" y="6268532"/>
              <a:ext cx="396228" cy="396228"/>
            </a:xfrm>
            <a:prstGeom prst="ellipse">
              <a:avLst/>
            </a:prstGeom>
            <a:solidFill>
              <a:schemeClr val="accent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88" name="Group 487">
              <a:extLst>
                <a:ext uri="{FF2B5EF4-FFF2-40B4-BE49-F238E27FC236}">
                  <a16:creationId xmlns:a16="http://schemas.microsoft.com/office/drawing/2014/main" id="{A2C0D450-B050-4989-9E70-ABCDCEB48186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617156" y="6322646"/>
              <a:ext cx="156839" cy="288000"/>
              <a:chOff x="1317303" y="4854548"/>
              <a:chExt cx="414000" cy="760220"/>
            </a:xfrm>
            <a:grpFill/>
          </p:grpSpPr>
          <p:sp>
            <p:nvSpPr>
              <p:cNvPr id="489" name="Freeform 5">
                <a:extLst>
                  <a:ext uri="{FF2B5EF4-FFF2-40B4-BE49-F238E27FC236}">
                    <a16:creationId xmlns:a16="http://schemas.microsoft.com/office/drawing/2014/main" id="{89EDD452-4D82-45EA-81C8-8EF2B7D8D5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7303" y="4854548"/>
                <a:ext cx="414000" cy="590382"/>
              </a:xfrm>
              <a:custGeom>
                <a:avLst/>
                <a:gdLst>
                  <a:gd name="T0" fmla="*/ 54 w 125"/>
                  <a:gd name="T1" fmla="*/ 178 h 178"/>
                  <a:gd name="T2" fmla="*/ 30 w 125"/>
                  <a:gd name="T3" fmla="*/ 178 h 178"/>
                  <a:gd name="T4" fmla="*/ 30 w 125"/>
                  <a:gd name="T5" fmla="*/ 95 h 178"/>
                  <a:gd name="T6" fmla="*/ 42 w 125"/>
                  <a:gd name="T7" fmla="*/ 83 h 178"/>
                  <a:gd name="T8" fmla="*/ 101 w 125"/>
                  <a:gd name="T9" fmla="*/ 83 h 178"/>
                  <a:gd name="T10" fmla="*/ 101 w 125"/>
                  <a:gd name="T11" fmla="*/ 24 h 178"/>
                  <a:gd name="T12" fmla="*/ 0 w 125"/>
                  <a:gd name="T13" fmla="*/ 24 h 178"/>
                  <a:gd name="T14" fmla="*/ 0 w 125"/>
                  <a:gd name="T15" fmla="*/ 0 h 178"/>
                  <a:gd name="T16" fmla="*/ 113 w 125"/>
                  <a:gd name="T17" fmla="*/ 0 h 178"/>
                  <a:gd name="T18" fmla="*/ 125 w 125"/>
                  <a:gd name="T19" fmla="*/ 12 h 178"/>
                  <a:gd name="T20" fmla="*/ 125 w 125"/>
                  <a:gd name="T21" fmla="*/ 95 h 178"/>
                  <a:gd name="T22" fmla="*/ 113 w 125"/>
                  <a:gd name="T23" fmla="*/ 107 h 178"/>
                  <a:gd name="T24" fmla="*/ 54 w 125"/>
                  <a:gd name="T25" fmla="*/ 107 h 178"/>
                  <a:gd name="T26" fmla="*/ 54 w 125"/>
                  <a:gd name="T27" fmla="*/ 178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5" h="178">
                    <a:moveTo>
                      <a:pt x="54" y="178"/>
                    </a:moveTo>
                    <a:cubicBezTo>
                      <a:pt x="30" y="178"/>
                      <a:pt x="30" y="178"/>
                      <a:pt x="30" y="178"/>
                    </a:cubicBezTo>
                    <a:cubicBezTo>
                      <a:pt x="30" y="95"/>
                      <a:pt x="30" y="95"/>
                      <a:pt x="30" y="95"/>
                    </a:cubicBezTo>
                    <a:cubicBezTo>
                      <a:pt x="30" y="88"/>
                      <a:pt x="35" y="83"/>
                      <a:pt x="42" y="83"/>
                    </a:cubicBezTo>
                    <a:cubicBezTo>
                      <a:pt x="101" y="83"/>
                      <a:pt x="101" y="83"/>
                      <a:pt x="101" y="83"/>
                    </a:cubicBezTo>
                    <a:cubicBezTo>
                      <a:pt x="101" y="24"/>
                      <a:pt x="101" y="24"/>
                      <a:pt x="101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3" y="0"/>
                      <a:pt x="113" y="0"/>
                      <a:pt x="113" y="0"/>
                    </a:cubicBezTo>
                    <a:cubicBezTo>
                      <a:pt x="119" y="0"/>
                      <a:pt x="125" y="5"/>
                      <a:pt x="125" y="12"/>
                    </a:cubicBezTo>
                    <a:cubicBezTo>
                      <a:pt x="125" y="95"/>
                      <a:pt x="125" y="95"/>
                      <a:pt x="125" y="95"/>
                    </a:cubicBezTo>
                    <a:cubicBezTo>
                      <a:pt x="125" y="101"/>
                      <a:pt x="119" y="107"/>
                      <a:pt x="113" y="107"/>
                    </a:cubicBezTo>
                    <a:cubicBezTo>
                      <a:pt x="54" y="107"/>
                      <a:pt x="54" y="107"/>
                      <a:pt x="54" y="107"/>
                    </a:cubicBezTo>
                    <a:lnTo>
                      <a:pt x="54" y="17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91" name="Rectangle 6">
                <a:extLst>
                  <a:ext uri="{FF2B5EF4-FFF2-40B4-BE49-F238E27FC236}">
                    <a16:creationId xmlns:a16="http://schemas.microsoft.com/office/drawing/2014/main" id="{5DA40D4E-DBEE-453E-97AD-D8188258AB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16852" y="5535568"/>
                <a:ext cx="79200" cy="7920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</p:grpSp>
      </p:grp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4"/>
            </p:custDataLst>
          </p:nvPr>
        </p:nvSpPr>
        <p:spPr>
          <a:xfrm>
            <a:off x="554736" y="226624"/>
            <a:ext cx="10402821" cy="677108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554736" y="1837425"/>
            <a:ext cx="2856297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pic>
        <p:nvPicPr>
          <p:cNvPr id="341" name="Рисунок 340">
            <a:extLst>
              <a:ext uri="{FF2B5EF4-FFF2-40B4-BE49-F238E27FC236}">
                <a16:creationId xmlns:a16="http://schemas.microsoft.com/office/drawing/2014/main" id="{0A670762-8003-41F1-9DDF-E85A659F17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229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889" r:id="rId2"/>
    <p:sldLayoutId id="2147483890" r:id="rId3"/>
    <p:sldLayoutId id="2147483654" r:id="rId4"/>
    <p:sldLayoutId id="2147483883" r:id="rId5"/>
    <p:sldLayoutId id="2147483885" r:id="rId6"/>
    <p:sldLayoutId id="2147483892" r:id="rId7"/>
    <p:sldLayoutId id="2147483893" r:id="rId8"/>
    <p:sldLayoutId id="2147483659" r:id="rId9"/>
    <p:sldLayoutId id="2147483804" r:id="rId10"/>
    <p:sldLayoutId id="2147483860" r:id="rId11"/>
    <p:sldLayoutId id="2147483856" r:id="rId12"/>
    <p:sldLayoutId id="2147483805" r:id="rId13"/>
    <p:sldLayoutId id="2147483806" r:id="rId14"/>
    <p:sldLayoutId id="2147483882" r:id="rId15"/>
    <p:sldLayoutId id="2147483706" r:id="rId16"/>
    <p:sldLayoutId id="2147483718" r:id="rId17"/>
    <p:sldLayoutId id="2147483894" r:id="rId18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ru-RU" sz="2200" b="1" kern="1200" spc="0" baseline="0" dirty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lang="en-US" sz="1400" kern="1200" dirty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30396" indent="-226796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SzPct val="110000"/>
        <a:buFont typeface="Wingdings" panose="05000000000000000000" pitchFamily="2" charset="2"/>
        <a:buChar char=""/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442793" indent="-215997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SzPct val="110000"/>
        <a:buFont typeface="Arial" panose="020B0604020202020204" pitchFamily="34" charset="0"/>
        <a:buChar char="‒"/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97590" indent="-15119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817187" indent="-14759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SzPct val="100000"/>
        <a:buFont typeface="Arial" panose="020B0604020202020204" pitchFamily="34" charset="0"/>
        <a:buChar char="̶"/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839" userDrawn="1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3947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0.vml"/><Relationship Id="rId2" Type="http://schemas.openxmlformats.org/officeDocument/2006/relationships/tags" Target="../tags/tag129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Relationship Id="rId5" Type="http://schemas.openxmlformats.org/officeDocument/2006/relationships/image" Target="../media/image14.png"/><Relationship Id="rId6" Type="http://schemas.openxmlformats.org/officeDocument/2006/relationships/image" Target="../media/image3.svg"/><Relationship Id="rId7" Type="http://schemas.openxmlformats.org/officeDocument/2006/relationships/oleObject" Target="../embeddings/oleObject20.bin"/><Relationship Id="rId8" Type="http://schemas.openxmlformats.org/officeDocument/2006/relationships/image" Target="../media/image13.emf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18.png"/><Relationship Id="rId13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" name="Slide Number">
            <a:extLst>
              <a:ext uri="{FF2B5EF4-FFF2-40B4-BE49-F238E27FC236}">
                <a16:creationId xmlns:a16="http://schemas.microsoft.com/office/drawing/2014/main" id="{EC5587FD-E9E5-4868-ACA0-F30B2E4F6EB7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1762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1</a:t>
            </a:fld>
            <a:endParaRPr lang="ru-RU" sz="8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179" name="Рисунок 178">
            <a:extLst>
              <a:ext uri="{FF2B5EF4-FFF2-40B4-BE49-F238E27FC236}">
                <a16:creationId xmlns:a16="http://schemas.microsoft.com/office/drawing/2014/main" id="{6F6ECABF-9072-491C-8203-AE1FD9700AA0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0920" t="19524" r="30920" b="22511"/>
          <a:stretch/>
        </p:blipFill>
        <p:spPr>
          <a:xfrm>
            <a:off x="11191495" y="226624"/>
            <a:ext cx="445768" cy="677108"/>
          </a:xfrm>
          <a:prstGeom prst="rect">
            <a:avLst/>
          </a:prstGeom>
        </p:spPr>
      </p:pic>
      <p:graphicFrame>
        <p:nvGraphicFramePr>
          <p:cNvPr id="694154129" name="Object 2" hidden="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12605769"/>
              </p:ext>
            </p:extLst>
          </p:nvPr>
        </p:nvGraphicFramePr>
        <p:xfrm>
          <a:off x="1587" y="1587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026" name="think-cell Slide" r:id="rId7" imgW="0" imgH="0" progId="TCLayout.ActiveDocument.1">
                  <p:embed/>
                </p:oleObj>
              </mc:Choice>
              <mc:Fallback>
                <p:oleObj name="think-cell Slide" r:id="rId7" imgW="0" imgH="0" progId="TCLayout.ActiveDocument.1">
                  <p:embed/>
                  <p:pic>
                    <p:nvPicPr>
                      <p:cNvPr id="694154129" name="Object 2" hidden="1"/>
                      <p:cNvPicPr/>
                      <p:nvPr/>
                    </p:nvPicPr>
                    <p:blipFill rotWithShape="1">
                      <a:blip r:embed="rId8"/>
                      <a:stretch/>
                    </p:blipFill>
                    <p:spPr bwMode="auto">
                      <a:xfrm>
                        <a:off x="1587" y="1587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6755285" name="Freeform: Shape 3200"/>
          <p:cNvSpPr/>
          <p:nvPr/>
        </p:nvSpPr>
        <p:spPr bwMode="auto">
          <a:xfrm rot="16199999" flipV="1">
            <a:off x="-153853" y="4877136"/>
            <a:ext cx="1623505" cy="92900"/>
          </a:xfrm>
          <a:custGeom>
            <a:avLst/>
            <a:gdLst>
              <a:gd name="connsiteX0" fmla="*/ 2652906 w 2652905"/>
              <a:gd name="connsiteY0" fmla="*/ 0 h 10415"/>
              <a:gd name="connsiteX1" fmla="*/ 0 w 2652905"/>
              <a:gd name="connsiteY1" fmla="*/ 0 h 10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652905" h="10415" extrusionOk="0">
                <a:moveTo>
                  <a:pt x="2652906" y="0"/>
                </a:moveTo>
                <a:lnTo>
                  <a:pt x="0" y="0"/>
                </a:lnTo>
              </a:path>
            </a:pathLst>
          </a:custGeom>
          <a:ln w="208146" cap="flat">
            <a:solidFill>
              <a:schemeClr val="accent3">
                <a:lumMod val="20000"/>
                <a:lumOff val="80000"/>
              </a:schemeClr>
            </a:solidFill>
            <a:prstDash val="solid"/>
            <a:miter/>
          </a:ln>
        </p:spPr>
        <p:txBody>
          <a:bodyPr rtlCol="0" anchor="ctr">
            <a:noAutofit/>
          </a:bodyPr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NZ" sz="1800" b="0" i="0" u="none" strike="noStrike" cap="none" spc="0">
              <a:ln>
                <a:noFill/>
              </a:ln>
              <a:solidFill>
                <a:srgbClr val="FFFFFF"/>
              </a:solidFill>
              <a:ea typeface="Arial"/>
              <a:cs typeface="Arial"/>
            </a:endParaRPr>
          </a:p>
        </p:txBody>
      </p:sp>
      <p:sp>
        <p:nvSpPr>
          <p:cNvPr id="405826179" name="2. Slide Title"/>
          <p:cNvSpPr>
            <a:spLocks noGrp="1"/>
          </p:cNvSpPr>
          <p:nvPr>
            <p:ph type="title"/>
          </p:nvPr>
        </p:nvSpPr>
        <p:spPr bwMode="auto">
          <a:xfrm>
            <a:off x="554735" y="96210"/>
            <a:ext cx="10402821" cy="10156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rIns="0" anchor="b" anchorCtr="0">
            <a:spAutoFit/>
          </a:bodyPr>
          <a:lstStyle/>
          <a:p>
            <a:pPr>
              <a:defRPr/>
            </a:pPr>
            <a:r>
              <a:rPr lang="ru-RU" sz="2200" dirty="0">
                <a:solidFill>
                  <a:schemeClr val="accent1"/>
                </a:solidFill>
              </a:rPr>
              <a:t>Целевой процесс по данным: </a:t>
            </a:r>
            <a:r>
              <a:rPr lang="ru-RU" sz="2200" dirty="0"/>
              <a:t>для построения полного цифрового профиля клиента банку требуется выстроить новые процессы</a:t>
            </a:r>
            <a:endParaRPr lang="en-NZ" dirty="0"/>
          </a:p>
        </p:txBody>
      </p:sp>
      <p:sp>
        <p:nvSpPr>
          <p:cNvPr id="898713104" name="Freeform: Shape 35"/>
          <p:cNvSpPr/>
          <p:nvPr/>
        </p:nvSpPr>
        <p:spPr bwMode="auto">
          <a:xfrm rot="16199999">
            <a:off x="109535" y="1481816"/>
            <a:ext cx="486985" cy="706054"/>
          </a:xfrm>
          <a:custGeom>
            <a:avLst/>
            <a:gdLst>
              <a:gd name="connsiteX0" fmla="*/ 0 w 859304"/>
              <a:gd name="connsiteY0" fmla="*/ 859256 h 859304"/>
              <a:gd name="connsiteX1" fmla="*/ 859304 w 859304"/>
              <a:gd name="connsiteY1" fmla="*/ -49 h 859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59304" h="859304" extrusionOk="0">
                <a:moveTo>
                  <a:pt x="0" y="859256"/>
                </a:moveTo>
                <a:cubicBezTo>
                  <a:pt x="474575" y="859256"/>
                  <a:pt x="859304" y="474527"/>
                  <a:pt x="859304" y="-49"/>
                </a:cubicBezTo>
              </a:path>
            </a:pathLst>
          </a:custGeom>
          <a:noFill/>
          <a:ln w="208146" cap="flat">
            <a:solidFill>
              <a:schemeClr val="accent3">
                <a:lumMod val="20000"/>
                <a:lumOff val="8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NZ" sz="1800" b="0" i="0" u="none" strike="noStrike" cap="none" spc="0">
              <a:ln>
                <a:noFill/>
              </a:ln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168899" name="Freeform: Shape 25"/>
          <p:cNvSpPr/>
          <p:nvPr/>
        </p:nvSpPr>
        <p:spPr bwMode="auto">
          <a:xfrm rot="16199999" flipV="1">
            <a:off x="-373511" y="3070168"/>
            <a:ext cx="2062822" cy="92900"/>
          </a:xfrm>
          <a:custGeom>
            <a:avLst/>
            <a:gdLst>
              <a:gd name="connsiteX0" fmla="*/ 2652906 w 2652905"/>
              <a:gd name="connsiteY0" fmla="*/ 0 h 10415"/>
              <a:gd name="connsiteX1" fmla="*/ 0 w 2652905"/>
              <a:gd name="connsiteY1" fmla="*/ 0 h 10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652905" h="10415" extrusionOk="0">
                <a:moveTo>
                  <a:pt x="2652906" y="0"/>
                </a:moveTo>
                <a:lnTo>
                  <a:pt x="0" y="0"/>
                </a:lnTo>
              </a:path>
            </a:pathLst>
          </a:custGeom>
          <a:ln w="208146" cap="flat">
            <a:solidFill>
              <a:schemeClr val="accent3">
                <a:lumMod val="20000"/>
                <a:lumOff val="80000"/>
              </a:schemeClr>
            </a:solidFill>
            <a:prstDash val="solid"/>
            <a:miter/>
          </a:ln>
        </p:spPr>
        <p:txBody>
          <a:bodyPr rtlCol="0" anchor="ctr">
            <a:noAutofit/>
          </a:bodyPr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NZ" sz="1800" b="0" i="0" u="none" strike="noStrike" cap="none" spc="0">
              <a:ln>
                <a:noFill/>
              </a:ln>
              <a:solidFill>
                <a:srgbClr val="FFFFFF"/>
              </a:solidFill>
              <a:ea typeface="Arial"/>
              <a:cs typeface="Arial"/>
            </a:endParaRPr>
          </a:p>
        </p:txBody>
      </p:sp>
      <p:sp>
        <p:nvSpPr>
          <p:cNvPr id="504914131" name="Freeform: Shape 18"/>
          <p:cNvSpPr/>
          <p:nvPr/>
        </p:nvSpPr>
        <p:spPr bwMode="auto">
          <a:xfrm rot="5400000">
            <a:off x="814316" y="5625803"/>
            <a:ext cx="486985" cy="706054"/>
          </a:xfrm>
          <a:custGeom>
            <a:avLst/>
            <a:gdLst>
              <a:gd name="connsiteX0" fmla="*/ 0 w 859304"/>
              <a:gd name="connsiteY0" fmla="*/ 859256 h 859304"/>
              <a:gd name="connsiteX1" fmla="*/ 859304 w 859304"/>
              <a:gd name="connsiteY1" fmla="*/ -49 h 859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59304" h="859304" extrusionOk="0">
                <a:moveTo>
                  <a:pt x="0" y="859256"/>
                </a:moveTo>
                <a:cubicBezTo>
                  <a:pt x="474575" y="859256"/>
                  <a:pt x="859304" y="474527"/>
                  <a:pt x="859304" y="-49"/>
                </a:cubicBezTo>
              </a:path>
            </a:pathLst>
          </a:custGeom>
          <a:noFill/>
          <a:ln w="208146" cap="flat">
            <a:solidFill>
              <a:schemeClr val="accent3">
                <a:lumMod val="20000"/>
                <a:lumOff val="8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NZ" sz="1800" b="0" i="0" u="none" strike="noStrike" cap="none" spc="0">
              <a:ln>
                <a:noFill/>
              </a:ln>
              <a:solidFill>
                <a:srgbClr val="FFFFFF"/>
              </a:solidFill>
              <a:ea typeface="Arial"/>
              <a:cs typeface="Arial"/>
            </a:endParaRPr>
          </a:p>
        </p:txBody>
      </p:sp>
      <p:sp>
        <p:nvSpPr>
          <p:cNvPr id="1090678393" name="Rectangle 34"/>
          <p:cNvSpPr/>
          <p:nvPr/>
        </p:nvSpPr>
        <p:spPr bwMode="auto">
          <a:xfrm>
            <a:off x="8236083" y="1485900"/>
            <a:ext cx="3401180" cy="4965192"/>
          </a:xfrm>
          <a:prstGeom prst="roundRect">
            <a:avLst>
              <a:gd name="adj" fmla="val 3897"/>
            </a:avLst>
          </a:prstGeom>
          <a:solidFill>
            <a:schemeClr val="bg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NZ" sz="900">
              <a:solidFill>
                <a:schemeClr val="bg1"/>
              </a:solidFill>
            </a:endParaRPr>
          </a:p>
        </p:txBody>
      </p:sp>
      <p:sp>
        <p:nvSpPr>
          <p:cNvPr id="1194372367" name="Freeform: Shape 38"/>
          <p:cNvSpPr/>
          <p:nvPr/>
        </p:nvSpPr>
        <p:spPr bwMode="auto">
          <a:xfrm rot="5657795">
            <a:off x="7816514" y="1281876"/>
            <a:ext cx="866087" cy="434437"/>
          </a:xfrm>
          <a:custGeom>
            <a:avLst/>
            <a:gdLst>
              <a:gd name="connsiteX0" fmla="*/ 859304 w 859303"/>
              <a:gd name="connsiteY0" fmla="*/ -49 h 859304"/>
              <a:gd name="connsiteX1" fmla="*/ 0 w 859303"/>
              <a:gd name="connsiteY1" fmla="*/ 859256 h 859304"/>
              <a:gd name="connsiteX0" fmla="*/ 1540918 w 1540918"/>
              <a:gd name="connsiteY0" fmla="*/ 200367 h 214710"/>
              <a:gd name="connsiteX1" fmla="*/ 0 w 1540918"/>
              <a:gd name="connsiteY1" fmla="*/ 214710 h 214710"/>
              <a:gd name="connsiteX0" fmla="*/ 1535600 w 1535600"/>
              <a:gd name="connsiteY0" fmla="*/ 252714 h 252714"/>
              <a:gd name="connsiteX1" fmla="*/ 0 w 1535600"/>
              <a:gd name="connsiteY1" fmla="*/ 197507 h 252714"/>
              <a:gd name="connsiteX0" fmla="*/ 1649746 w 1649746"/>
              <a:gd name="connsiteY0" fmla="*/ 277715 h 277715"/>
              <a:gd name="connsiteX1" fmla="*/ 0 w 1649746"/>
              <a:gd name="connsiteY1" fmla="*/ 190461 h 277715"/>
              <a:gd name="connsiteX0" fmla="*/ 1580195 w 1580195"/>
              <a:gd name="connsiteY0" fmla="*/ 273533 h 273533"/>
              <a:gd name="connsiteX1" fmla="*/ 0 w 1580195"/>
              <a:gd name="connsiteY1" fmla="*/ 191597 h 273533"/>
              <a:gd name="connsiteX0" fmla="*/ 1620766 w 1620766"/>
              <a:gd name="connsiteY0" fmla="*/ 275970 h 275970"/>
              <a:gd name="connsiteX1" fmla="*/ 0 w 1620766"/>
              <a:gd name="connsiteY1" fmla="*/ 190932 h 275970"/>
              <a:gd name="connsiteX0" fmla="*/ 1585991 w 1585991"/>
              <a:gd name="connsiteY0" fmla="*/ 273881 h 273881"/>
              <a:gd name="connsiteX1" fmla="*/ 0 w 1585991"/>
              <a:gd name="connsiteY1" fmla="*/ 191502 h 273881"/>
              <a:gd name="connsiteX0" fmla="*/ 1102249 w 1102249"/>
              <a:gd name="connsiteY0" fmla="*/ 208016 h 211953"/>
              <a:gd name="connsiteX1" fmla="*/ 0 w 1102249"/>
              <a:gd name="connsiteY1" fmla="*/ 211953 h 211953"/>
              <a:gd name="connsiteX0" fmla="*/ 1102249 w 1102249"/>
              <a:gd name="connsiteY0" fmla="*/ 0 h 97783"/>
              <a:gd name="connsiteX1" fmla="*/ 0 w 1102249"/>
              <a:gd name="connsiteY1" fmla="*/ 3937 h 97783"/>
              <a:gd name="connsiteX0" fmla="*/ 951970 w 951970"/>
              <a:gd name="connsiteY0" fmla="*/ 378537 h 378537"/>
              <a:gd name="connsiteX1" fmla="*/ 0 w 951970"/>
              <a:gd name="connsiteY1" fmla="*/ 0 h 378537"/>
              <a:gd name="connsiteX0" fmla="*/ 951970 w 951970"/>
              <a:gd name="connsiteY0" fmla="*/ 378537 h 397687"/>
              <a:gd name="connsiteX1" fmla="*/ 0 w 951970"/>
              <a:gd name="connsiteY1" fmla="*/ 0 h 397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1970" h="397687" extrusionOk="0">
                <a:moveTo>
                  <a:pt x="951970" y="378537"/>
                </a:moveTo>
                <a:cubicBezTo>
                  <a:pt x="477395" y="378537"/>
                  <a:pt x="62312" y="526475"/>
                  <a:pt x="0" y="0"/>
                </a:cubicBezTo>
              </a:path>
            </a:pathLst>
          </a:custGeom>
          <a:noFill/>
          <a:ln w="208146" cap="flat">
            <a:solidFill>
              <a:srgbClr val="DBDED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800" b="0" i="0" u="none" strike="noStrike" cap="none" spc="0">
              <a:ln>
                <a:noFill/>
              </a:ln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9582805" name="Freeform: Shape 44"/>
          <p:cNvSpPr/>
          <p:nvPr/>
        </p:nvSpPr>
        <p:spPr bwMode="auto">
          <a:xfrm flipV="1">
            <a:off x="8260080" y="1544392"/>
            <a:ext cx="3931920" cy="315951"/>
          </a:xfrm>
          <a:custGeom>
            <a:avLst/>
            <a:gdLst>
              <a:gd name="connsiteX0" fmla="*/ 2652906 w 2652905"/>
              <a:gd name="connsiteY0" fmla="*/ 0 h 10415"/>
              <a:gd name="connsiteX1" fmla="*/ 0 w 2652905"/>
              <a:gd name="connsiteY1" fmla="*/ 0 h 10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652905" h="10415" extrusionOk="0">
                <a:moveTo>
                  <a:pt x="2652906" y="0"/>
                </a:moveTo>
                <a:lnTo>
                  <a:pt x="0" y="0"/>
                </a:lnTo>
              </a:path>
            </a:pathLst>
          </a:custGeom>
          <a:ln w="208146" cap="flat">
            <a:solidFill>
              <a:schemeClr val="accent1"/>
            </a:solidFill>
            <a:prstDash val="solid"/>
            <a:miter/>
          </a:ln>
        </p:spPr>
        <p:txBody>
          <a:bodyPr rtlCol="0" anchor="ctr">
            <a:noAutofit/>
          </a:bodyPr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800" b="0" i="0" u="none" strike="noStrike" cap="none" spc="0">
              <a:ln>
                <a:noFill/>
              </a:ln>
              <a:solidFill>
                <a:srgbClr val="000000"/>
              </a:solidFill>
              <a:ea typeface="Arial"/>
              <a:cs typeface="Arial"/>
            </a:endParaRPr>
          </a:p>
        </p:txBody>
      </p:sp>
      <p:sp>
        <p:nvSpPr>
          <p:cNvPr id="243269618" name="Freeform: Shape 3095"/>
          <p:cNvSpPr/>
          <p:nvPr/>
        </p:nvSpPr>
        <p:spPr bwMode="auto">
          <a:xfrm rot="5400000" flipH="1">
            <a:off x="5203528" y="1751057"/>
            <a:ext cx="486985" cy="706054"/>
          </a:xfrm>
          <a:custGeom>
            <a:avLst/>
            <a:gdLst>
              <a:gd name="connsiteX0" fmla="*/ 0 w 859304"/>
              <a:gd name="connsiteY0" fmla="*/ 859256 h 859304"/>
              <a:gd name="connsiteX1" fmla="*/ 859304 w 859304"/>
              <a:gd name="connsiteY1" fmla="*/ -49 h 859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59304" h="859304" extrusionOk="0">
                <a:moveTo>
                  <a:pt x="0" y="859256"/>
                </a:moveTo>
                <a:cubicBezTo>
                  <a:pt x="474575" y="859256"/>
                  <a:pt x="859304" y="474527"/>
                  <a:pt x="859304" y="-49"/>
                </a:cubicBezTo>
              </a:path>
            </a:pathLst>
          </a:custGeom>
          <a:noFill/>
          <a:ln w="208146" cap="flat">
            <a:solidFill>
              <a:srgbClr val="DBDED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NZ" sz="1800" b="0" i="0" u="none" strike="noStrike" cap="none" spc="0">
              <a:ln>
                <a:noFill/>
              </a:ln>
              <a:solidFill>
                <a:srgbClr val="FFFFFF"/>
              </a:solidFill>
              <a:ea typeface="Arial"/>
              <a:cs typeface="Arial"/>
            </a:endParaRPr>
          </a:p>
        </p:txBody>
      </p:sp>
      <p:sp>
        <p:nvSpPr>
          <p:cNvPr id="1440469830" name="Freeform: Shape 3097"/>
          <p:cNvSpPr/>
          <p:nvPr/>
        </p:nvSpPr>
        <p:spPr bwMode="auto">
          <a:xfrm rot="5400000" flipH="1" flipV="1">
            <a:off x="4282676" y="3145586"/>
            <a:ext cx="1715135" cy="92900"/>
          </a:xfrm>
          <a:custGeom>
            <a:avLst/>
            <a:gdLst>
              <a:gd name="connsiteX0" fmla="*/ 2652906 w 2652905"/>
              <a:gd name="connsiteY0" fmla="*/ 0 h 10415"/>
              <a:gd name="connsiteX1" fmla="*/ 0 w 2652905"/>
              <a:gd name="connsiteY1" fmla="*/ 0 h 10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652905" h="10415" extrusionOk="0">
                <a:moveTo>
                  <a:pt x="2652906" y="0"/>
                </a:moveTo>
                <a:lnTo>
                  <a:pt x="0" y="0"/>
                </a:lnTo>
              </a:path>
            </a:pathLst>
          </a:custGeom>
          <a:ln w="208146" cap="flat">
            <a:solidFill>
              <a:srgbClr val="DBDEDF"/>
            </a:solidFill>
            <a:prstDash val="solid"/>
            <a:miter/>
          </a:ln>
        </p:spPr>
        <p:txBody>
          <a:bodyPr rtlCol="0" anchor="ctr">
            <a:noAutofit/>
          </a:bodyPr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NZ" sz="1800" b="0" i="0" u="none" strike="noStrike" cap="none" spc="0">
              <a:ln>
                <a:noFill/>
              </a:ln>
              <a:solidFill>
                <a:srgbClr val="FFFFFF"/>
              </a:solidFill>
              <a:ea typeface="Arial"/>
              <a:cs typeface="Arial"/>
            </a:endParaRPr>
          </a:p>
        </p:txBody>
      </p:sp>
      <p:sp>
        <p:nvSpPr>
          <p:cNvPr id="383958979" name="Freeform: Shape 3098"/>
          <p:cNvSpPr/>
          <p:nvPr/>
        </p:nvSpPr>
        <p:spPr bwMode="auto">
          <a:xfrm rot="16199999" flipH="1">
            <a:off x="4496841" y="5625804"/>
            <a:ext cx="486985" cy="706054"/>
          </a:xfrm>
          <a:custGeom>
            <a:avLst/>
            <a:gdLst>
              <a:gd name="connsiteX0" fmla="*/ 0 w 859304"/>
              <a:gd name="connsiteY0" fmla="*/ 859256 h 859304"/>
              <a:gd name="connsiteX1" fmla="*/ 859304 w 859304"/>
              <a:gd name="connsiteY1" fmla="*/ -49 h 859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59304" h="859304" extrusionOk="0">
                <a:moveTo>
                  <a:pt x="0" y="859256"/>
                </a:moveTo>
                <a:cubicBezTo>
                  <a:pt x="474575" y="859256"/>
                  <a:pt x="859304" y="474527"/>
                  <a:pt x="859304" y="-49"/>
                </a:cubicBezTo>
              </a:path>
            </a:pathLst>
          </a:custGeom>
          <a:noFill/>
          <a:ln w="208146" cap="flat">
            <a:solidFill>
              <a:schemeClr val="accent3">
                <a:lumMod val="20000"/>
                <a:lumOff val="8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NZ" sz="1800" b="0" i="0" u="none" strike="noStrike" cap="none" spc="0">
              <a:ln>
                <a:noFill/>
              </a:ln>
              <a:solidFill>
                <a:srgbClr val="FFFFFF"/>
              </a:solidFill>
              <a:ea typeface="Arial"/>
              <a:cs typeface="Arial"/>
            </a:endParaRPr>
          </a:p>
        </p:txBody>
      </p:sp>
      <p:sp>
        <p:nvSpPr>
          <p:cNvPr id="31764788" name="Freeform: Shape 3197"/>
          <p:cNvSpPr/>
          <p:nvPr/>
        </p:nvSpPr>
        <p:spPr bwMode="auto">
          <a:xfrm flipV="1">
            <a:off x="1396365" y="6130570"/>
            <a:ext cx="3015615" cy="92900"/>
          </a:xfrm>
          <a:custGeom>
            <a:avLst/>
            <a:gdLst>
              <a:gd name="connsiteX0" fmla="*/ 2652906 w 2652905"/>
              <a:gd name="connsiteY0" fmla="*/ 0 h 10415"/>
              <a:gd name="connsiteX1" fmla="*/ 0 w 2652905"/>
              <a:gd name="connsiteY1" fmla="*/ 0 h 10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652905" h="10415" extrusionOk="0">
                <a:moveTo>
                  <a:pt x="2652906" y="0"/>
                </a:moveTo>
                <a:lnTo>
                  <a:pt x="0" y="0"/>
                </a:lnTo>
              </a:path>
            </a:pathLst>
          </a:custGeom>
          <a:ln w="208146" cap="flat">
            <a:solidFill>
              <a:schemeClr val="accent3">
                <a:lumMod val="20000"/>
                <a:lumOff val="80000"/>
              </a:schemeClr>
            </a:solidFill>
            <a:prstDash val="solid"/>
            <a:miter/>
          </a:ln>
        </p:spPr>
        <p:txBody>
          <a:bodyPr rtlCol="0" anchor="ctr">
            <a:noAutofit/>
          </a:bodyPr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NZ" sz="1800" b="0" i="0" u="none" strike="noStrike" cap="none" spc="0">
              <a:ln>
                <a:noFill/>
              </a:ln>
              <a:solidFill>
                <a:srgbClr val="FFFFFF"/>
              </a:solidFill>
              <a:ea typeface="Arial"/>
              <a:cs typeface="Arial"/>
            </a:endParaRPr>
          </a:p>
        </p:txBody>
      </p:sp>
      <p:sp>
        <p:nvSpPr>
          <p:cNvPr id="1342834304" name="Freeform: Shape 3199"/>
          <p:cNvSpPr/>
          <p:nvPr/>
        </p:nvSpPr>
        <p:spPr bwMode="auto">
          <a:xfrm flipV="1">
            <a:off x="5776468" y="1544390"/>
            <a:ext cx="2740787" cy="315951"/>
          </a:xfrm>
          <a:custGeom>
            <a:avLst/>
            <a:gdLst>
              <a:gd name="connsiteX0" fmla="*/ 2652906 w 2652905"/>
              <a:gd name="connsiteY0" fmla="*/ 0 h 10415"/>
              <a:gd name="connsiteX1" fmla="*/ 0 w 2652905"/>
              <a:gd name="connsiteY1" fmla="*/ 0 h 10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652905" h="10415" extrusionOk="0">
                <a:moveTo>
                  <a:pt x="2652906" y="0"/>
                </a:moveTo>
                <a:lnTo>
                  <a:pt x="0" y="0"/>
                </a:lnTo>
              </a:path>
            </a:pathLst>
          </a:custGeom>
          <a:ln w="208146" cap="flat">
            <a:solidFill>
              <a:srgbClr val="DBDEDF"/>
            </a:solidFill>
            <a:prstDash val="solid"/>
            <a:miter/>
          </a:ln>
        </p:spPr>
        <p:txBody>
          <a:bodyPr rtlCol="0" anchor="ctr">
            <a:noAutofit/>
          </a:bodyPr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800" b="0" i="0" u="none" strike="noStrike" cap="none" spc="0">
              <a:ln>
                <a:noFill/>
              </a:ln>
              <a:solidFill>
                <a:srgbClr val="000000"/>
              </a:solidFill>
              <a:ea typeface="Arial"/>
              <a:cs typeface="Arial"/>
            </a:endParaRPr>
          </a:p>
        </p:txBody>
      </p:sp>
      <p:grpSp>
        <p:nvGrpSpPr>
          <p:cNvPr id="62" name="Группа 61">
            <a:extLst>
              <a:ext uri="{FF2B5EF4-FFF2-40B4-BE49-F238E27FC236}">
                <a16:creationId xmlns:a16="http://schemas.microsoft.com/office/drawing/2014/main" id="{B65E3C84-DF00-4115-9AF4-D25B3329DEBA}"/>
              </a:ext>
            </a:extLst>
          </p:cNvPr>
          <p:cNvGrpSpPr/>
          <p:nvPr/>
        </p:nvGrpSpPr>
        <p:grpSpPr>
          <a:xfrm>
            <a:off x="5530850" y="4471864"/>
            <a:ext cx="2528980" cy="207265"/>
            <a:chOff x="5530850" y="4597141"/>
            <a:chExt cx="2528980" cy="207265"/>
          </a:xfrm>
        </p:grpSpPr>
        <p:cxnSp>
          <p:nvCxnSpPr>
            <p:cNvPr id="2070985308" name="GreyLineSeparatorDefault 3092"/>
            <p:cNvCxnSpPr>
              <a:cxnSpLocks/>
            </p:cNvCxnSpPr>
            <p:nvPr/>
          </p:nvCxnSpPr>
          <p:spPr bwMode="auto">
            <a:xfrm>
              <a:off x="5530850" y="4804406"/>
              <a:ext cx="2528980" cy="0"/>
            </a:xfrm>
            <a:prstGeom prst="straightConnector1">
              <a:avLst/>
            </a:prstGeom>
            <a:ln w="12700" cap="flat">
              <a:solidFill>
                <a:schemeClr val="accent2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4319944" name="TextBox 3196"/>
            <p:cNvSpPr txBox="1">
              <a:spLocks/>
            </p:cNvSpPr>
            <p:nvPr/>
          </p:nvSpPr>
          <p:spPr bwMode="auto">
            <a:xfrm>
              <a:off x="5530850" y="4597141"/>
              <a:ext cx="2528980" cy="153888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/>
                <a:buChar char="​"/>
                <a:defRPr sz="1600">
                  <a:cs typeface="Arial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Font typeface="Wingdings"/>
                <a:buChar char=""/>
                <a:defRPr sz="1600">
                  <a:cs typeface="Arial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Font typeface="Arial"/>
                <a:buChar char="—"/>
                <a:defRPr sz="1600">
                  <a:cs typeface="Arial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Font typeface="Arial"/>
                <a:buChar char="»"/>
                <a:defRPr sz="1600">
                  <a:cs typeface="Arial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/>
                <a:buChar char="›"/>
                <a:defRPr sz="1600">
                  <a:cs typeface="Arial"/>
                </a:defRPr>
              </a:lvl5pPr>
              <a:lvl6pPr marL="91440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/>
                <a:buNone/>
                <a:defRPr sz="1600">
                  <a:cs typeface="Arial"/>
                </a:defRPr>
              </a:lvl6pPr>
              <a:lvl7pPr marL="91440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/>
                <a:buNone/>
                <a:defRPr sz="1600">
                  <a:cs typeface="Arial"/>
                </a:defRPr>
              </a:lvl7pPr>
              <a:lvl8pPr marL="91440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/>
                <a:buNone/>
                <a:defRPr sz="1600">
                  <a:cs typeface="Arial"/>
                </a:defRPr>
              </a:lvl8pPr>
              <a:lvl9pPr marL="91440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/>
                <a:buNone/>
                <a:defRPr sz="1600">
                  <a:cs typeface="Arial"/>
                </a:defRPr>
              </a:lvl9pPr>
            </a:lstStyle>
            <a:p>
              <a:pPr marL="0" marR="0" lvl="0" indent="0" algn="l" defTabSz="914400" rtl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Tx/>
                <a:buFont typeface="Segoe UI"/>
                <a:buChar char="​"/>
                <a:defRPr/>
              </a:pPr>
              <a:r>
                <a:rPr lang="en-NZ" sz="1000" b="1" i="0" u="none" strike="noStrike" cap="none" spc="0" dirty="0">
                  <a:ln>
                    <a:noFill/>
                  </a:ln>
                  <a:latin typeface="+mj-lt"/>
                  <a:ea typeface="Arial"/>
                  <a:cs typeface="Arial"/>
                </a:rPr>
                <a:t>Проверка источника</a:t>
              </a:r>
              <a:endParaRPr dirty="0">
                <a:latin typeface="+mj-lt"/>
              </a:endParaRPr>
            </a:p>
          </p:txBody>
        </p:sp>
      </p:grpSp>
      <p:sp>
        <p:nvSpPr>
          <p:cNvPr id="1749497712" name="TextBox 3175"/>
          <p:cNvSpPr txBox="1">
            <a:spLocks/>
          </p:cNvSpPr>
          <p:nvPr/>
        </p:nvSpPr>
        <p:spPr bwMode="auto">
          <a:xfrm>
            <a:off x="5530850" y="2099576"/>
            <a:ext cx="2528980" cy="307777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/>
              <a:buChar char="​"/>
              <a:defRPr sz="1600">
                <a:cs typeface="Arial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Wingdings"/>
              <a:buChar char=""/>
              <a:defRPr sz="1600">
                <a:cs typeface="Arial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Arial"/>
              <a:buChar char="—"/>
              <a:defRPr sz="1600">
                <a:cs typeface="Arial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Arial"/>
              <a:buChar char="»"/>
              <a:defRPr sz="1600">
                <a:cs typeface="Arial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/>
              <a:buChar char="›"/>
              <a:defRPr sz="1600">
                <a:cs typeface="Arial"/>
              </a:defRPr>
            </a:lvl5pPr>
            <a:lvl6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None/>
              <a:defRPr sz="1600">
                <a:cs typeface="Arial"/>
              </a:defRPr>
            </a:lvl6pPr>
            <a:lvl7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None/>
              <a:defRPr sz="1600">
                <a:cs typeface="Arial"/>
              </a:defRPr>
            </a:lvl7pPr>
            <a:lvl8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None/>
              <a:defRPr sz="1600">
                <a:cs typeface="Arial"/>
              </a:defRPr>
            </a:lvl8pPr>
            <a:lvl9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None/>
              <a:defRPr sz="1600">
                <a:cs typeface="Arial"/>
              </a:defRPr>
            </a:lvl9pPr>
          </a:lstStyle>
          <a:p>
            <a:pPr marL="0" marR="0" lvl="0" indent="0" algn="l" defTabSz="914400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Tx/>
              <a:buFont typeface="Segoe UI"/>
              <a:buChar char="​"/>
              <a:defRPr/>
            </a:pPr>
            <a:r>
              <a:rPr lang="en-US" sz="1000" b="1" i="0" u="none" strike="noStrike" cap="none" spc="0" dirty="0">
                <a:ln>
                  <a:noFill/>
                </a:ln>
                <a:latin typeface="+mj-lt"/>
                <a:ea typeface="Arial"/>
                <a:cs typeface="Arial"/>
              </a:rPr>
              <a:t>Подключение и каталог</a:t>
            </a:r>
            <a:endParaRPr dirty="0">
              <a:latin typeface="+mj-lt"/>
            </a:endParaRPr>
          </a:p>
        </p:txBody>
      </p:sp>
      <p:cxnSp>
        <p:nvCxnSpPr>
          <p:cNvPr id="1572910986" name="GreyLineSeparatorDefault 3092"/>
          <p:cNvCxnSpPr>
            <a:cxnSpLocks/>
          </p:cNvCxnSpPr>
          <p:nvPr/>
        </p:nvCxnSpPr>
        <p:spPr bwMode="auto">
          <a:xfrm>
            <a:off x="5530850" y="2460730"/>
            <a:ext cx="2528980" cy="0"/>
          </a:xfrm>
          <a:prstGeom prst="straightConnector1">
            <a:avLst/>
          </a:prstGeom>
          <a:ln w="12700" cap="flat">
            <a:solidFill>
              <a:schemeClr val="accent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Группа 59">
            <a:extLst>
              <a:ext uri="{FF2B5EF4-FFF2-40B4-BE49-F238E27FC236}">
                <a16:creationId xmlns:a16="http://schemas.microsoft.com/office/drawing/2014/main" id="{FEF15937-9EF9-422A-9BAA-F5007AB17D23}"/>
              </a:ext>
            </a:extLst>
          </p:cNvPr>
          <p:cNvGrpSpPr/>
          <p:nvPr/>
        </p:nvGrpSpPr>
        <p:grpSpPr>
          <a:xfrm>
            <a:off x="1290654" y="1585500"/>
            <a:ext cx="3360595" cy="207265"/>
            <a:chOff x="1290654" y="1585500"/>
            <a:chExt cx="3360595" cy="207265"/>
          </a:xfrm>
        </p:grpSpPr>
        <p:sp>
          <p:nvSpPr>
            <p:cNvPr id="1287337297" name="TextBox 8"/>
            <p:cNvSpPr txBox="1"/>
            <p:nvPr/>
          </p:nvSpPr>
          <p:spPr bwMode="auto">
            <a:xfrm>
              <a:off x="1290654" y="1585500"/>
              <a:ext cx="3360595" cy="153888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/>
                <a:buChar char="​"/>
                <a:defRPr sz="1600">
                  <a:cs typeface="Arial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Font typeface="Wingdings"/>
                <a:buChar char=""/>
                <a:defRPr sz="1600">
                  <a:cs typeface="Arial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Font typeface="Arial"/>
                <a:buChar char="—"/>
                <a:defRPr sz="1600">
                  <a:cs typeface="Arial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Font typeface="Arial"/>
                <a:buChar char="»"/>
                <a:defRPr sz="1600">
                  <a:cs typeface="Arial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/>
                <a:buChar char="›"/>
                <a:defRPr sz="1600">
                  <a:cs typeface="Arial"/>
                </a:defRPr>
              </a:lvl5pPr>
              <a:lvl6pPr marL="91440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/>
                <a:buNone/>
                <a:defRPr sz="1600">
                  <a:cs typeface="Arial"/>
                </a:defRPr>
              </a:lvl6pPr>
              <a:lvl7pPr marL="91440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/>
                <a:buNone/>
                <a:defRPr sz="1600">
                  <a:cs typeface="Arial"/>
                </a:defRPr>
              </a:lvl7pPr>
              <a:lvl8pPr marL="91440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/>
                <a:buNone/>
                <a:defRPr sz="1600">
                  <a:cs typeface="Arial"/>
                </a:defRPr>
              </a:lvl8pPr>
              <a:lvl9pPr marL="91440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/>
                <a:buNone/>
                <a:defRPr sz="1600">
                  <a:cs typeface="Arial"/>
                </a:defRPr>
              </a:lvl9pPr>
            </a:lstStyle>
            <a:p>
              <a:pPr marL="0" marR="0" lvl="0" indent="0" algn="l" defTabSz="914400" rtl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Tx/>
                <a:buFont typeface="Segoe UI"/>
                <a:buChar char="​"/>
                <a:defRPr/>
              </a:pPr>
              <a:r>
                <a:rPr lang="en-US" sz="1000" b="1" i="0" u="none" strike="noStrike" cap="none" spc="0" dirty="0">
                  <a:ln>
                    <a:noFill/>
                  </a:ln>
                  <a:latin typeface="+mj-lt"/>
                  <a:ea typeface="Arial"/>
                  <a:cs typeface="Arial"/>
                </a:rPr>
                <a:t>Заказ на данные</a:t>
              </a:r>
              <a:endParaRPr dirty="0">
                <a:latin typeface="+mj-lt"/>
              </a:endParaRPr>
            </a:p>
          </p:txBody>
        </p:sp>
        <p:cxnSp>
          <p:nvCxnSpPr>
            <p:cNvPr id="773170997" name="GreyLineSeparatorDefault 3092"/>
            <p:cNvCxnSpPr/>
            <p:nvPr/>
          </p:nvCxnSpPr>
          <p:spPr bwMode="auto">
            <a:xfrm>
              <a:off x="1290654" y="1792765"/>
              <a:ext cx="3360595" cy="0"/>
            </a:xfrm>
            <a:prstGeom prst="straightConnector1">
              <a:avLst/>
            </a:prstGeom>
            <a:ln w="12700" cap="flat">
              <a:solidFill>
                <a:schemeClr val="accent2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Группа 58">
            <a:extLst>
              <a:ext uri="{FF2B5EF4-FFF2-40B4-BE49-F238E27FC236}">
                <a16:creationId xmlns:a16="http://schemas.microsoft.com/office/drawing/2014/main" id="{DC9F6301-6FC1-4D04-98D9-10E4C7E995B2}"/>
              </a:ext>
            </a:extLst>
          </p:cNvPr>
          <p:cNvGrpSpPr/>
          <p:nvPr/>
        </p:nvGrpSpPr>
        <p:grpSpPr>
          <a:xfrm>
            <a:off x="1290654" y="4057815"/>
            <a:ext cx="3360595" cy="207265"/>
            <a:chOff x="1290654" y="4129825"/>
            <a:chExt cx="3360595" cy="207265"/>
          </a:xfrm>
        </p:grpSpPr>
        <p:cxnSp>
          <p:nvCxnSpPr>
            <p:cNvPr id="1573490777" name="GreyLineSeparatorDefault 3092"/>
            <p:cNvCxnSpPr/>
            <p:nvPr/>
          </p:nvCxnSpPr>
          <p:spPr bwMode="auto">
            <a:xfrm>
              <a:off x="1290654" y="4337090"/>
              <a:ext cx="3360595" cy="0"/>
            </a:xfrm>
            <a:prstGeom prst="straightConnector1">
              <a:avLst/>
            </a:prstGeom>
            <a:ln w="12700" cap="flat">
              <a:solidFill>
                <a:schemeClr val="accent2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16954786" name="TextBox 61"/>
            <p:cNvSpPr txBox="1"/>
            <p:nvPr/>
          </p:nvSpPr>
          <p:spPr bwMode="auto">
            <a:xfrm>
              <a:off x="1290654" y="4129825"/>
              <a:ext cx="3360595" cy="153888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/>
                <a:buChar char="​"/>
                <a:defRPr sz="1600">
                  <a:cs typeface="Arial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Font typeface="Wingdings"/>
                <a:buChar char=""/>
                <a:defRPr sz="1600">
                  <a:cs typeface="Arial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Font typeface="Arial"/>
                <a:buChar char="—"/>
                <a:defRPr sz="1600">
                  <a:cs typeface="Arial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Font typeface="Arial"/>
                <a:buChar char="»"/>
                <a:defRPr sz="1600">
                  <a:cs typeface="Arial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/>
                <a:buChar char="›"/>
                <a:defRPr sz="1600">
                  <a:cs typeface="Arial"/>
                </a:defRPr>
              </a:lvl5pPr>
              <a:lvl6pPr marL="91440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/>
                <a:buNone/>
                <a:defRPr sz="1600">
                  <a:cs typeface="Arial"/>
                </a:defRPr>
              </a:lvl6pPr>
              <a:lvl7pPr marL="91440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/>
                <a:buNone/>
                <a:defRPr sz="1600">
                  <a:cs typeface="Arial"/>
                </a:defRPr>
              </a:lvl7pPr>
              <a:lvl8pPr marL="91440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/>
                <a:buNone/>
                <a:defRPr sz="1600">
                  <a:cs typeface="Arial"/>
                </a:defRPr>
              </a:lvl8pPr>
              <a:lvl9pPr marL="91440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/>
                <a:buNone/>
                <a:defRPr sz="1600">
                  <a:cs typeface="Arial"/>
                </a:defRPr>
              </a:lvl9pPr>
            </a:lstStyle>
            <a:p>
              <a:pPr marL="0" marR="0" lvl="0" indent="0" algn="l" defTabSz="914400" rtl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Tx/>
                <a:buFont typeface="Segoe UI"/>
                <a:buChar char="​"/>
                <a:defRPr/>
              </a:pPr>
              <a:r>
                <a:rPr lang="en-NZ" sz="1000" b="1" i="0" u="none" strike="noStrike" cap="none" spc="0" dirty="0">
                  <a:ln>
                    <a:noFill/>
                  </a:ln>
                  <a:latin typeface="+mj-lt"/>
                  <a:ea typeface="Arial"/>
                  <a:cs typeface="Arial"/>
                </a:rPr>
                <a:t>Согласия и правовое основание</a:t>
              </a:r>
              <a:endParaRPr dirty="0">
                <a:latin typeface="+mj-lt"/>
              </a:endParaRPr>
            </a:p>
          </p:txBody>
        </p:sp>
      </p:grpSp>
      <p:sp>
        <p:nvSpPr>
          <p:cNvPr id="672629539" name="Freeform: Shape 3251"/>
          <p:cNvSpPr/>
          <p:nvPr/>
        </p:nvSpPr>
        <p:spPr bwMode="auto">
          <a:xfrm rot="5400000" flipH="1" flipV="1">
            <a:off x="4257267" y="4805911"/>
            <a:ext cx="1765953" cy="92900"/>
          </a:xfrm>
          <a:custGeom>
            <a:avLst/>
            <a:gdLst>
              <a:gd name="connsiteX0" fmla="*/ 2652906 w 2652905"/>
              <a:gd name="connsiteY0" fmla="*/ 0 h 10415"/>
              <a:gd name="connsiteX1" fmla="*/ 0 w 2652905"/>
              <a:gd name="connsiteY1" fmla="*/ 0 h 10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652905" h="10415" extrusionOk="0">
                <a:moveTo>
                  <a:pt x="2652906" y="0"/>
                </a:moveTo>
                <a:lnTo>
                  <a:pt x="0" y="0"/>
                </a:lnTo>
              </a:path>
            </a:pathLst>
          </a:custGeom>
          <a:ln w="208146" cap="flat">
            <a:solidFill>
              <a:srgbClr val="DBDEDF"/>
            </a:solidFill>
            <a:prstDash val="solid"/>
            <a:miter/>
          </a:ln>
        </p:spPr>
        <p:txBody>
          <a:bodyPr rtlCol="0" anchor="ctr">
            <a:noAutofit/>
          </a:bodyPr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NZ" sz="1800" b="0" i="0" u="none" strike="noStrike" cap="none" spc="0">
              <a:ln>
                <a:noFill/>
              </a:ln>
              <a:solidFill>
                <a:srgbClr val="FFFFFF"/>
              </a:solidFill>
              <a:ea typeface="Arial"/>
              <a:cs typeface="Arial"/>
            </a:endParaRPr>
          </a:p>
        </p:txBody>
      </p:sp>
      <p:sp>
        <p:nvSpPr>
          <p:cNvPr id="295269455" name="Diamond 57"/>
          <p:cNvSpPr/>
          <p:nvPr/>
        </p:nvSpPr>
        <p:spPr bwMode="auto">
          <a:xfrm>
            <a:off x="8368350" y="1584960"/>
            <a:ext cx="560818" cy="561975"/>
          </a:xfrm>
          <a:prstGeom prst="roundRect">
            <a:avLst/>
          </a:prstGeom>
          <a:solidFill>
            <a:schemeClr val="accent1"/>
          </a:solidFill>
          <a:ln w="38100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Tx/>
              <a:buNone/>
              <a:defRPr/>
            </a:pPr>
            <a:r>
              <a:rPr lang="ru-RU" sz="2400" b="1" i="0" u="none" strike="noStrike" cap="none" spc="0" dirty="0">
                <a:ln>
                  <a:noFill/>
                </a:ln>
                <a:solidFill>
                  <a:schemeClr val="tx2">
                    <a:alpha val="30000"/>
                  </a:schemeClr>
                </a:solidFill>
                <a:ea typeface="Arial"/>
                <a:cs typeface="Arial"/>
              </a:rPr>
              <a:t>0</a:t>
            </a:r>
            <a:r>
              <a:rPr lang="ru-RU" sz="2400" b="1" i="0" u="none" strike="noStrike" cap="none" spc="0" dirty="0">
                <a:ln>
                  <a:noFill/>
                </a:ln>
                <a:solidFill>
                  <a:schemeClr val="tx2"/>
                </a:solidFill>
                <a:ea typeface="Arial"/>
                <a:cs typeface="Arial"/>
              </a:rPr>
              <a:t>5</a:t>
            </a:r>
            <a:endParaRPr lang="en-US" sz="2400" b="1" i="0" u="none" strike="noStrike" cap="none" spc="0" dirty="0">
              <a:ln>
                <a:noFill/>
              </a:ln>
              <a:solidFill>
                <a:schemeClr val="tx2"/>
              </a:solidFill>
              <a:ea typeface="Arial"/>
              <a:cs typeface="Arial"/>
            </a:endParaRPr>
          </a:p>
        </p:txBody>
      </p:sp>
      <p:sp>
        <p:nvSpPr>
          <p:cNvPr id="1169393489" name="TextBox 60"/>
          <p:cNvSpPr txBox="1">
            <a:spLocks/>
          </p:cNvSpPr>
          <p:nvPr/>
        </p:nvSpPr>
        <p:spPr bwMode="auto">
          <a:xfrm>
            <a:off x="8404860" y="2212848"/>
            <a:ext cx="3063626" cy="32918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/>
              <a:buChar char="​"/>
              <a:defRPr sz="1600">
                <a:cs typeface="Arial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Wingdings"/>
              <a:buChar char=""/>
              <a:defRPr sz="1600">
                <a:cs typeface="Arial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Arial"/>
              <a:buChar char="—"/>
              <a:defRPr sz="1600">
                <a:cs typeface="Arial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Arial"/>
              <a:buChar char="»"/>
              <a:defRPr sz="1600">
                <a:cs typeface="Arial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/>
              <a:buChar char="›"/>
              <a:defRPr sz="1600">
                <a:cs typeface="Arial"/>
              </a:defRPr>
            </a:lvl5pPr>
            <a:lvl6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None/>
              <a:defRPr sz="1600">
                <a:cs typeface="Arial"/>
              </a:defRPr>
            </a:lvl6pPr>
            <a:lvl7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None/>
              <a:defRPr sz="1600">
                <a:cs typeface="Arial"/>
              </a:defRPr>
            </a:lvl7pPr>
            <a:lvl8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None/>
              <a:defRPr sz="1600">
                <a:cs typeface="Arial"/>
              </a:defRPr>
            </a:lvl8pPr>
            <a:lvl9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None/>
              <a:defRPr sz="1600">
                <a:cs typeface="Arial"/>
              </a:defRPr>
            </a:lvl9pPr>
          </a:lstStyle>
          <a:p>
            <a:pPr marL="0" marR="0" lvl="0" indent="0" algn="l" defTabSz="914400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/>
              <a:buChar char="​"/>
              <a:defRPr/>
            </a:pPr>
            <a:r>
              <a:rPr lang="en-US" sz="1000" b="1" i="0" u="none" strike="noStrike" cap="none" spc="0" dirty="0">
                <a:ln>
                  <a:noFill/>
                </a:ln>
                <a:solidFill>
                  <a:schemeClr val="accent1"/>
                </a:solidFill>
                <a:latin typeface="+mj-lt"/>
                <a:ea typeface="Arial"/>
                <a:cs typeface="Arial"/>
              </a:rPr>
              <a:t>Полный цифровой профиль клиента и оперативный кредитный мониторинг</a:t>
            </a:r>
            <a:endParaRPr dirty="0">
              <a:solidFill>
                <a:schemeClr val="accent1"/>
              </a:solidFill>
              <a:latin typeface="+mj-lt"/>
            </a:endParaRPr>
          </a:p>
        </p:txBody>
      </p:sp>
      <p:cxnSp>
        <p:nvCxnSpPr>
          <p:cNvPr id="1577308547" name="GreyLineSeparatorDefault 3092"/>
          <p:cNvCxnSpPr>
            <a:cxnSpLocks/>
          </p:cNvCxnSpPr>
          <p:nvPr/>
        </p:nvCxnSpPr>
        <p:spPr bwMode="auto">
          <a:xfrm>
            <a:off x="8404860" y="2615184"/>
            <a:ext cx="3063626" cy="0"/>
          </a:xfrm>
          <a:prstGeom prst="straightConnector1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miter lim="800000"/>
            <a:tailEnd type="none"/>
          </a:ln>
          <a:effectLst/>
        </p:spPr>
      </p:cxnSp>
      <p:sp>
        <p:nvSpPr>
          <p:cNvPr id="170" name="Sticker">
            <a:extLst>
              <a:ext uri="{FF2B5EF4-FFF2-40B4-BE49-F238E27FC236}">
                <a16:creationId xmlns:a16="http://schemas.microsoft.com/office/drawing/2014/main" id="{9B9FBAC7-38CE-4958-9AEE-939524266759}"/>
              </a:ext>
            </a:extLst>
          </p:cNvPr>
          <p:cNvSpPr txBox="1"/>
          <p:nvPr/>
        </p:nvSpPr>
        <p:spPr>
          <a:xfrm>
            <a:off x="8412480" y="41597"/>
            <a:ext cx="3227832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en-US" sz="800" dirty="0"/>
              <a:t>Предложение проектной команды</a:t>
            </a:r>
            <a:endParaRPr lang="ru-RU" sz="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3821F7-8E41-40DE-AB7B-28B49F1CEDCF}"/>
              </a:ext>
            </a:extLst>
          </p:cNvPr>
          <p:cNvSpPr txBox="1"/>
          <p:nvPr/>
        </p:nvSpPr>
        <p:spPr>
          <a:xfrm>
            <a:off x="9025128" y="983828"/>
            <a:ext cx="2651760" cy="21544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de-CH" sz="1400" b="1" dirty="0">
                <a:latin typeface="+mj-lt"/>
              </a:rPr>
              <a:t>ЧТО ПОЛУЧАЕТ БАНК</a:t>
            </a:r>
          </a:p>
        </p:txBody>
      </p:sp>
      <p:sp>
        <p:nvSpPr>
          <p:cNvPr id="183" name="Diamond 57">
            <a:extLst>
              <a:ext uri="{FF2B5EF4-FFF2-40B4-BE49-F238E27FC236}">
                <a16:creationId xmlns:a16="http://schemas.microsoft.com/office/drawing/2014/main" id="{9CD90D84-6DA4-4399-A527-835E40A853DA}"/>
              </a:ext>
            </a:extLst>
          </p:cNvPr>
          <p:cNvSpPr/>
          <p:nvPr/>
        </p:nvSpPr>
        <p:spPr bwMode="auto">
          <a:xfrm>
            <a:off x="4812952" y="2179740"/>
            <a:ext cx="560818" cy="561975"/>
          </a:xfrm>
          <a:prstGeom prst="roundRect">
            <a:avLst/>
          </a:prstGeom>
          <a:solidFill>
            <a:schemeClr val="accent2"/>
          </a:solidFill>
          <a:ln w="38100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Tx/>
              <a:buNone/>
              <a:defRPr/>
            </a:pPr>
            <a:r>
              <a:rPr lang="ru-RU" sz="2400" b="1" i="0" u="none" strike="noStrike" cap="none" spc="0" dirty="0">
                <a:ln>
                  <a:noFill/>
                </a:ln>
                <a:solidFill>
                  <a:schemeClr val="tx2">
                    <a:alpha val="30000"/>
                  </a:schemeClr>
                </a:solidFill>
                <a:ea typeface="Arial"/>
                <a:cs typeface="Arial"/>
              </a:rPr>
              <a:t>0</a:t>
            </a:r>
            <a:r>
              <a:rPr lang="ru-RU" sz="2400" b="1" i="0" u="none" strike="noStrike" cap="none" spc="0" dirty="0">
                <a:ln>
                  <a:noFill/>
                </a:ln>
                <a:solidFill>
                  <a:schemeClr val="tx2"/>
                </a:solidFill>
                <a:ea typeface="Arial"/>
                <a:cs typeface="Arial"/>
              </a:rPr>
              <a:t>4</a:t>
            </a:r>
            <a:endParaRPr lang="en-US" sz="2400" b="1" i="0" u="none" strike="noStrike" cap="none" spc="0" dirty="0">
              <a:ln>
                <a:noFill/>
              </a:ln>
              <a:solidFill>
                <a:schemeClr val="tx2"/>
              </a:solidFill>
              <a:ea typeface="Arial"/>
              <a:cs typeface="Arial"/>
            </a:endParaRPr>
          </a:p>
        </p:txBody>
      </p:sp>
      <p:sp>
        <p:nvSpPr>
          <p:cNvPr id="184" name="Diamond 57">
            <a:extLst>
              <a:ext uri="{FF2B5EF4-FFF2-40B4-BE49-F238E27FC236}">
                <a16:creationId xmlns:a16="http://schemas.microsoft.com/office/drawing/2014/main" id="{BBC75877-9B93-444A-B9E9-A54B7B697DA1}"/>
              </a:ext>
            </a:extLst>
          </p:cNvPr>
          <p:cNvSpPr/>
          <p:nvPr/>
        </p:nvSpPr>
        <p:spPr bwMode="auto">
          <a:xfrm>
            <a:off x="4812952" y="4395208"/>
            <a:ext cx="560818" cy="561975"/>
          </a:xfrm>
          <a:prstGeom prst="roundRect">
            <a:avLst/>
          </a:prstGeom>
          <a:solidFill>
            <a:schemeClr val="accent2"/>
          </a:solidFill>
          <a:ln w="38100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Tx/>
              <a:buNone/>
              <a:defRPr/>
            </a:pPr>
            <a:r>
              <a:rPr lang="ru-RU" sz="2400" b="1" i="0" u="none" strike="noStrike" cap="none" spc="0" dirty="0">
                <a:ln>
                  <a:noFill/>
                </a:ln>
                <a:solidFill>
                  <a:schemeClr val="tx2">
                    <a:alpha val="30000"/>
                  </a:schemeClr>
                </a:solidFill>
                <a:ea typeface="Arial"/>
                <a:cs typeface="Arial"/>
              </a:rPr>
              <a:t>0</a:t>
            </a:r>
            <a:r>
              <a:rPr lang="ru-RU" sz="2400" b="1" i="0" u="none" strike="noStrike" cap="none" spc="0" dirty="0">
                <a:ln>
                  <a:noFill/>
                </a:ln>
                <a:solidFill>
                  <a:schemeClr val="tx2"/>
                </a:solidFill>
                <a:ea typeface="Arial"/>
                <a:cs typeface="Arial"/>
              </a:rPr>
              <a:t>3</a:t>
            </a:r>
            <a:endParaRPr lang="en-US" sz="2400" b="1" i="0" u="none" strike="noStrike" cap="none" spc="0" dirty="0">
              <a:ln>
                <a:noFill/>
              </a:ln>
              <a:solidFill>
                <a:schemeClr val="tx2"/>
              </a:solidFill>
              <a:ea typeface="Arial"/>
              <a:cs typeface="Arial"/>
            </a:endParaRPr>
          </a:p>
        </p:txBody>
      </p:sp>
      <p:sp>
        <p:nvSpPr>
          <p:cNvPr id="185" name="Diamond 57">
            <a:extLst>
              <a:ext uri="{FF2B5EF4-FFF2-40B4-BE49-F238E27FC236}">
                <a16:creationId xmlns:a16="http://schemas.microsoft.com/office/drawing/2014/main" id="{FF81C446-D7B2-491E-9424-AF6AE42EF119}"/>
              </a:ext>
            </a:extLst>
          </p:cNvPr>
          <p:cNvSpPr/>
          <p:nvPr/>
        </p:nvSpPr>
        <p:spPr bwMode="auto">
          <a:xfrm>
            <a:off x="421682" y="3979988"/>
            <a:ext cx="560818" cy="561975"/>
          </a:xfrm>
          <a:prstGeom prst="roundRect">
            <a:avLst/>
          </a:prstGeom>
          <a:solidFill>
            <a:schemeClr val="accent2"/>
          </a:solidFill>
          <a:ln w="38100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Tx/>
              <a:buNone/>
              <a:defRPr/>
            </a:pPr>
            <a:r>
              <a:rPr lang="ru-RU" sz="2400" b="1" i="0" u="none" strike="noStrike" cap="none" spc="0" dirty="0">
                <a:ln>
                  <a:noFill/>
                </a:ln>
                <a:solidFill>
                  <a:schemeClr val="tx2">
                    <a:alpha val="30000"/>
                  </a:schemeClr>
                </a:solidFill>
                <a:ea typeface="Arial"/>
                <a:cs typeface="Arial"/>
              </a:rPr>
              <a:t>0</a:t>
            </a:r>
            <a:r>
              <a:rPr lang="ru-RU" sz="2400" b="1" i="0" u="none" strike="noStrike" cap="none" spc="0" dirty="0">
                <a:ln>
                  <a:noFill/>
                </a:ln>
                <a:solidFill>
                  <a:schemeClr val="tx2"/>
                </a:solidFill>
                <a:ea typeface="Arial"/>
                <a:cs typeface="Arial"/>
              </a:rPr>
              <a:t>2</a:t>
            </a:r>
            <a:endParaRPr lang="en-US" sz="2400" b="1" i="0" u="none" strike="noStrike" cap="none" spc="0" dirty="0">
              <a:ln>
                <a:noFill/>
              </a:ln>
              <a:solidFill>
                <a:schemeClr val="tx2"/>
              </a:solidFill>
              <a:ea typeface="Arial"/>
              <a:cs typeface="Arial"/>
            </a:endParaRPr>
          </a:p>
        </p:txBody>
      </p:sp>
      <p:sp>
        <p:nvSpPr>
          <p:cNvPr id="186" name="Diamond 57">
            <a:extLst>
              <a:ext uri="{FF2B5EF4-FFF2-40B4-BE49-F238E27FC236}">
                <a16:creationId xmlns:a16="http://schemas.microsoft.com/office/drawing/2014/main" id="{51F60698-AAD8-4CCF-8654-B7FFEAE42877}"/>
              </a:ext>
            </a:extLst>
          </p:cNvPr>
          <p:cNvSpPr/>
          <p:nvPr/>
        </p:nvSpPr>
        <p:spPr bwMode="auto">
          <a:xfrm>
            <a:off x="421682" y="1805940"/>
            <a:ext cx="560818" cy="561975"/>
          </a:xfrm>
          <a:prstGeom prst="roundRect">
            <a:avLst/>
          </a:prstGeom>
          <a:solidFill>
            <a:schemeClr val="accent2"/>
          </a:solidFill>
          <a:ln w="38100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Tx/>
              <a:buNone/>
              <a:defRPr/>
            </a:pPr>
            <a:r>
              <a:rPr lang="ru-RU" sz="2400" b="1" i="0" u="none" strike="noStrike" cap="none" spc="0" dirty="0">
                <a:ln>
                  <a:noFill/>
                </a:ln>
                <a:solidFill>
                  <a:schemeClr val="tx2">
                    <a:alpha val="30000"/>
                  </a:schemeClr>
                </a:solidFill>
                <a:ea typeface="Arial"/>
                <a:cs typeface="Arial"/>
              </a:rPr>
              <a:t>0</a:t>
            </a:r>
            <a:r>
              <a:rPr lang="ru-RU" sz="2400" b="1" i="0" u="none" strike="noStrike" cap="none" spc="0" dirty="0">
                <a:ln>
                  <a:noFill/>
                </a:ln>
                <a:solidFill>
                  <a:schemeClr val="tx2"/>
                </a:solidFill>
                <a:ea typeface="Arial"/>
                <a:cs typeface="Arial"/>
              </a:rPr>
              <a:t>1</a:t>
            </a:r>
            <a:endParaRPr lang="en-US" sz="2400" b="1" i="0" u="none" strike="noStrike" cap="none" spc="0" dirty="0">
              <a:ln>
                <a:noFill/>
              </a:ln>
              <a:solidFill>
                <a:schemeClr val="tx2"/>
              </a:solidFill>
              <a:ea typeface="Arial"/>
              <a:cs typeface="Arial"/>
            </a:endParaRPr>
          </a:p>
        </p:txBody>
      </p:sp>
      <p:sp>
        <p:nvSpPr>
          <p:cNvPr id="188" name="Diamond 57">
            <a:extLst>
              <a:ext uri="{FF2B5EF4-FFF2-40B4-BE49-F238E27FC236}">
                <a16:creationId xmlns:a16="http://schemas.microsoft.com/office/drawing/2014/main" id="{61F7BC69-D14E-41BC-B812-B3987DB95160}"/>
              </a:ext>
            </a:extLst>
          </p:cNvPr>
          <p:cNvSpPr/>
          <p:nvPr/>
        </p:nvSpPr>
        <p:spPr bwMode="auto">
          <a:xfrm>
            <a:off x="8368350" y="810563"/>
            <a:ext cx="560818" cy="561975"/>
          </a:xfrm>
          <a:prstGeom prst="roundRect">
            <a:avLst/>
          </a:prstGeom>
          <a:solidFill>
            <a:schemeClr val="tx2"/>
          </a:solidFill>
          <a:ln w="12700" cap="flat">
            <a:solidFill>
              <a:schemeClr val="accent1"/>
            </a:solidFill>
            <a:prstDash val="solid"/>
            <a:miter/>
          </a:ln>
        </p:spPr>
        <p:txBody>
          <a:bodyPr lIns="0" tIns="0" rIns="0" bIns="0" rtlCol="0" anchor="ctr"/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en-US" sz="2400" b="1" i="0" u="none" strike="noStrike" cap="none" spc="0" dirty="0">
                <a:ln>
                  <a:noFill/>
                </a:ln>
                <a:solidFill>
                  <a:schemeClr val="accent1">
                    <a:alpha val="30000"/>
                  </a:schemeClr>
                </a:solidFill>
                <a:ea typeface="Arial"/>
                <a:cs typeface="Arial"/>
              </a:rPr>
              <a:t>✓</a:t>
            </a:r>
          </a:p>
        </p:txBody>
      </p:sp>
      <p:pic>
        <p:nvPicPr>
          <p:cNvPr id="64149647" name="Рисунок 64149646">
            <a:extLst>
              <a:ext uri="{FF2B5EF4-FFF2-40B4-BE49-F238E27FC236}">
                <a16:creationId xmlns:a16="http://schemas.microsoft.com/office/drawing/2014/main" id="{37510C7A-7245-441C-925A-0D0D8F8D6F00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97005" y="1337837"/>
            <a:ext cx="1156929" cy="867697"/>
          </a:xfrm>
          <a:prstGeom prst="rect">
            <a:avLst/>
          </a:prstGeom>
        </p:spPr>
      </p:pic>
      <p:pic>
        <p:nvPicPr>
          <p:cNvPr id="64149649" name="Рисунок 64149648">
            <a:extLst>
              <a:ext uri="{FF2B5EF4-FFF2-40B4-BE49-F238E27FC236}">
                <a16:creationId xmlns:a16="http://schemas.microsoft.com/office/drawing/2014/main" id="{D672B049-64A8-4BC3-8BD5-A001AA6D46F1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303" y="5117646"/>
            <a:ext cx="1123666" cy="842750"/>
          </a:xfrm>
          <a:prstGeom prst="rect">
            <a:avLst/>
          </a:prstGeom>
        </p:spPr>
      </p:pic>
      <p:pic>
        <p:nvPicPr>
          <p:cNvPr id="64149651" name="Рисунок 64149650">
            <a:extLst>
              <a:ext uri="{FF2B5EF4-FFF2-40B4-BE49-F238E27FC236}">
                <a16:creationId xmlns:a16="http://schemas.microsoft.com/office/drawing/2014/main" id="{2559240D-4642-415A-8B00-26FC540A7240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6596" y="4686732"/>
            <a:ext cx="1155508" cy="866631"/>
          </a:xfrm>
          <a:prstGeom prst="rect">
            <a:avLst/>
          </a:prstGeom>
        </p:spPr>
      </p:pic>
      <p:pic>
        <p:nvPicPr>
          <p:cNvPr id="64149653" name="Рисунок 64149652">
            <a:extLst>
              <a:ext uri="{FF2B5EF4-FFF2-40B4-BE49-F238E27FC236}">
                <a16:creationId xmlns:a16="http://schemas.microsoft.com/office/drawing/2014/main" id="{DEB619D9-3BCB-477F-A148-1EBDB6E04A4C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40769" y="2880081"/>
            <a:ext cx="1100920" cy="825690"/>
          </a:xfrm>
          <a:prstGeom prst="rect">
            <a:avLst/>
          </a:prstGeom>
        </p:spPr>
      </p:pic>
      <p:pic>
        <p:nvPicPr>
          <p:cNvPr id="64149655" name="Рисунок 64149654">
            <a:extLst>
              <a:ext uri="{FF2B5EF4-FFF2-40B4-BE49-F238E27FC236}">
                <a16:creationId xmlns:a16="http://schemas.microsoft.com/office/drawing/2014/main" id="{DE214B78-CAD2-4AED-BACC-8DB093C902CB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5637" y="2417820"/>
            <a:ext cx="1096781" cy="822586"/>
          </a:xfrm>
          <a:prstGeom prst="rect">
            <a:avLst/>
          </a:prstGeom>
        </p:spPr>
      </p:pic>
      <p:sp>
        <p:nvSpPr>
          <p:cNvPr id="2116954787" name="TextBox 2116954786"/>
          <p:cNvSpPr txBox="1"/>
          <p:nvPr/>
        </p:nvSpPr>
        <p:spPr>
          <a:xfrm>
            <a:off x="1289304" y="1865376"/>
            <a:ext cx="3364992" cy="1371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900" b="1">
                <a:solidFill>
                  <a:srgbClr val="000000"/>
                </a:solidFill>
              </a:rPr>
              <a:t>Потребности бизнеса и рисков</a:t>
            </a:r>
          </a:p>
        </p:txBody>
      </p:sp>
      <p:grpSp>
        <p:nvGrpSpPr>
          <p:cNvPr id="301402" name="Группа 56">
            <a:extLst>
              <a:ext uri="{FF2B5EF4-FFF2-40B4-BE49-F238E27FC236}">
                <a16:creationId xmlns:a16="http://schemas.microsoft.com/office/drawing/2014/main" id="{9C571B3F-041A-4263-85F9-4C0DD0A441AA}"/>
              </a:ext>
            </a:extLst>
          </p:cNvPr>
          <p:cNvGrpSpPr/>
          <p:nvPr/>
        </p:nvGrpSpPr>
        <p:grpSpPr>
          <a:xfrm>
            <a:off x="1289304" y="2075688"/>
            <a:ext cx="338328" cy="338328"/>
            <a:chOff x="1290654" y="2031534"/>
            <a:chExt cx="342067" cy="342067"/>
          </a:xfrm>
        </p:grpSpPr>
        <p:sp>
          <p:nvSpPr>
            <p:cNvPr id="301403" name="Oval 3013"/>
            <p:cNvSpPr>
              <a:spLocks noChangeAspect="1"/>
            </p:cNvSpPr>
            <p:nvPr/>
          </p:nvSpPr>
          <p:spPr bwMode="auto">
            <a:xfrm>
              <a:off x="1290654" y="2031534"/>
              <a:ext cx="342067" cy="342067"/>
            </a:xfrm>
            <a:prstGeom prst="ellipse">
              <a:avLst/>
            </a:prstGeom>
            <a:solidFill>
              <a:schemeClr val="tx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defRPr/>
              </a:pPr>
              <a:endParaRPr lang="en-NZ" sz="1600" b="0" i="0" u="none" strike="noStrike" cap="none" spc="0">
                <a:ln>
                  <a:noFill/>
                </a:ln>
                <a:solidFill>
                  <a:srgbClr val="051C2C"/>
                </a:solidFill>
                <a:ea typeface="Arial"/>
                <a:cs typeface="Arial"/>
              </a:endParaRPr>
            </a:p>
          </p:txBody>
        </p:sp>
        <p:grpSp>
          <p:nvGrpSpPr>
            <p:cNvPr id="301404" name="Group 4119">
              <a:extLst>
                <a:ext uri="{FF2B5EF4-FFF2-40B4-BE49-F238E27FC236}">
                  <a16:creationId xmlns:a16="http://schemas.microsoft.com/office/drawing/2014/main" id="{DA332F9F-1969-4964-9D2C-B36AC8B1F239}"/>
                </a:ext>
              </a:extLst>
            </p:cNvPr>
            <p:cNvGrpSpPr/>
            <p:nvPr/>
          </p:nvGrpSpPr>
          <p:grpSpPr>
            <a:xfrm>
              <a:off x="1351080" y="2106488"/>
              <a:ext cx="221215" cy="192158"/>
              <a:chOff x="506347" y="4038281"/>
              <a:chExt cx="621654" cy="540000"/>
            </a:xfrm>
          </p:grpSpPr>
          <p:sp>
            <p:nvSpPr>
              <p:cNvPr id="301405" name="Freeform 75">
                <a:extLst>
                  <a:ext uri="{FF2B5EF4-FFF2-40B4-BE49-F238E27FC236}">
                    <a16:creationId xmlns:a16="http://schemas.microsoft.com/office/drawing/2014/main" id="{81A2D3FD-0282-433E-B6D8-E99F315A46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6509" y="4327878"/>
                <a:ext cx="212299" cy="250403"/>
              </a:xfrm>
              <a:custGeom>
                <a:avLst/>
                <a:gdLst>
                  <a:gd name="T0" fmla="*/ 65 w 65"/>
                  <a:gd name="T1" fmla="*/ 77 h 77"/>
                  <a:gd name="T2" fmla="*/ 40 w 65"/>
                  <a:gd name="T3" fmla="*/ 18 h 77"/>
                  <a:gd name="T4" fmla="*/ 0 w 65"/>
                  <a:gd name="T5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5" h="77">
                    <a:moveTo>
                      <a:pt x="65" y="77"/>
                    </a:moveTo>
                    <a:cubicBezTo>
                      <a:pt x="65" y="77"/>
                      <a:pt x="65" y="31"/>
                      <a:pt x="40" y="18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406" name="Freeform 76">
                <a:extLst>
                  <a:ext uri="{FF2B5EF4-FFF2-40B4-BE49-F238E27FC236}">
                    <a16:creationId xmlns:a16="http://schemas.microsoft.com/office/drawing/2014/main" id="{595BA40D-39B3-43E8-A56C-CDA1FAA6CD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5541" y="4327878"/>
                <a:ext cx="213387" cy="250403"/>
              </a:xfrm>
              <a:custGeom>
                <a:avLst/>
                <a:gdLst>
                  <a:gd name="T0" fmla="*/ 0 w 65"/>
                  <a:gd name="T1" fmla="*/ 77 h 77"/>
                  <a:gd name="T2" fmla="*/ 25 w 65"/>
                  <a:gd name="T3" fmla="*/ 18 h 77"/>
                  <a:gd name="T4" fmla="*/ 65 w 65"/>
                  <a:gd name="T5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5" h="77">
                    <a:moveTo>
                      <a:pt x="0" y="77"/>
                    </a:moveTo>
                    <a:cubicBezTo>
                      <a:pt x="0" y="77"/>
                      <a:pt x="0" y="31"/>
                      <a:pt x="25" y="18"/>
                    </a:cubicBezTo>
                    <a:cubicBezTo>
                      <a:pt x="65" y="0"/>
                      <a:pt x="65" y="0"/>
                      <a:pt x="65" y="0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407" name="Freeform 77">
                <a:extLst>
                  <a:ext uri="{FF2B5EF4-FFF2-40B4-BE49-F238E27FC236}">
                    <a16:creationId xmlns:a16="http://schemas.microsoft.com/office/drawing/2014/main" id="{EFA28CB1-22E2-48FC-AAA1-4D8F9873C1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315" y="4347474"/>
                <a:ext cx="91451" cy="81654"/>
              </a:xfrm>
              <a:custGeom>
                <a:avLst/>
                <a:gdLst>
                  <a:gd name="T0" fmla="*/ 25 w 28"/>
                  <a:gd name="T1" fmla="*/ 0 h 25"/>
                  <a:gd name="T2" fmla="*/ 28 w 28"/>
                  <a:gd name="T3" fmla="*/ 25 h 25"/>
                  <a:gd name="T4" fmla="*/ 0 w 28"/>
                  <a:gd name="T5" fmla="*/ 6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8" h="25">
                    <a:moveTo>
                      <a:pt x="25" y="0"/>
                    </a:moveTo>
                    <a:cubicBezTo>
                      <a:pt x="28" y="25"/>
                      <a:pt x="28" y="25"/>
                      <a:pt x="28" y="25"/>
                    </a:cubicBezTo>
                    <a:cubicBezTo>
                      <a:pt x="8" y="20"/>
                      <a:pt x="0" y="6"/>
                      <a:pt x="0" y="6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408" name="Freeform 78">
                <a:extLst>
                  <a:ext uri="{FF2B5EF4-FFF2-40B4-BE49-F238E27FC236}">
                    <a16:creationId xmlns:a16="http://schemas.microsoft.com/office/drawing/2014/main" id="{1971F839-F0D6-40A7-B99B-58E604867C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6670" y="4347474"/>
                <a:ext cx="91451" cy="81654"/>
              </a:xfrm>
              <a:custGeom>
                <a:avLst/>
                <a:gdLst>
                  <a:gd name="T0" fmla="*/ 3 w 28"/>
                  <a:gd name="T1" fmla="*/ 0 h 25"/>
                  <a:gd name="T2" fmla="*/ 0 w 28"/>
                  <a:gd name="T3" fmla="*/ 25 h 25"/>
                  <a:gd name="T4" fmla="*/ 28 w 28"/>
                  <a:gd name="T5" fmla="*/ 6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8" h="25">
                    <a:moveTo>
                      <a:pt x="3" y="0"/>
                    </a:moveTo>
                    <a:cubicBezTo>
                      <a:pt x="0" y="25"/>
                      <a:pt x="0" y="25"/>
                      <a:pt x="0" y="25"/>
                    </a:cubicBezTo>
                    <a:cubicBezTo>
                      <a:pt x="20" y="20"/>
                      <a:pt x="28" y="6"/>
                      <a:pt x="28" y="6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409" name="Freeform 79">
                <a:extLst>
                  <a:ext uri="{FF2B5EF4-FFF2-40B4-BE49-F238E27FC236}">
                    <a16:creationId xmlns:a16="http://schemas.microsoft.com/office/drawing/2014/main" id="{61DE40DC-22A4-462C-9FA8-8465EC110D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315" y="4367071"/>
                <a:ext cx="26129" cy="211210"/>
              </a:xfrm>
              <a:custGeom>
                <a:avLst/>
                <a:gdLst>
                  <a:gd name="T0" fmla="*/ 0 w 8"/>
                  <a:gd name="T1" fmla="*/ 0 h 65"/>
                  <a:gd name="T2" fmla="*/ 0 w 8"/>
                  <a:gd name="T3" fmla="*/ 19 h 65"/>
                  <a:gd name="T4" fmla="*/ 6 w 8"/>
                  <a:gd name="T5" fmla="*/ 65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" h="65">
                    <a:moveTo>
                      <a:pt x="0" y="0"/>
                    </a:moveTo>
                    <a:cubicBezTo>
                      <a:pt x="0" y="0"/>
                      <a:pt x="8" y="11"/>
                      <a:pt x="0" y="19"/>
                    </a:cubicBezTo>
                    <a:cubicBezTo>
                      <a:pt x="0" y="19"/>
                      <a:pt x="6" y="55"/>
                      <a:pt x="6" y="65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410" name="Freeform 80">
                <a:extLst>
                  <a:ext uri="{FF2B5EF4-FFF2-40B4-BE49-F238E27FC236}">
                    <a16:creationId xmlns:a16="http://schemas.microsoft.com/office/drawing/2014/main" id="{E21483C4-4675-4474-A4E7-DDBEB12674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1993" y="4367071"/>
                <a:ext cx="26129" cy="211210"/>
              </a:xfrm>
              <a:custGeom>
                <a:avLst/>
                <a:gdLst>
                  <a:gd name="T0" fmla="*/ 2 w 8"/>
                  <a:gd name="T1" fmla="*/ 65 h 65"/>
                  <a:gd name="T2" fmla="*/ 8 w 8"/>
                  <a:gd name="T3" fmla="*/ 19 h 65"/>
                  <a:gd name="T4" fmla="*/ 8 w 8"/>
                  <a:gd name="T5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" h="65">
                    <a:moveTo>
                      <a:pt x="2" y="65"/>
                    </a:moveTo>
                    <a:cubicBezTo>
                      <a:pt x="2" y="55"/>
                      <a:pt x="8" y="19"/>
                      <a:pt x="8" y="19"/>
                    </a:cubicBezTo>
                    <a:cubicBezTo>
                      <a:pt x="0" y="11"/>
                      <a:pt x="8" y="0"/>
                      <a:pt x="8" y="0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411" name="Freeform 81">
                <a:extLst>
                  <a:ext uri="{FF2B5EF4-FFF2-40B4-BE49-F238E27FC236}">
                    <a16:creationId xmlns:a16="http://schemas.microsoft.com/office/drawing/2014/main" id="{13C61A58-A9FB-4EC0-A94B-A0CE74C3A0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3404" y="4038281"/>
                <a:ext cx="228629" cy="260201"/>
              </a:xfrm>
              <a:custGeom>
                <a:avLst/>
                <a:gdLst>
                  <a:gd name="T0" fmla="*/ 47 w 70"/>
                  <a:gd name="T1" fmla="*/ 80 h 80"/>
                  <a:gd name="T2" fmla="*/ 68 w 70"/>
                  <a:gd name="T3" fmla="*/ 41 h 80"/>
                  <a:gd name="T4" fmla="*/ 66 w 70"/>
                  <a:gd name="T5" fmla="*/ 16 h 80"/>
                  <a:gd name="T6" fmla="*/ 48 w 70"/>
                  <a:gd name="T7" fmla="*/ 2 h 80"/>
                  <a:gd name="T8" fmla="*/ 35 w 70"/>
                  <a:gd name="T9" fmla="*/ 0 h 80"/>
                  <a:gd name="T10" fmla="*/ 22 w 70"/>
                  <a:gd name="T11" fmla="*/ 2 h 80"/>
                  <a:gd name="T12" fmla="*/ 4 w 70"/>
                  <a:gd name="T13" fmla="*/ 16 h 80"/>
                  <a:gd name="T14" fmla="*/ 2 w 70"/>
                  <a:gd name="T15" fmla="*/ 41 h 80"/>
                  <a:gd name="T16" fmla="*/ 23 w 70"/>
                  <a:gd name="T17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0" h="80">
                    <a:moveTo>
                      <a:pt x="47" y="80"/>
                    </a:moveTo>
                    <a:cubicBezTo>
                      <a:pt x="65" y="72"/>
                      <a:pt x="67" y="56"/>
                      <a:pt x="68" y="41"/>
                    </a:cubicBezTo>
                    <a:cubicBezTo>
                      <a:pt x="69" y="33"/>
                      <a:pt x="70" y="24"/>
                      <a:pt x="66" y="16"/>
                    </a:cubicBezTo>
                    <a:cubicBezTo>
                      <a:pt x="62" y="9"/>
                      <a:pt x="55" y="4"/>
                      <a:pt x="48" y="2"/>
                    </a:cubicBezTo>
                    <a:cubicBezTo>
                      <a:pt x="44" y="0"/>
                      <a:pt x="39" y="0"/>
                      <a:pt x="35" y="0"/>
                    </a:cubicBezTo>
                    <a:cubicBezTo>
                      <a:pt x="31" y="0"/>
                      <a:pt x="26" y="0"/>
                      <a:pt x="22" y="2"/>
                    </a:cubicBezTo>
                    <a:cubicBezTo>
                      <a:pt x="15" y="4"/>
                      <a:pt x="8" y="9"/>
                      <a:pt x="4" y="16"/>
                    </a:cubicBezTo>
                    <a:cubicBezTo>
                      <a:pt x="0" y="24"/>
                      <a:pt x="1" y="33"/>
                      <a:pt x="2" y="41"/>
                    </a:cubicBezTo>
                    <a:cubicBezTo>
                      <a:pt x="3" y="56"/>
                      <a:pt x="5" y="72"/>
                      <a:pt x="23" y="80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412" name="Freeform 82">
                <a:extLst>
                  <a:ext uri="{FF2B5EF4-FFF2-40B4-BE49-F238E27FC236}">
                    <a16:creationId xmlns:a16="http://schemas.microsoft.com/office/drawing/2014/main" id="{6B513F64-85B8-4C44-B79C-35906A2A0B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8928" y="4288684"/>
                <a:ext cx="117580" cy="78387"/>
              </a:xfrm>
              <a:custGeom>
                <a:avLst/>
                <a:gdLst>
                  <a:gd name="T0" fmla="*/ 36 w 36"/>
                  <a:gd name="T1" fmla="*/ 0 h 24"/>
                  <a:gd name="T2" fmla="*/ 36 w 36"/>
                  <a:gd name="T3" fmla="*/ 6 h 24"/>
                  <a:gd name="T4" fmla="*/ 18 w 36"/>
                  <a:gd name="T5" fmla="*/ 24 h 24"/>
                  <a:gd name="T6" fmla="*/ 18 w 36"/>
                  <a:gd name="T7" fmla="*/ 24 h 24"/>
                  <a:gd name="T8" fmla="*/ 0 w 36"/>
                  <a:gd name="T9" fmla="*/ 6 h 24"/>
                  <a:gd name="T10" fmla="*/ 0 w 36"/>
                  <a:gd name="T11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" h="24">
                    <a:moveTo>
                      <a:pt x="36" y="0"/>
                    </a:moveTo>
                    <a:cubicBezTo>
                      <a:pt x="36" y="6"/>
                      <a:pt x="36" y="6"/>
                      <a:pt x="36" y="6"/>
                    </a:cubicBezTo>
                    <a:cubicBezTo>
                      <a:pt x="36" y="16"/>
                      <a:pt x="2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8" y="24"/>
                      <a:pt x="0" y="16"/>
                      <a:pt x="0" y="6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413" name="Freeform 83">
                <a:extLst>
                  <a:ext uri="{FF2B5EF4-FFF2-40B4-BE49-F238E27FC236}">
                    <a16:creationId xmlns:a16="http://schemas.microsoft.com/office/drawing/2014/main" id="{C339E02F-1E14-434D-A832-1A179C190D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6347" y="4308281"/>
                <a:ext cx="161129" cy="120847"/>
              </a:xfrm>
              <a:custGeom>
                <a:avLst/>
                <a:gdLst>
                  <a:gd name="T0" fmla="*/ 49 w 49"/>
                  <a:gd name="T1" fmla="*/ 3 h 37"/>
                  <a:gd name="T2" fmla="*/ 33 w 49"/>
                  <a:gd name="T3" fmla="*/ 0 h 37"/>
                  <a:gd name="T4" fmla="*/ 12 w 49"/>
                  <a:gd name="T5" fmla="*/ 9 h 37"/>
                  <a:gd name="T6" fmla="*/ 0 w 49"/>
                  <a:gd name="T7" fmla="*/ 30 h 37"/>
                  <a:gd name="T8" fmla="*/ 0 w 49"/>
                  <a:gd name="T9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" h="37">
                    <a:moveTo>
                      <a:pt x="49" y="3"/>
                    </a:moveTo>
                    <a:cubicBezTo>
                      <a:pt x="40" y="3"/>
                      <a:pt x="33" y="0"/>
                      <a:pt x="33" y="0"/>
                    </a:cubicBezTo>
                    <a:cubicBezTo>
                      <a:pt x="12" y="9"/>
                      <a:pt x="12" y="9"/>
                      <a:pt x="12" y="9"/>
                    </a:cubicBezTo>
                    <a:cubicBezTo>
                      <a:pt x="0" y="15"/>
                      <a:pt x="0" y="30"/>
                      <a:pt x="0" y="30"/>
                    </a:cubicBezTo>
                    <a:cubicBezTo>
                      <a:pt x="0" y="37"/>
                      <a:pt x="0" y="37"/>
                      <a:pt x="0" y="37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414" name="Freeform 84">
                <a:extLst>
                  <a:ext uri="{FF2B5EF4-FFF2-40B4-BE49-F238E27FC236}">
                    <a16:creationId xmlns:a16="http://schemas.microsoft.com/office/drawing/2014/main" id="{5CB58A45-97EF-4F03-8667-EE86EF7ECF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1065" y="4126467"/>
                <a:ext cx="66411" cy="139354"/>
              </a:xfrm>
              <a:custGeom>
                <a:avLst/>
                <a:gdLst>
                  <a:gd name="T0" fmla="*/ 20 w 20"/>
                  <a:gd name="T1" fmla="*/ 0 h 43"/>
                  <a:gd name="T2" fmla="*/ 12 w 20"/>
                  <a:gd name="T3" fmla="*/ 2 h 43"/>
                  <a:gd name="T4" fmla="*/ 2 w 20"/>
                  <a:gd name="T5" fmla="*/ 10 h 43"/>
                  <a:gd name="T6" fmla="*/ 0 w 20"/>
                  <a:gd name="T7" fmla="*/ 24 h 43"/>
                  <a:gd name="T8" fmla="*/ 11 w 20"/>
                  <a:gd name="T9" fmla="*/ 4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43">
                    <a:moveTo>
                      <a:pt x="20" y="0"/>
                    </a:moveTo>
                    <a:cubicBezTo>
                      <a:pt x="17" y="0"/>
                      <a:pt x="15" y="1"/>
                      <a:pt x="12" y="2"/>
                    </a:cubicBezTo>
                    <a:cubicBezTo>
                      <a:pt x="8" y="3"/>
                      <a:pt x="4" y="6"/>
                      <a:pt x="2" y="10"/>
                    </a:cubicBezTo>
                    <a:cubicBezTo>
                      <a:pt x="0" y="14"/>
                      <a:pt x="0" y="19"/>
                      <a:pt x="0" y="24"/>
                    </a:cubicBezTo>
                    <a:cubicBezTo>
                      <a:pt x="2" y="33"/>
                      <a:pt x="1" y="37"/>
                      <a:pt x="11" y="43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415" name="Freeform 85">
                <a:extLst>
                  <a:ext uri="{FF2B5EF4-FFF2-40B4-BE49-F238E27FC236}">
                    <a16:creationId xmlns:a16="http://schemas.microsoft.com/office/drawing/2014/main" id="{404C149B-9CB5-4D82-A6AD-E09556A65C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7960" y="4308281"/>
                <a:ext cx="160041" cy="120847"/>
              </a:xfrm>
              <a:custGeom>
                <a:avLst/>
                <a:gdLst>
                  <a:gd name="T0" fmla="*/ 0 w 49"/>
                  <a:gd name="T1" fmla="*/ 3 h 37"/>
                  <a:gd name="T2" fmla="*/ 16 w 49"/>
                  <a:gd name="T3" fmla="*/ 0 h 37"/>
                  <a:gd name="T4" fmla="*/ 37 w 49"/>
                  <a:gd name="T5" fmla="*/ 9 h 37"/>
                  <a:gd name="T6" fmla="*/ 49 w 49"/>
                  <a:gd name="T7" fmla="*/ 30 h 37"/>
                  <a:gd name="T8" fmla="*/ 49 w 49"/>
                  <a:gd name="T9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" h="37">
                    <a:moveTo>
                      <a:pt x="0" y="3"/>
                    </a:moveTo>
                    <a:cubicBezTo>
                      <a:pt x="9" y="3"/>
                      <a:pt x="16" y="0"/>
                      <a:pt x="16" y="0"/>
                    </a:cubicBezTo>
                    <a:cubicBezTo>
                      <a:pt x="37" y="9"/>
                      <a:pt x="37" y="9"/>
                      <a:pt x="37" y="9"/>
                    </a:cubicBezTo>
                    <a:cubicBezTo>
                      <a:pt x="49" y="15"/>
                      <a:pt x="49" y="30"/>
                      <a:pt x="49" y="30"/>
                    </a:cubicBezTo>
                    <a:cubicBezTo>
                      <a:pt x="49" y="37"/>
                      <a:pt x="49" y="37"/>
                      <a:pt x="49" y="37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416" name="Freeform 86">
                <a:extLst>
                  <a:ext uri="{FF2B5EF4-FFF2-40B4-BE49-F238E27FC236}">
                    <a16:creationId xmlns:a16="http://schemas.microsoft.com/office/drawing/2014/main" id="{E2F5F709-DCE2-4F36-AAE9-BD9C834D82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7960" y="4126467"/>
                <a:ext cx="65322" cy="139354"/>
              </a:xfrm>
              <a:custGeom>
                <a:avLst/>
                <a:gdLst>
                  <a:gd name="T0" fmla="*/ 9 w 20"/>
                  <a:gd name="T1" fmla="*/ 43 h 43"/>
                  <a:gd name="T2" fmla="*/ 20 w 20"/>
                  <a:gd name="T3" fmla="*/ 24 h 43"/>
                  <a:gd name="T4" fmla="*/ 18 w 20"/>
                  <a:gd name="T5" fmla="*/ 10 h 43"/>
                  <a:gd name="T6" fmla="*/ 8 w 20"/>
                  <a:gd name="T7" fmla="*/ 2 h 43"/>
                  <a:gd name="T8" fmla="*/ 0 w 20"/>
                  <a:gd name="T9" fmla="*/ 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43">
                    <a:moveTo>
                      <a:pt x="9" y="43"/>
                    </a:moveTo>
                    <a:cubicBezTo>
                      <a:pt x="19" y="37"/>
                      <a:pt x="18" y="33"/>
                      <a:pt x="20" y="24"/>
                    </a:cubicBezTo>
                    <a:cubicBezTo>
                      <a:pt x="20" y="19"/>
                      <a:pt x="20" y="14"/>
                      <a:pt x="18" y="10"/>
                    </a:cubicBezTo>
                    <a:cubicBezTo>
                      <a:pt x="16" y="6"/>
                      <a:pt x="12" y="3"/>
                      <a:pt x="8" y="2"/>
                    </a:cubicBezTo>
                    <a:cubicBezTo>
                      <a:pt x="5" y="1"/>
                      <a:pt x="3" y="0"/>
                      <a:pt x="0" y="0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sp>
        <p:nvSpPr>
          <p:cNvPr id="2116954788" name="TextBox 2116954787"/>
          <p:cNvSpPr txBox="1"/>
          <p:nvPr/>
        </p:nvSpPr>
        <p:spPr>
          <a:xfrm>
            <a:off x="1700784" y="2075688"/>
            <a:ext cx="1188720" cy="5386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700" b="1" dirty="0" err="1">
                <a:solidFill>
                  <a:srgbClr val="000000"/>
                </a:solidFill>
              </a:rPr>
              <a:t>Бизнес</a:t>
            </a:r>
            <a:r>
              <a:rPr sz="700" b="0" dirty="0">
                <a:solidFill>
                  <a:srgbClr val="000000"/>
                </a:solidFill>
              </a:rPr>
              <a:t> формирует запрос на улучшение решений, например одобрение кредитов компаниям, которые ещё не клиенты банка</a:t>
            </a:r>
            <a:endParaRPr sz="700" b="0" dirty="0">
              <a:solidFill>
                <a:srgbClr val="000000"/>
              </a:solidFill>
            </a:endParaRPr>
          </a:p>
        </p:txBody>
      </p:sp>
      <p:grpSp>
        <p:nvGrpSpPr>
          <p:cNvPr id="301417" name="Группа 56">
            <a:extLst>
              <a:ext uri="{FF2B5EF4-FFF2-40B4-BE49-F238E27FC236}">
                <a16:creationId xmlns:a16="http://schemas.microsoft.com/office/drawing/2014/main" id="{9C571B3F-041A-4263-85F9-4C0DD0A441AA}"/>
              </a:ext>
            </a:extLst>
          </p:cNvPr>
          <p:cNvGrpSpPr/>
          <p:nvPr/>
        </p:nvGrpSpPr>
        <p:grpSpPr>
          <a:xfrm>
            <a:off x="2962656" y="2075688"/>
            <a:ext cx="338328" cy="338328"/>
            <a:chOff x="1290654" y="2031534"/>
            <a:chExt cx="342067" cy="342067"/>
          </a:xfrm>
        </p:grpSpPr>
        <p:sp>
          <p:nvSpPr>
            <p:cNvPr id="301418" name="Oval 3013"/>
            <p:cNvSpPr>
              <a:spLocks noChangeAspect="1"/>
            </p:cNvSpPr>
            <p:nvPr/>
          </p:nvSpPr>
          <p:spPr bwMode="auto">
            <a:xfrm>
              <a:off x="1290654" y="2031534"/>
              <a:ext cx="342067" cy="342067"/>
            </a:xfrm>
            <a:prstGeom prst="ellipse">
              <a:avLst/>
            </a:prstGeom>
            <a:solidFill>
              <a:schemeClr val="tx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defRPr/>
              </a:pPr>
              <a:endParaRPr lang="en-NZ" sz="1600" b="0" i="0" u="none" strike="noStrike" cap="none" spc="0">
                <a:ln>
                  <a:noFill/>
                </a:ln>
                <a:solidFill>
                  <a:srgbClr val="051C2C"/>
                </a:solidFill>
                <a:ea typeface="Arial"/>
                <a:cs typeface="Arial"/>
              </a:endParaRPr>
            </a:p>
          </p:txBody>
        </p:sp>
        <p:grpSp>
          <p:nvGrpSpPr>
            <p:cNvPr id="301419" name="Group 4119">
              <a:extLst>
                <a:ext uri="{FF2B5EF4-FFF2-40B4-BE49-F238E27FC236}">
                  <a16:creationId xmlns:a16="http://schemas.microsoft.com/office/drawing/2014/main" id="{DA332F9F-1969-4964-9D2C-B36AC8B1F239}"/>
                </a:ext>
              </a:extLst>
            </p:cNvPr>
            <p:cNvGrpSpPr/>
            <p:nvPr/>
          </p:nvGrpSpPr>
          <p:grpSpPr>
            <a:xfrm>
              <a:off x="1351080" y="2106488"/>
              <a:ext cx="221215" cy="192158"/>
              <a:chOff x="506347" y="4038281"/>
              <a:chExt cx="621654" cy="540000"/>
            </a:xfrm>
          </p:grpSpPr>
          <p:sp>
            <p:nvSpPr>
              <p:cNvPr id="301420" name="Freeform 75">
                <a:extLst>
                  <a:ext uri="{FF2B5EF4-FFF2-40B4-BE49-F238E27FC236}">
                    <a16:creationId xmlns:a16="http://schemas.microsoft.com/office/drawing/2014/main" id="{81A2D3FD-0282-433E-B6D8-E99F315A46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6509" y="4327878"/>
                <a:ext cx="212299" cy="250403"/>
              </a:xfrm>
              <a:custGeom>
                <a:avLst/>
                <a:gdLst>
                  <a:gd name="T0" fmla="*/ 65 w 65"/>
                  <a:gd name="T1" fmla="*/ 77 h 77"/>
                  <a:gd name="T2" fmla="*/ 40 w 65"/>
                  <a:gd name="T3" fmla="*/ 18 h 77"/>
                  <a:gd name="T4" fmla="*/ 0 w 65"/>
                  <a:gd name="T5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5" h="77">
                    <a:moveTo>
                      <a:pt x="65" y="77"/>
                    </a:moveTo>
                    <a:cubicBezTo>
                      <a:pt x="65" y="77"/>
                      <a:pt x="65" y="31"/>
                      <a:pt x="40" y="18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421" name="Freeform 76">
                <a:extLst>
                  <a:ext uri="{FF2B5EF4-FFF2-40B4-BE49-F238E27FC236}">
                    <a16:creationId xmlns:a16="http://schemas.microsoft.com/office/drawing/2014/main" id="{595BA40D-39B3-43E8-A56C-CDA1FAA6CD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5541" y="4327878"/>
                <a:ext cx="213387" cy="250403"/>
              </a:xfrm>
              <a:custGeom>
                <a:avLst/>
                <a:gdLst>
                  <a:gd name="T0" fmla="*/ 0 w 65"/>
                  <a:gd name="T1" fmla="*/ 77 h 77"/>
                  <a:gd name="T2" fmla="*/ 25 w 65"/>
                  <a:gd name="T3" fmla="*/ 18 h 77"/>
                  <a:gd name="T4" fmla="*/ 65 w 65"/>
                  <a:gd name="T5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5" h="77">
                    <a:moveTo>
                      <a:pt x="0" y="77"/>
                    </a:moveTo>
                    <a:cubicBezTo>
                      <a:pt x="0" y="77"/>
                      <a:pt x="0" y="31"/>
                      <a:pt x="25" y="18"/>
                    </a:cubicBezTo>
                    <a:cubicBezTo>
                      <a:pt x="65" y="0"/>
                      <a:pt x="65" y="0"/>
                      <a:pt x="65" y="0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422" name="Freeform 77">
                <a:extLst>
                  <a:ext uri="{FF2B5EF4-FFF2-40B4-BE49-F238E27FC236}">
                    <a16:creationId xmlns:a16="http://schemas.microsoft.com/office/drawing/2014/main" id="{EFA28CB1-22E2-48FC-AAA1-4D8F9873C1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315" y="4347474"/>
                <a:ext cx="91451" cy="81654"/>
              </a:xfrm>
              <a:custGeom>
                <a:avLst/>
                <a:gdLst>
                  <a:gd name="T0" fmla="*/ 25 w 28"/>
                  <a:gd name="T1" fmla="*/ 0 h 25"/>
                  <a:gd name="T2" fmla="*/ 28 w 28"/>
                  <a:gd name="T3" fmla="*/ 25 h 25"/>
                  <a:gd name="T4" fmla="*/ 0 w 28"/>
                  <a:gd name="T5" fmla="*/ 6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8" h="25">
                    <a:moveTo>
                      <a:pt x="25" y="0"/>
                    </a:moveTo>
                    <a:cubicBezTo>
                      <a:pt x="28" y="25"/>
                      <a:pt x="28" y="25"/>
                      <a:pt x="28" y="25"/>
                    </a:cubicBezTo>
                    <a:cubicBezTo>
                      <a:pt x="8" y="20"/>
                      <a:pt x="0" y="6"/>
                      <a:pt x="0" y="6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423" name="Freeform 78">
                <a:extLst>
                  <a:ext uri="{FF2B5EF4-FFF2-40B4-BE49-F238E27FC236}">
                    <a16:creationId xmlns:a16="http://schemas.microsoft.com/office/drawing/2014/main" id="{1971F839-F0D6-40A7-B99B-58E604867C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6670" y="4347474"/>
                <a:ext cx="91451" cy="81654"/>
              </a:xfrm>
              <a:custGeom>
                <a:avLst/>
                <a:gdLst>
                  <a:gd name="T0" fmla="*/ 3 w 28"/>
                  <a:gd name="T1" fmla="*/ 0 h 25"/>
                  <a:gd name="T2" fmla="*/ 0 w 28"/>
                  <a:gd name="T3" fmla="*/ 25 h 25"/>
                  <a:gd name="T4" fmla="*/ 28 w 28"/>
                  <a:gd name="T5" fmla="*/ 6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8" h="25">
                    <a:moveTo>
                      <a:pt x="3" y="0"/>
                    </a:moveTo>
                    <a:cubicBezTo>
                      <a:pt x="0" y="25"/>
                      <a:pt x="0" y="25"/>
                      <a:pt x="0" y="25"/>
                    </a:cubicBezTo>
                    <a:cubicBezTo>
                      <a:pt x="20" y="20"/>
                      <a:pt x="28" y="6"/>
                      <a:pt x="28" y="6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424" name="Freeform 79">
                <a:extLst>
                  <a:ext uri="{FF2B5EF4-FFF2-40B4-BE49-F238E27FC236}">
                    <a16:creationId xmlns:a16="http://schemas.microsoft.com/office/drawing/2014/main" id="{61DE40DC-22A4-462C-9FA8-8465EC110D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315" y="4367071"/>
                <a:ext cx="26129" cy="211210"/>
              </a:xfrm>
              <a:custGeom>
                <a:avLst/>
                <a:gdLst>
                  <a:gd name="T0" fmla="*/ 0 w 8"/>
                  <a:gd name="T1" fmla="*/ 0 h 65"/>
                  <a:gd name="T2" fmla="*/ 0 w 8"/>
                  <a:gd name="T3" fmla="*/ 19 h 65"/>
                  <a:gd name="T4" fmla="*/ 6 w 8"/>
                  <a:gd name="T5" fmla="*/ 65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" h="65">
                    <a:moveTo>
                      <a:pt x="0" y="0"/>
                    </a:moveTo>
                    <a:cubicBezTo>
                      <a:pt x="0" y="0"/>
                      <a:pt x="8" y="11"/>
                      <a:pt x="0" y="19"/>
                    </a:cubicBezTo>
                    <a:cubicBezTo>
                      <a:pt x="0" y="19"/>
                      <a:pt x="6" y="55"/>
                      <a:pt x="6" y="65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425" name="Freeform 80">
                <a:extLst>
                  <a:ext uri="{FF2B5EF4-FFF2-40B4-BE49-F238E27FC236}">
                    <a16:creationId xmlns:a16="http://schemas.microsoft.com/office/drawing/2014/main" id="{E21483C4-4675-4474-A4E7-DDBEB12674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1993" y="4367071"/>
                <a:ext cx="26129" cy="211210"/>
              </a:xfrm>
              <a:custGeom>
                <a:avLst/>
                <a:gdLst>
                  <a:gd name="T0" fmla="*/ 2 w 8"/>
                  <a:gd name="T1" fmla="*/ 65 h 65"/>
                  <a:gd name="T2" fmla="*/ 8 w 8"/>
                  <a:gd name="T3" fmla="*/ 19 h 65"/>
                  <a:gd name="T4" fmla="*/ 8 w 8"/>
                  <a:gd name="T5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" h="65">
                    <a:moveTo>
                      <a:pt x="2" y="65"/>
                    </a:moveTo>
                    <a:cubicBezTo>
                      <a:pt x="2" y="55"/>
                      <a:pt x="8" y="19"/>
                      <a:pt x="8" y="19"/>
                    </a:cubicBezTo>
                    <a:cubicBezTo>
                      <a:pt x="0" y="11"/>
                      <a:pt x="8" y="0"/>
                      <a:pt x="8" y="0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426" name="Freeform 81">
                <a:extLst>
                  <a:ext uri="{FF2B5EF4-FFF2-40B4-BE49-F238E27FC236}">
                    <a16:creationId xmlns:a16="http://schemas.microsoft.com/office/drawing/2014/main" id="{13C61A58-A9FB-4EC0-A94B-A0CE74C3A0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3404" y="4038281"/>
                <a:ext cx="228629" cy="260201"/>
              </a:xfrm>
              <a:custGeom>
                <a:avLst/>
                <a:gdLst>
                  <a:gd name="T0" fmla="*/ 47 w 70"/>
                  <a:gd name="T1" fmla="*/ 80 h 80"/>
                  <a:gd name="T2" fmla="*/ 68 w 70"/>
                  <a:gd name="T3" fmla="*/ 41 h 80"/>
                  <a:gd name="T4" fmla="*/ 66 w 70"/>
                  <a:gd name="T5" fmla="*/ 16 h 80"/>
                  <a:gd name="T6" fmla="*/ 48 w 70"/>
                  <a:gd name="T7" fmla="*/ 2 h 80"/>
                  <a:gd name="T8" fmla="*/ 35 w 70"/>
                  <a:gd name="T9" fmla="*/ 0 h 80"/>
                  <a:gd name="T10" fmla="*/ 22 w 70"/>
                  <a:gd name="T11" fmla="*/ 2 h 80"/>
                  <a:gd name="T12" fmla="*/ 4 w 70"/>
                  <a:gd name="T13" fmla="*/ 16 h 80"/>
                  <a:gd name="T14" fmla="*/ 2 w 70"/>
                  <a:gd name="T15" fmla="*/ 41 h 80"/>
                  <a:gd name="T16" fmla="*/ 23 w 70"/>
                  <a:gd name="T17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0" h="80">
                    <a:moveTo>
                      <a:pt x="47" y="80"/>
                    </a:moveTo>
                    <a:cubicBezTo>
                      <a:pt x="65" y="72"/>
                      <a:pt x="67" y="56"/>
                      <a:pt x="68" y="41"/>
                    </a:cubicBezTo>
                    <a:cubicBezTo>
                      <a:pt x="69" y="33"/>
                      <a:pt x="70" y="24"/>
                      <a:pt x="66" y="16"/>
                    </a:cubicBezTo>
                    <a:cubicBezTo>
                      <a:pt x="62" y="9"/>
                      <a:pt x="55" y="4"/>
                      <a:pt x="48" y="2"/>
                    </a:cubicBezTo>
                    <a:cubicBezTo>
                      <a:pt x="44" y="0"/>
                      <a:pt x="39" y="0"/>
                      <a:pt x="35" y="0"/>
                    </a:cubicBezTo>
                    <a:cubicBezTo>
                      <a:pt x="31" y="0"/>
                      <a:pt x="26" y="0"/>
                      <a:pt x="22" y="2"/>
                    </a:cubicBezTo>
                    <a:cubicBezTo>
                      <a:pt x="15" y="4"/>
                      <a:pt x="8" y="9"/>
                      <a:pt x="4" y="16"/>
                    </a:cubicBezTo>
                    <a:cubicBezTo>
                      <a:pt x="0" y="24"/>
                      <a:pt x="1" y="33"/>
                      <a:pt x="2" y="41"/>
                    </a:cubicBezTo>
                    <a:cubicBezTo>
                      <a:pt x="3" y="56"/>
                      <a:pt x="5" y="72"/>
                      <a:pt x="23" y="80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427" name="Freeform 82">
                <a:extLst>
                  <a:ext uri="{FF2B5EF4-FFF2-40B4-BE49-F238E27FC236}">
                    <a16:creationId xmlns:a16="http://schemas.microsoft.com/office/drawing/2014/main" id="{6B513F64-85B8-4C44-B79C-35906A2A0B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8928" y="4288684"/>
                <a:ext cx="117580" cy="78387"/>
              </a:xfrm>
              <a:custGeom>
                <a:avLst/>
                <a:gdLst>
                  <a:gd name="T0" fmla="*/ 36 w 36"/>
                  <a:gd name="T1" fmla="*/ 0 h 24"/>
                  <a:gd name="T2" fmla="*/ 36 w 36"/>
                  <a:gd name="T3" fmla="*/ 6 h 24"/>
                  <a:gd name="T4" fmla="*/ 18 w 36"/>
                  <a:gd name="T5" fmla="*/ 24 h 24"/>
                  <a:gd name="T6" fmla="*/ 18 w 36"/>
                  <a:gd name="T7" fmla="*/ 24 h 24"/>
                  <a:gd name="T8" fmla="*/ 0 w 36"/>
                  <a:gd name="T9" fmla="*/ 6 h 24"/>
                  <a:gd name="T10" fmla="*/ 0 w 36"/>
                  <a:gd name="T11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" h="24">
                    <a:moveTo>
                      <a:pt x="36" y="0"/>
                    </a:moveTo>
                    <a:cubicBezTo>
                      <a:pt x="36" y="6"/>
                      <a:pt x="36" y="6"/>
                      <a:pt x="36" y="6"/>
                    </a:cubicBezTo>
                    <a:cubicBezTo>
                      <a:pt x="36" y="16"/>
                      <a:pt x="2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8" y="24"/>
                      <a:pt x="0" y="16"/>
                      <a:pt x="0" y="6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428" name="Freeform 83">
                <a:extLst>
                  <a:ext uri="{FF2B5EF4-FFF2-40B4-BE49-F238E27FC236}">
                    <a16:creationId xmlns:a16="http://schemas.microsoft.com/office/drawing/2014/main" id="{C339E02F-1E14-434D-A832-1A179C190D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6347" y="4308281"/>
                <a:ext cx="161129" cy="120847"/>
              </a:xfrm>
              <a:custGeom>
                <a:avLst/>
                <a:gdLst>
                  <a:gd name="T0" fmla="*/ 49 w 49"/>
                  <a:gd name="T1" fmla="*/ 3 h 37"/>
                  <a:gd name="T2" fmla="*/ 33 w 49"/>
                  <a:gd name="T3" fmla="*/ 0 h 37"/>
                  <a:gd name="T4" fmla="*/ 12 w 49"/>
                  <a:gd name="T5" fmla="*/ 9 h 37"/>
                  <a:gd name="T6" fmla="*/ 0 w 49"/>
                  <a:gd name="T7" fmla="*/ 30 h 37"/>
                  <a:gd name="T8" fmla="*/ 0 w 49"/>
                  <a:gd name="T9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" h="37">
                    <a:moveTo>
                      <a:pt x="49" y="3"/>
                    </a:moveTo>
                    <a:cubicBezTo>
                      <a:pt x="40" y="3"/>
                      <a:pt x="33" y="0"/>
                      <a:pt x="33" y="0"/>
                    </a:cubicBezTo>
                    <a:cubicBezTo>
                      <a:pt x="12" y="9"/>
                      <a:pt x="12" y="9"/>
                      <a:pt x="12" y="9"/>
                    </a:cubicBezTo>
                    <a:cubicBezTo>
                      <a:pt x="0" y="15"/>
                      <a:pt x="0" y="30"/>
                      <a:pt x="0" y="30"/>
                    </a:cubicBezTo>
                    <a:cubicBezTo>
                      <a:pt x="0" y="37"/>
                      <a:pt x="0" y="37"/>
                      <a:pt x="0" y="37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429" name="Freeform 84">
                <a:extLst>
                  <a:ext uri="{FF2B5EF4-FFF2-40B4-BE49-F238E27FC236}">
                    <a16:creationId xmlns:a16="http://schemas.microsoft.com/office/drawing/2014/main" id="{5CB58A45-97EF-4F03-8667-EE86EF7ECF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1065" y="4126467"/>
                <a:ext cx="66411" cy="139354"/>
              </a:xfrm>
              <a:custGeom>
                <a:avLst/>
                <a:gdLst>
                  <a:gd name="T0" fmla="*/ 20 w 20"/>
                  <a:gd name="T1" fmla="*/ 0 h 43"/>
                  <a:gd name="T2" fmla="*/ 12 w 20"/>
                  <a:gd name="T3" fmla="*/ 2 h 43"/>
                  <a:gd name="T4" fmla="*/ 2 w 20"/>
                  <a:gd name="T5" fmla="*/ 10 h 43"/>
                  <a:gd name="T6" fmla="*/ 0 w 20"/>
                  <a:gd name="T7" fmla="*/ 24 h 43"/>
                  <a:gd name="T8" fmla="*/ 11 w 20"/>
                  <a:gd name="T9" fmla="*/ 4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43">
                    <a:moveTo>
                      <a:pt x="20" y="0"/>
                    </a:moveTo>
                    <a:cubicBezTo>
                      <a:pt x="17" y="0"/>
                      <a:pt x="15" y="1"/>
                      <a:pt x="12" y="2"/>
                    </a:cubicBezTo>
                    <a:cubicBezTo>
                      <a:pt x="8" y="3"/>
                      <a:pt x="4" y="6"/>
                      <a:pt x="2" y="10"/>
                    </a:cubicBezTo>
                    <a:cubicBezTo>
                      <a:pt x="0" y="14"/>
                      <a:pt x="0" y="19"/>
                      <a:pt x="0" y="24"/>
                    </a:cubicBezTo>
                    <a:cubicBezTo>
                      <a:pt x="2" y="33"/>
                      <a:pt x="1" y="37"/>
                      <a:pt x="11" y="43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430" name="Freeform 85">
                <a:extLst>
                  <a:ext uri="{FF2B5EF4-FFF2-40B4-BE49-F238E27FC236}">
                    <a16:creationId xmlns:a16="http://schemas.microsoft.com/office/drawing/2014/main" id="{404C149B-9CB5-4D82-A6AD-E09556A65C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7960" y="4308281"/>
                <a:ext cx="160041" cy="120847"/>
              </a:xfrm>
              <a:custGeom>
                <a:avLst/>
                <a:gdLst>
                  <a:gd name="T0" fmla="*/ 0 w 49"/>
                  <a:gd name="T1" fmla="*/ 3 h 37"/>
                  <a:gd name="T2" fmla="*/ 16 w 49"/>
                  <a:gd name="T3" fmla="*/ 0 h 37"/>
                  <a:gd name="T4" fmla="*/ 37 w 49"/>
                  <a:gd name="T5" fmla="*/ 9 h 37"/>
                  <a:gd name="T6" fmla="*/ 49 w 49"/>
                  <a:gd name="T7" fmla="*/ 30 h 37"/>
                  <a:gd name="T8" fmla="*/ 49 w 49"/>
                  <a:gd name="T9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" h="37">
                    <a:moveTo>
                      <a:pt x="0" y="3"/>
                    </a:moveTo>
                    <a:cubicBezTo>
                      <a:pt x="9" y="3"/>
                      <a:pt x="16" y="0"/>
                      <a:pt x="16" y="0"/>
                    </a:cubicBezTo>
                    <a:cubicBezTo>
                      <a:pt x="37" y="9"/>
                      <a:pt x="37" y="9"/>
                      <a:pt x="37" y="9"/>
                    </a:cubicBezTo>
                    <a:cubicBezTo>
                      <a:pt x="49" y="15"/>
                      <a:pt x="49" y="30"/>
                      <a:pt x="49" y="30"/>
                    </a:cubicBezTo>
                    <a:cubicBezTo>
                      <a:pt x="49" y="37"/>
                      <a:pt x="49" y="37"/>
                      <a:pt x="49" y="37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431" name="Freeform 86">
                <a:extLst>
                  <a:ext uri="{FF2B5EF4-FFF2-40B4-BE49-F238E27FC236}">
                    <a16:creationId xmlns:a16="http://schemas.microsoft.com/office/drawing/2014/main" id="{E2F5F709-DCE2-4F36-AAE9-BD9C834D82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7960" y="4126467"/>
                <a:ext cx="65322" cy="139354"/>
              </a:xfrm>
              <a:custGeom>
                <a:avLst/>
                <a:gdLst>
                  <a:gd name="T0" fmla="*/ 9 w 20"/>
                  <a:gd name="T1" fmla="*/ 43 h 43"/>
                  <a:gd name="T2" fmla="*/ 20 w 20"/>
                  <a:gd name="T3" fmla="*/ 24 h 43"/>
                  <a:gd name="T4" fmla="*/ 18 w 20"/>
                  <a:gd name="T5" fmla="*/ 10 h 43"/>
                  <a:gd name="T6" fmla="*/ 8 w 20"/>
                  <a:gd name="T7" fmla="*/ 2 h 43"/>
                  <a:gd name="T8" fmla="*/ 0 w 20"/>
                  <a:gd name="T9" fmla="*/ 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43">
                    <a:moveTo>
                      <a:pt x="9" y="43"/>
                    </a:moveTo>
                    <a:cubicBezTo>
                      <a:pt x="19" y="37"/>
                      <a:pt x="18" y="33"/>
                      <a:pt x="20" y="24"/>
                    </a:cubicBezTo>
                    <a:cubicBezTo>
                      <a:pt x="20" y="19"/>
                      <a:pt x="20" y="14"/>
                      <a:pt x="18" y="10"/>
                    </a:cubicBezTo>
                    <a:cubicBezTo>
                      <a:pt x="16" y="6"/>
                      <a:pt x="12" y="3"/>
                      <a:pt x="8" y="2"/>
                    </a:cubicBezTo>
                    <a:cubicBezTo>
                      <a:pt x="5" y="1"/>
                      <a:pt x="3" y="0"/>
                      <a:pt x="0" y="0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sp>
        <p:nvSpPr>
          <p:cNvPr id="2116954789" name="TextBox 2116954788"/>
          <p:cNvSpPr txBox="1"/>
          <p:nvPr/>
        </p:nvSpPr>
        <p:spPr>
          <a:xfrm>
            <a:off x="3364992" y="2075688"/>
            <a:ext cx="1289304" cy="5386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700" b="1" dirty="0" err="1">
                <a:solidFill>
                  <a:srgbClr val="000000"/>
                </a:solidFill>
              </a:rPr>
              <a:t>Риски</a:t>
            </a:r>
            <a:r>
              <a:rPr sz="700" b="0" dirty="0">
                <a:solidFill>
                  <a:srgbClr val="000000"/>
                </a:solidFill>
              </a:rPr>
              <a:t> определяют, какие данные нужны моделям и правилам, каких данных не хватает и в каких случаях это приводит к отказу или ручной проверке</a:t>
            </a:r>
            <a:endParaRPr sz="700" b="0" dirty="0">
              <a:solidFill>
                <a:srgbClr val="000000"/>
              </a:solidFill>
            </a:endParaRPr>
          </a:p>
        </p:txBody>
      </p:sp>
      <p:cxnSp>
        <p:nvCxnSpPr>
          <p:cNvPr id="301432" name="GreyLineSeparatorDefault 3092"/>
          <p:cNvCxnSpPr/>
          <p:nvPr/>
        </p:nvCxnSpPr>
        <p:spPr bwMode="auto">
          <a:xfrm>
            <a:off x="1289304" y="2907791"/>
            <a:ext cx="3364992" cy="0"/>
          </a:xfrm>
          <a:prstGeom prst="straightConnector1">
            <a:avLst/>
          </a:prstGeom>
          <a:ln w="6350" cap="sq">
            <a:solidFill>
              <a:srgbClr val="D0D0D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6954790" name="TextBox 2116954789"/>
          <p:cNvSpPr txBox="1"/>
          <p:nvPr/>
        </p:nvSpPr>
        <p:spPr>
          <a:xfrm>
            <a:off x="1289304" y="2980944"/>
            <a:ext cx="3364992" cy="1371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ru-RU" sz="900" b="1" dirty="0">
                <a:solidFill>
                  <a:srgbClr val="000000"/>
                </a:solidFill>
              </a:rPr>
              <a:t>Единое хранилище данных</a:t>
            </a:r>
            <a:endParaRPr sz="900" b="1" dirty="0">
              <a:solidFill>
                <a:srgbClr val="000000"/>
              </a:solidFill>
            </a:endParaRPr>
          </a:p>
        </p:txBody>
      </p:sp>
      <p:sp>
        <p:nvSpPr>
          <p:cNvPr id="2116954791" name="Oval 2116954790"/>
          <p:cNvSpPr/>
          <p:nvPr/>
        </p:nvSpPr>
        <p:spPr>
          <a:xfrm>
            <a:off x="1289304" y="3191256"/>
            <a:ext cx="338328" cy="338328"/>
          </a:xfrm>
          <a:prstGeom prst="ellipse">
            <a:avLst/>
          </a:prstGeom>
          <a:noFill/>
          <a:ln w="635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6954792" name="Can 2116954791"/>
          <p:cNvSpPr/>
          <p:nvPr/>
        </p:nvSpPr>
        <p:spPr>
          <a:xfrm>
            <a:off x="1387419" y="3275837"/>
            <a:ext cx="142097" cy="169164"/>
          </a:xfrm>
          <a:prstGeom prst="can">
            <a:avLst>
              <a:gd name="adj" fmla="val 22000"/>
            </a:avLst>
          </a:prstGeom>
          <a:noFill/>
          <a:ln w="635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6954793" name="TextBox 2116954792"/>
          <p:cNvSpPr txBox="1"/>
          <p:nvPr/>
        </p:nvSpPr>
        <p:spPr>
          <a:xfrm>
            <a:off x="1700784" y="3191256"/>
            <a:ext cx="118872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700" b="1" dirty="0" err="1">
                <a:solidFill>
                  <a:srgbClr val="000000"/>
                </a:solidFill>
              </a:rPr>
              <a:t>Платформа</a:t>
            </a:r>
            <a:r>
              <a:rPr sz="700" b="0" dirty="0">
                <a:solidFill>
                  <a:srgbClr val="000000"/>
                </a:solidFill>
              </a:rPr>
              <a:t> показывает, какие данные уже есть в банке и каких не хватает для полного профиля</a:t>
            </a:r>
            <a:endParaRPr sz="700" b="0" dirty="0">
              <a:solidFill>
                <a:srgbClr val="000000"/>
              </a:solidFill>
            </a:endParaRPr>
          </a:p>
        </p:txBody>
      </p:sp>
      <p:grpSp>
        <p:nvGrpSpPr>
          <p:cNvPr id="301433" name="Группа 56">
            <a:extLst>
              <a:ext uri="{FF2B5EF4-FFF2-40B4-BE49-F238E27FC236}">
                <a16:creationId xmlns:a16="http://schemas.microsoft.com/office/drawing/2014/main" id="{9C571B3F-041A-4263-85F9-4C0DD0A441AA}"/>
              </a:ext>
            </a:extLst>
          </p:cNvPr>
          <p:cNvGrpSpPr/>
          <p:nvPr/>
        </p:nvGrpSpPr>
        <p:grpSpPr>
          <a:xfrm>
            <a:off x="2962656" y="3191256"/>
            <a:ext cx="338328" cy="338328"/>
            <a:chOff x="1290654" y="2031534"/>
            <a:chExt cx="342067" cy="342067"/>
          </a:xfrm>
        </p:grpSpPr>
        <p:sp>
          <p:nvSpPr>
            <p:cNvPr id="301434" name="Oval 3013"/>
            <p:cNvSpPr>
              <a:spLocks noChangeAspect="1"/>
            </p:cNvSpPr>
            <p:nvPr/>
          </p:nvSpPr>
          <p:spPr bwMode="auto">
            <a:xfrm>
              <a:off x="1290654" y="2031534"/>
              <a:ext cx="342067" cy="342067"/>
            </a:xfrm>
            <a:prstGeom prst="ellipse">
              <a:avLst/>
            </a:prstGeom>
            <a:solidFill>
              <a:schemeClr val="tx2"/>
            </a:solidFill>
            <a:ln w="6350" cap="sq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defRPr/>
              </a:pPr>
              <a:endParaRPr lang="en-NZ" sz="1600" b="0" i="0" u="none" strike="noStrike" cap="none" spc="0">
                <a:ln>
                  <a:noFill/>
                </a:ln>
                <a:solidFill>
                  <a:srgbClr val="051C2C"/>
                </a:solidFill>
                <a:ea typeface="Arial"/>
                <a:cs typeface="Arial"/>
              </a:endParaRPr>
            </a:p>
          </p:txBody>
        </p:sp>
        <p:grpSp>
          <p:nvGrpSpPr>
            <p:cNvPr id="301435" name="Group 4119">
              <a:extLst>
                <a:ext uri="{FF2B5EF4-FFF2-40B4-BE49-F238E27FC236}">
                  <a16:creationId xmlns:a16="http://schemas.microsoft.com/office/drawing/2014/main" id="{DA332F9F-1969-4964-9D2C-B36AC8B1F239}"/>
                </a:ext>
              </a:extLst>
            </p:cNvPr>
            <p:cNvGrpSpPr/>
            <p:nvPr/>
          </p:nvGrpSpPr>
          <p:grpSpPr>
            <a:xfrm>
              <a:off x="1351080" y="2106488"/>
              <a:ext cx="221215" cy="192158"/>
              <a:chOff x="506347" y="4038281"/>
              <a:chExt cx="621654" cy="540000"/>
            </a:xfrm>
          </p:grpSpPr>
          <p:sp>
            <p:nvSpPr>
              <p:cNvPr id="301436" name="Freeform 75">
                <a:extLst>
                  <a:ext uri="{FF2B5EF4-FFF2-40B4-BE49-F238E27FC236}">
                    <a16:creationId xmlns:a16="http://schemas.microsoft.com/office/drawing/2014/main" id="{81A2D3FD-0282-433E-B6D8-E99F315A46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6509" y="4327878"/>
                <a:ext cx="212299" cy="250403"/>
              </a:xfrm>
              <a:custGeom>
                <a:avLst/>
                <a:gdLst>
                  <a:gd name="T0" fmla="*/ 65 w 65"/>
                  <a:gd name="T1" fmla="*/ 77 h 77"/>
                  <a:gd name="T2" fmla="*/ 40 w 65"/>
                  <a:gd name="T3" fmla="*/ 18 h 77"/>
                  <a:gd name="T4" fmla="*/ 0 w 65"/>
                  <a:gd name="T5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5" h="77">
                    <a:moveTo>
                      <a:pt x="65" y="77"/>
                    </a:moveTo>
                    <a:cubicBezTo>
                      <a:pt x="65" y="77"/>
                      <a:pt x="65" y="31"/>
                      <a:pt x="40" y="18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437" name="Freeform 76">
                <a:extLst>
                  <a:ext uri="{FF2B5EF4-FFF2-40B4-BE49-F238E27FC236}">
                    <a16:creationId xmlns:a16="http://schemas.microsoft.com/office/drawing/2014/main" id="{595BA40D-39B3-43E8-A56C-CDA1FAA6CD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5541" y="4327878"/>
                <a:ext cx="213387" cy="250403"/>
              </a:xfrm>
              <a:custGeom>
                <a:avLst/>
                <a:gdLst>
                  <a:gd name="T0" fmla="*/ 0 w 65"/>
                  <a:gd name="T1" fmla="*/ 77 h 77"/>
                  <a:gd name="T2" fmla="*/ 25 w 65"/>
                  <a:gd name="T3" fmla="*/ 18 h 77"/>
                  <a:gd name="T4" fmla="*/ 65 w 65"/>
                  <a:gd name="T5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5" h="77">
                    <a:moveTo>
                      <a:pt x="0" y="77"/>
                    </a:moveTo>
                    <a:cubicBezTo>
                      <a:pt x="0" y="77"/>
                      <a:pt x="0" y="31"/>
                      <a:pt x="25" y="18"/>
                    </a:cubicBezTo>
                    <a:cubicBezTo>
                      <a:pt x="65" y="0"/>
                      <a:pt x="65" y="0"/>
                      <a:pt x="65" y="0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438" name="Freeform 77">
                <a:extLst>
                  <a:ext uri="{FF2B5EF4-FFF2-40B4-BE49-F238E27FC236}">
                    <a16:creationId xmlns:a16="http://schemas.microsoft.com/office/drawing/2014/main" id="{EFA28CB1-22E2-48FC-AAA1-4D8F9873C1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315" y="4347474"/>
                <a:ext cx="91451" cy="81654"/>
              </a:xfrm>
              <a:custGeom>
                <a:avLst/>
                <a:gdLst>
                  <a:gd name="T0" fmla="*/ 25 w 28"/>
                  <a:gd name="T1" fmla="*/ 0 h 25"/>
                  <a:gd name="T2" fmla="*/ 28 w 28"/>
                  <a:gd name="T3" fmla="*/ 25 h 25"/>
                  <a:gd name="T4" fmla="*/ 0 w 28"/>
                  <a:gd name="T5" fmla="*/ 6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8" h="25">
                    <a:moveTo>
                      <a:pt x="25" y="0"/>
                    </a:moveTo>
                    <a:cubicBezTo>
                      <a:pt x="28" y="25"/>
                      <a:pt x="28" y="25"/>
                      <a:pt x="28" y="25"/>
                    </a:cubicBezTo>
                    <a:cubicBezTo>
                      <a:pt x="8" y="20"/>
                      <a:pt x="0" y="6"/>
                      <a:pt x="0" y="6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439" name="Freeform 78">
                <a:extLst>
                  <a:ext uri="{FF2B5EF4-FFF2-40B4-BE49-F238E27FC236}">
                    <a16:creationId xmlns:a16="http://schemas.microsoft.com/office/drawing/2014/main" id="{1971F839-F0D6-40A7-B99B-58E604867C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6670" y="4347474"/>
                <a:ext cx="91451" cy="81654"/>
              </a:xfrm>
              <a:custGeom>
                <a:avLst/>
                <a:gdLst>
                  <a:gd name="T0" fmla="*/ 3 w 28"/>
                  <a:gd name="T1" fmla="*/ 0 h 25"/>
                  <a:gd name="T2" fmla="*/ 0 w 28"/>
                  <a:gd name="T3" fmla="*/ 25 h 25"/>
                  <a:gd name="T4" fmla="*/ 28 w 28"/>
                  <a:gd name="T5" fmla="*/ 6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8" h="25">
                    <a:moveTo>
                      <a:pt x="3" y="0"/>
                    </a:moveTo>
                    <a:cubicBezTo>
                      <a:pt x="0" y="25"/>
                      <a:pt x="0" y="25"/>
                      <a:pt x="0" y="25"/>
                    </a:cubicBezTo>
                    <a:cubicBezTo>
                      <a:pt x="20" y="20"/>
                      <a:pt x="28" y="6"/>
                      <a:pt x="28" y="6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440" name="Freeform 79">
                <a:extLst>
                  <a:ext uri="{FF2B5EF4-FFF2-40B4-BE49-F238E27FC236}">
                    <a16:creationId xmlns:a16="http://schemas.microsoft.com/office/drawing/2014/main" id="{61DE40DC-22A4-462C-9FA8-8465EC110D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315" y="4367071"/>
                <a:ext cx="26129" cy="211210"/>
              </a:xfrm>
              <a:custGeom>
                <a:avLst/>
                <a:gdLst>
                  <a:gd name="T0" fmla="*/ 0 w 8"/>
                  <a:gd name="T1" fmla="*/ 0 h 65"/>
                  <a:gd name="T2" fmla="*/ 0 w 8"/>
                  <a:gd name="T3" fmla="*/ 19 h 65"/>
                  <a:gd name="T4" fmla="*/ 6 w 8"/>
                  <a:gd name="T5" fmla="*/ 65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" h="65">
                    <a:moveTo>
                      <a:pt x="0" y="0"/>
                    </a:moveTo>
                    <a:cubicBezTo>
                      <a:pt x="0" y="0"/>
                      <a:pt x="8" y="11"/>
                      <a:pt x="0" y="19"/>
                    </a:cubicBezTo>
                    <a:cubicBezTo>
                      <a:pt x="0" y="19"/>
                      <a:pt x="6" y="55"/>
                      <a:pt x="6" y="65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441" name="Freeform 80">
                <a:extLst>
                  <a:ext uri="{FF2B5EF4-FFF2-40B4-BE49-F238E27FC236}">
                    <a16:creationId xmlns:a16="http://schemas.microsoft.com/office/drawing/2014/main" id="{E21483C4-4675-4474-A4E7-DDBEB12674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1993" y="4367071"/>
                <a:ext cx="26129" cy="211210"/>
              </a:xfrm>
              <a:custGeom>
                <a:avLst/>
                <a:gdLst>
                  <a:gd name="T0" fmla="*/ 2 w 8"/>
                  <a:gd name="T1" fmla="*/ 65 h 65"/>
                  <a:gd name="T2" fmla="*/ 8 w 8"/>
                  <a:gd name="T3" fmla="*/ 19 h 65"/>
                  <a:gd name="T4" fmla="*/ 8 w 8"/>
                  <a:gd name="T5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" h="65">
                    <a:moveTo>
                      <a:pt x="2" y="65"/>
                    </a:moveTo>
                    <a:cubicBezTo>
                      <a:pt x="2" y="55"/>
                      <a:pt x="8" y="19"/>
                      <a:pt x="8" y="19"/>
                    </a:cubicBezTo>
                    <a:cubicBezTo>
                      <a:pt x="0" y="11"/>
                      <a:pt x="8" y="0"/>
                      <a:pt x="8" y="0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442" name="Freeform 81">
                <a:extLst>
                  <a:ext uri="{FF2B5EF4-FFF2-40B4-BE49-F238E27FC236}">
                    <a16:creationId xmlns:a16="http://schemas.microsoft.com/office/drawing/2014/main" id="{13C61A58-A9FB-4EC0-A94B-A0CE74C3A0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3404" y="4038281"/>
                <a:ext cx="228629" cy="260201"/>
              </a:xfrm>
              <a:custGeom>
                <a:avLst/>
                <a:gdLst>
                  <a:gd name="T0" fmla="*/ 47 w 70"/>
                  <a:gd name="T1" fmla="*/ 80 h 80"/>
                  <a:gd name="T2" fmla="*/ 68 w 70"/>
                  <a:gd name="T3" fmla="*/ 41 h 80"/>
                  <a:gd name="T4" fmla="*/ 66 w 70"/>
                  <a:gd name="T5" fmla="*/ 16 h 80"/>
                  <a:gd name="T6" fmla="*/ 48 w 70"/>
                  <a:gd name="T7" fmla="*/ 2 h 80"/>
                  <a:gd name="T8" fmla="*/ 35 w 70"/>
                  <a:gd name="T9" fmla="*/ 0 h 80"/>
                  <a:gd name="T10" fmla="*/ 22 w 70"/>
                  <a:gd name="T11" fmla="*/ 2 h 80"/>
                  <a:gd name="T12" fmla="*/ 4 w 70"/>
                  <a:gd name="T13" fmla="*/ 16 h 80"/>
                  <a:gd name="T14" fmla="*/ 2 w 70"/>
                  <a:gd name="T15" fmla="*/ 41 h 80"/>
                  <a:gd name="T16" fmla="*/ 23 w 70"/>
                  <a:gd name="T17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0" h="80">
                    <a:moveTo>
                      <a:pt x="47" y="80"/>
                    </a:moveTo>
                    <a:cubicBezTo>
                      <a:pt x="65" y="72"/>
                      <a:pt x="67" y="56"/>
                      <a:pt x="68" y="41"/>
                    </a:cubicBezTo>
                    <a:cubicBezTo>
                      <a:pt x="69" y="33"/>
                      <a:pt x="70" y="24"/>
                      <a:pt x="66" y="16"/>
                    </a:cubicBezTo>
                    <a:cubicBezTo>
                      <a:pt x="62" y="9"/>
                      <a:pt x="55" y="4"/>
                      <a:pt x="48" y="2"/>
                    </a:cubicBezTo>
                    <a:cubicBezTo>
                      <a:pt x="44" y="0"/>
                      <a:pt x="39" y="0"/>
                      <a:pt x="35" y="0"/>
                    </a:cubicBezTo>
                    <a:cubicBezTo>
                      <a:pt x="31" y="0"/>
                      <a:pt x="26" y="0"/>
                      <a:pt x="22" y="2"/>
                    </a:cubicBezTo>
                    <a:cubicBezTo>
                      <a:pt x="15" y="4"/>
                      <a:pt x="8" y="9"/>
                      <a:pt x="4" y="16"/>
                    </a:cubicBezTo>
                    <a:cubicBezTo>
                      <a:pt x="0" y="24"/>
                      <a:pt x="1" y="33"/>
                      <a:pt x="2" y="41"/>
                    </a:cubicBezTo>
                    <a:cubicBezTo>
                      <a:pt x="3" y="56"/>
                      <a:pt x="5" y="72"/>
                      <a:pt x="23" y="80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443" name="Freeform 82">
                <a:extLst>
                  <a:ext uri="{FF2B5EF4-FFF2-40B4-BE49-F238E27FC236}">
                    <a16:creationId xmlns:a16="http://schemas.microsoft.com/office/drawing/2014/main" id="{6B513F64-85B8-4C44-B79C-35906A2A0B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8928" y="4288684"/>
                <a:ext cx="117580" cy="78387"/>
              </a:xfrm>
              <a:custGeom>
                <a:avLst/>
                <a:gdLst>
                  <a:gd name="T0" fmla="*/ 36 w 36"/>
                  <a:gd name="T1" fmla="*/ 0 h 24"/>
                  <a:gd name="T2" fmla="*/ 36 w 36"/>
                  <a:gd name="T3" fmla="*/ 6 h 24"/>
                  <a:gd name="T4" fmla="*/ 18 w 36"/>
                  <a:gd name="T5" fmla="*/ 24 h 24"/>
                  <a:gd name="T6" fmla="*/ 18 w 36"/>
                  <a:gd name="T7" fmla="*/ 24 h 24"/>
                  <a:gd name="T8" fmla="*/ 0 w 36"/>
                  <a:gd name="T9" fmla="*/ 6 h 24"/>
                  <a:gd name="T10" fmla="*/ 0 w 36"/>
                  <a:gd name="T11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" h="24">
                    <a:moveTo>
                      <a:pt x="36" y="0"/>
                    </a:moveTo>
                    <a:cubicBezTo>
                      <a:pt x="36" y="6"/>
                      <a:pt x="36" y="6"/>
                      <a:pt x="36" y="6"/>
                    </a:cubicBezTo>
                    <a:cubicBezTo>
                      <a:pt x="36" y="16"/>
                      <a:pt x="2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8" y="24"/>
                      <a:pt x="0" y="16"/>
                      <a:pt x="0" y="6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444" name="Freeform 83">
                <a:extLst>
                  <a:ext uri="{FF2B5EF4-FFF2-40B4-BE49-F238E27FC236}">
                    <a16:creationId xmlns:a16="http://schemas.microsoft.com/office/drawing/2014/main" id="{C339E02F-1E14-434D-A832-1A179C190D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6347" y="4308281"/>
                <a:ext cx="161129" cy="120847"/>
              </a:xfrm>
              <a:custGeom>
                <a:avLst/>
                <a:gdLst>
                  <a:gd name="T0" fmla="*/ 49 w 49"/>
                  <a:gd name="T1" fmla="*/ 3 h 37"/>
                  <a:gd name="T2" fmla="*/ 33 w 49"/>
                  <a:gd name="T3" fmla="*/ 0 h 37"/>
                  <a:gd name="T4" fmla="*/ 12 w 49"/>
                  <a:gd name="T5" fmla="*/ 9 h 37"/>
                  <a:gd name="T6" fmla="*/ 0 w 49"/>
                  <a:gd name="T7" fmla="*/ 30 h 37"/>
                  <a:gd name="T8" fmla="*/ 0 w 49"/>
                  <a:gd name="T9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" h="37">
                    <a:moveTo>
                      <a:pt x="49" y="3"/>
                    </a:moveTo>
                    <a:cubicBezTo>
                      <a:pt x="40" y="3"/>
                      <a:pt x="33" y="0"/>
                      <a:pt x="33" y="0"/>
                    </a:cubicBezTo>
                    <a:cubicBezTo>
                      <a:pt x="12" y="9"/>
                      <a:pt x="12" y="9"/>
                      <a:pt x="12" y="9"/>
                    </a:cubicBezTo>
                    <a:cubicBezTo>
                      <a:pt x="0" y="15"/>
                      <a:pt x="0" y="30"/>
                      <a:pt x="0" y="30"/>
                    </a:cubicBezTo>
                    <a:cubicBezTo>
                      <a:pt x="0" y="37"/>
                      <a:pt x="0" y="37"/>
                      <a:pt x="0" y="37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445" name="Freeform 84">
                <a:extLst>
                  <a:ext uri="{FF2B5EF4-FFF2-40B4-BE49-F238E27FC236}">
                    <a16:creationId xmlns:a16="http://schemas.microsoft.com/office/drawing/2014/main" id="{5CB58A45-97EF-4F03-8667-EE86EF7ECF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1065" y="4126467"/>
                <a:ext cx="66411" cy="139354"/>
              </a:xfrm>
              <a:custGeom>
                <a:avLst/>
                <a:gdLst>
                  <a:gd name="T0" fmla="*/ 20 w 20"/>
                  <a:gd name="T1" fmla="*/ 0 h 43"/>
                  <a:gd name="T2" fmla="*/ 12 w 20"/>
                  <a:gd name="T3" fmla="*/ 2 h 43"/>
                  <a:gd name="T4" fmla="*/ 2 w 20"/>
                  <a:gd name="T5" fmla="*/ 10 h 43"/>
                  <a:gd name="T6" fmla="*/ 0 w 20"/>
                  <a:gd name="T7" fmla="*/ 24 h 43"/>
                  <a:gd name="T8" fmla="*/ 11 w 20"/>
                  <a:gd name="T9" fmla="*/ 4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43">
                    <a:moveTo>
                      <a:pt x="20" y="0"/>
                    </a:moveTo>
                    <a:cubicBezTo>
                      <a:pt x="17" y="0"/>
                      <a:pt x="15" y="1"/>
                      <a:pt x="12" y="2"/>
                    </a:cubicBezTo>
                    <a:cubicBezTo>
                      <a:pt x="8" y="3"/>
                      <a:pt x="4" y="6"/>
                      <a:pt x="2" y="10"/>
                    </a:cubicBezTo>
                    <a:cubicBezTo>
                      <a:pt x="0" y="14"/>
                      <a:pt x="0" y="19"/>
                      <a:pt x="0" y="24"/>
                    </a:cubicBezTo>
                    <a:cubicBezTo>
                      <a:pt x="2" y="33"/>
                      <a:pt x="1" y="37"/>
                      <a:pt x="11" y="43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446" name="Freeform 85">
                <a:extLst>
                  <a:ext uri="{FF2B5EF4-FFF2-40B4-BE49-F238E27FC236}">
                    <a16:creationId xmlns:a16="http://schemas.microsoft.com/office/drawing/2014/main" id="{404C149B-9CB5-4D82-A6AD-E09556A65C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7960" y="4308281"/>
                <a:ext cx="160041" cy="120847"/>
              </a:xfrm>
              <a:custGeom>
                <a:avLst/>
                <a:gdLst>
                  <a:gd name="T0" fmla="*/ 0 w 49"/>
                  <a:gd name="T1" fmla="*/ 3 h 37"/>
                  <a:gd name="T2" fmla="*/ 16 w 49"/>
                  <a:gd name="T3" fmla="*/ 0 h 37"/>
                  <a:gd name="T4" fmla="*/ 37 w 49"/>
                  <a:gd name="T5" fmla="*/ 9 h 37"/>
                  <a:gd name="T6" fmla="*/ 49 w 49"/>
                  <a:gd name="T7" fmla="*/ 30 h 37"/>
                  <a:gd name="T8" fmla="*/ 49 w 49"/>
                  <a:gd name="T9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" h="37">
                    <a:moveTo>
                      <a:pt x="0" y="3"/>
                    </a:moveTo>
                    <a:cubicBezTo>
                      <a:pt x="9" y="3"/>
                      <a:pt x="16" y="0"/>
                      <a:pt x="16" y="0"/>
                    </a:cubicBezTo>
                    <a:cubicBezTo>
                      <a:pt x="37" y="9"/>
                      <a:pt x="37" y="9"/>
                      <a:pt x="37" y="9"/>
                    </a:cubicBezTo>
                    <a:cubicBezTo>
                      <a:pt x="49" y="15"/>
                      <a:pt x="49" y="30"/>
                      <a:pt x="49" y="30"/>
                    </a:cubicBezTo>
                    <a:cubicBezTo>
                      <a:pt x="49" y="37"/>
                      <a:pt x="49" y="37"/>
                      <a:pt x="49" y="37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447" name="Freeform 86">
                <a:extLst>
                  <a:ext uri="{FF2B5EF4-FFF2-40B4-BE49-F238E27FC236}">
                    <a16:creationId xmlns:a16="http://schemas.microsoft.com/office/drawing/2014/main" id="{E2F5F709-DCE2-4F36-AAE9-BD9C834D82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7960" y="4126467"/>
                <a:ext cx="65322" cy="139354"/>
              </a:xfrm>
              <a:custGeom>
                <a:avLst/>
                <a:gdLst>
                  <a:gd name="T0" fmla="*/ 9 w 20"/>
                  <a:gd name="T1" fmla="*/ 43 h 43"/>
                  <a:gd name="T2" fmla="*/ 20 w 20"/>
                  <a:gd name="T3" fmla="*/ 24 h 43"/>
                  <a:gd name="T4" fmla="*/ 18 w 20"/>
                  <a:gd name="T5" fmla="*/ 10 h 43"/>
                  <a:gd name="T6" fmla="*/ 8 w 20"/>
                  <a:gd name="T7" fmla="*/ 2 h 43"/>
                  <a:gd name="T8" fmla="*/ 0 w 20"/>
                  <a:gd name="T9" fmla="*/ 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43">
                    <a:moveTo>
                      <a:pt x="9" y="43"/>
                    </a:moveTo>
                    <a:cubicBezTo>
                      <a:pt x="19" y="37"/>
                      <a:pt x="18" y="33"/>
                      <a:pt x="20" y="24"/>
                    </a:cubicBezTo>
                    <a:cubicBezTo>
                      <a:pt x="20" y="19"/>
                      <a:pt x="20" y="14"/>
                      <a:pt x="18" y="10"/>
                    </a:cubicBezTo>
                    <a:cubicBezTo>
                      <a:pt x="16" y="6"/>
                      <a:pt x="12" y="3"/>
                      <a:pt x="8" y="2"/>
                    </a:cubicBezTo>
                    <a:cubicBezTo>
                      <a:pt x="5" y="1"/>
                      <a:pt x="3" y="0"/>
                      <a:pt x="0" y="0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sp>
        <p:nvSpPr>
          <p:cNvPr id="2116954794" name="TextBox 2116954793"/>
          <p:cNvSpPr txBox="1"/>
          <p:nvPr/>
        </p:nvSpPr>
        <p:spPr>
          <a:xfrm>
            <a:off x="3364992" y="3191256"/>
            <a:ext cx="1289304" cy="5386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700" b="1" dirty="0">
                <a:solidFill>
                  <a:srgbClr val="000000"/>
                </a:solidFill>
              </a:rPr>
              <a:t>Ответственный за данные</a:t>
            </a:r>
            <a:r>
              <a:rPr lang="ru-RU" sz="700" dirty="0">
                <a:solidFill>
                  <a:srgbClr val="000000"/>
                </a:solidFill>
              </a:rPr>
              <a:t> собирает заявки бизнеса и рисков и проактивно ищет новые источники данных, предлагая их подключение</a:t>
            </a:r>
            <a:endParaRPr sz="700" b="0" dirty="0">
              <a:solidFill>
                <a:srgbClr val="000000"/>
              </a:solidFill>
            </a:endParaRPr>
          </a:p>
        </p:txBody>
      </p:sp>
      <p:sp>
        <p:nvSpPr>
          <p:cNvPr id="2116954795" name="TextBox 2116954794"/>
          <p:cNvSpPr txBox="1"/>
          <p:nvPr/>
        </p:nvSpPr>
        <p:spPr>
          <a:xfrm>
            <a:off x="1289304" y="4334256"/>
            <a:ext cx="3364992" cy="1371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900" b="1">
                <a:solidFill>
                  <a:srgbClr val="000000"/>
                </a:solidFill>
              </a:rPr>
              <a:t>Согласие клиента</a:t>
            </a:r>
          </a:p>
        </p:txBody>
      </p:sp>
      <p:grpSp>
        <p:nvGrpSpPr>
          <p:cNvPr id="301448" name="Группа 56">
            <a:extLst>
              <a:ext uri="{FF2B5EF4-FFF2-40B4-BE49-F238E27FC236}">
                <a16:creationId xmlns:a16="http://schemas.microsoft.com/office/drawing/2014/main" id="{9C571B3F-041A-4263-85F9-4C0DD0A441AA}"/>
              </a:ext>
            </a:extLst>
          </p:cNvPr>
          <p:cNvGrpSpPr/>
          <p:nvPr/>
        </p:nvGrpSpPr>
        <p:grpSpPr>
          <a:xfrm>
            <a:off x="1289304" y="4544568"/>
            <a:ext cx="338328" cy="338328"/>
            <a:chOff x="1290654" y="2031534"/>
            <a:chExt cx="342067" cy="342067"/>
          </a:xfrm>
        </p:grpSpPr>
        <p:sp>
          <p:nvSpPr>
            <p:cNvPr id="301449" name="Oval 3013"/>
            <p:cNvSpPr>
              <a:spLocks noChangeAspect="1"/>
            </p:cNvSpPr>
            <p:nvPr/>
          </p:nvSpPr>
          <p:spPr bwMode="auto">
            <a:xfrm>
              <a:off x="1290654" y="2031534"/>
              <a:ext cx="342067" cy="342067"/>
            </a:xfrm>
            <a:prstGeom prst="ellipse">
              <a:avLst/>
            </a:prstGeom>
            <a:solidFill>
              <a:schemeClr val="tx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defRPr/>
              </a:pPr>
              <a:endParaRPr lang="en-NZ" sz="1600" b="0" i="0" u="none" strike="noStrike" cap="none" spc="0">
                <a:ln>
                  <a:noFill/>
                </a:ln>
                <a:solidFill>
                  <a:srgbClr val="051C2C"/>
                </a:solidFill>
                <a:ea typeface="Arial"/>
                <a:cs typeface="Arial"/>
              </a:endParaRPr>
            </a:p>
          </p:txBody>
        </p:sp>
        <p:grpSp>
          <p:nvGrpSpPr>
            <p:cNvPr id="301450" name="Group 4119">
              <a:extLst>
                <a:ext uri="{FF2B5EF4-FFF2-40B4-BE49-F238E27FC236}">
                  <a16:creationId xmlns:a16="http://schemas.microsoft.com/office/drawing/2014/main" id="{DA332F9F-1969-4964-9D2C-B36AC8B1F239}"/>
                </a:ext>
              </a:extLst>
            </p:cNvPr>
            <p:cNvGrpSpPr/>
            <p:nvPr/>
          </p:nvGrpSpPr>
          <p:grpSpPr>
            <a:xfrm>
              <a:off x="1351080" y="2106488"/>
              <a:ext cx="221215" cy="192158"/>
              <a:chOff x="506347" y="4038281"/>
              <a:chExt cx="621654" cy="540000"/>
            </a:xfrm>
          </p:grpSpPr>
          <p:sp>
            <p:nvSpPr>
              <p:cNvPr id="301451" name="Freeform 75">
                <a:extLst>
                  <a:ext uri="{FF2B5EF4-FFF2-40B4-BE49-F238E27FC236}">
                    <a16:creationId xmlns:a16="http://schemas.microsoft.com/office/drawing/2014/main" id="{81A2D3FD-0282-433E-B6D8-E99F315A46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6509" y="4327878"/>
                <a:ext cx="212299" cy="250403"/>
              </a:xfrm>
              <a:custGeom>
                <a:avLst/>
                <a:gdLst>
                  <a:gd name="T0" fmla="*/ 65 w 65"/>
                  <a:gd name="T1" fmla="*/ 77 h 77"/>
                  <a:gd name="T2" fmla="*/ 40 w 65"/>
                  <a:gd name="T3" fmla="*/ 18 h 77"/>
                  <a:gd name="T4" fmla="*/ 0 w 65"/>
                  <a:gd name="T5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5" h="77">
                    <a:moveTo>
                      <a:pt x="65" y="77"/>
                    </a:moveTo>
                    <a:cubicBezTo>
                      <a:pt x="65" y="77"/>
                      <a:pt x="65" y="31"/>
                      <a:pt x="40" y="18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452" name="Freeform 76">
                <a:extLst>
                  <a:ext uri="{FF2B5EF4-FFF2-40B4-BE49-F238E27FC236}">
                    <a16:creationId xmlns:a16="http://schemas.microsoft.com/office/drawing/2014/main" id="{595BA40D-39B3-43E8-A56C-CDA1FAA6CD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5541" y="4327878"/>
                <a:ext cx="213387" cy="250403"/>
              </a:xfrm>
              <a:custGeom>
                <a:avLst/>
                <a:gdLst>
                  <a:gd name="T0" fmla="*/ 0 w 65"/>
                  <a:gd name="T1" fmla="*/ 77 h 77"/>
                  <a:gd name="T2" fmla="*/ 25 w 65"/>
                  <a:gd name="T3" fmla="*/ 18 h 77"/>
                  <a:gd name="T4" fmla="*/ 65 w 65"/>
                  <a:gd name="T5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5" h="77">
                    <a:moveTo>
                      <a:pt x="0" y="77"/>
                    </a:moveTo>
                    <a:cubicBezTo>
                      <a:pt x="0" y="77"/>
                      <a:pt x="0" y="31"/>
                      <a:pt x="25" y="18"/>
                    </a:cubicBezTo>
                    <a:cubicBezTo>
                      <a:pt x="65" y="0"/>
                      <a:pt x="65" y="0"/>
                      <a:pt x="65" y="0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453" name="Freeform 77">
                <a:extLst>
                  <a:ext uri="{FF2B5EF4-FFF2-40B4-BE49-F238E27FC236}">
                    <a16:creationId xmlns:a16="http://schemas.microsoft.com/office/drawing/2014/main" id="{EFA28CB1-22E2-48FC-AAA1-4D8F9873C1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315" y="4347474"/>
                <a:ext cx="91451" cy="81654"/>
              </a:xfrm>
              <a:custGeom>
                <a:avLst/>
                <a:gdLst>
                  <a:gd name="T0" fmla="*/ 25 w 28"/>
                  <a:gd name="T1" fmla="*/ 0 h 25"/>
                  <a:gd name="T2" fmla="*/ 28 w 28"/>
                  <a:gd name="T3" fmla="*/ 25 h 25"/>
                  <a:gd name="T4" fmla="*/ 0 w 28"/>
                  <a:gd name="T5" fmla="*/ 6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8" h="25">
                    <a:moveTo>
                      <a:pt x="25" y="0"/>
                    </a:moveTo>
                    <a:cubicBezTo>
                      <a:pt x="28" y="25"/>
                      <a:pt x="28" y="25"/>
                      <a:pt x="28" y="25"/>
                    </a:cubicBezTo>
                    <a:cubicBezTo>
                      <a:pt x="8" y="20"/>
                      <a:pt x="0" y="6"/>
                      <a:pt x="0" y="6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454" name="Freeform 78">
                <a:extLst>
                  <a:ext uri="{FF2B5EF4-FFF2-40B4-BE49-F238E27FC236}">
                    <a16:creationId xmlns:a16="http://schemas.microsoft.com/office/drawing/2014/main" id="{1971F839-F0D6-40A7-B99B-58E604867C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6670" y="4347474"/>
                <a:ext cx="91451" cy="81654"/>
              </a:xfrm>
              <a:custGeom>
                <a:avLst/>
                <a:gdLst>
                  <a:gd name="T0" fmla="*/ 3 w 28"/>
                  <a:gd name="T1" fmla="*/ 0 h 25"/>
                  <a:gd name="T2" fmla="*/ 0 w 28"/>
                  <a:gd name="T3" fmla="*/ 25 h 25"/>
                  <a:gd name="T4" fmla="*/ 28 w 28"/>
                  <a:gd name="T5" fmla="*/ 6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8" h="25">
                    <a:moveTo>
                      <a:pt x="3" y="0"/>
                    </a:moveTo>
                    <a:cubicBezTo>
                      <a:pt x="0" y="25"/>
                      <a:pt x="0" y="25"/>
                      <a:pt x="0" y="25"/>
                    </a:cubicBezTo>
                    <a:cubicBezTo>
                      <a:pt x="20" y="20"/>
                      <a:pt x="28" y="6"/>
                      <a:pt x="28" y="6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455" name="Freeform 79">
                <a:extLst>
                  <a:ext uri="{FF2B5EF4-FFF2-40B4-BE49-F238E27FC236}">
                    <a16:creationId xmlns:a16="http://schemas.microsoft.com/office/drawing/2014/main" id="{61DE40DC-22A4-462C-9FA8-8465EC110D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315" y="4367071"/>
                <a:ext cx="26129" cy="211210"/>
              </a:xfrm>
              <a:custGeom>
                <a:avLst/>
                <a:gdLst>
                  <a:gd name="T0" fmla="*/ 0 w 8"/>
                  <a:gd name="T1" fmla="*/ 0 h 65"/>
                  <a:gd name="T2" fmla="*/ 0 w 8"/>
                  <a:gd name="T3" fmla="*/ 19 h 65"/>
                  <a:gd name="T4" fmla="*/ 6 w 8"/>
                  <a:gd name="T5" fmla="*/ 65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" h="65">
                    <a:moveTo>
                      <a:pt x="0" y="0"/>
                    </a:moveTo>
                    <a:cubicBezTo>
                      <a:pt x="0" y="0"/>
                      <a:pt x="8" y="11"/>
                      <a:pt x="0" y="19"/>
                    </a:cubicBezTo>
                    <a:cubicBezTo>
                      <a:pt x="0" y="19"/>
                      <a:pt x="6" y="55"/>
                      <a:pt x="6" y="65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456" name="Freeform 80">
                <a:extLst>
                  <a:ext uri="{FF2B5EF4-FFF2-40B4-BE49-F238E27FC236}">
                    <a16:creationId xmlns:a16="http://schemas.microsoft.com/office/drawing/2014/main" id="{E21483C4-4675-4474-A4E7-DDBEB12674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1993" y="4367071"/>
                <a:ext cx="26129" cy="211210"/>
              </a:xfrm>
              <a:custGeom>
                <a:avLst/>
                <a:gdLst>
                  <a:gd name="T0" fmla="*/ 2 w 8"/>
                  <a:gd name="T1" fmla="*/ 65 h 65"/>
                  <a:gd name="T2" fmla="*/ 8 w 8"/>
                  <a:gd name="T3" fmla="*/ 19 h 65"/>
                  <a:gd name="T4" fmla="*/ 8 w 8"/>
                  <a:gd name="T5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" h="65">
                    <a:moveTo>
                      <a:pt x="2" y="65"/>
                    </a:moveTo>
                    <a:cubicBezTo>
                      <a:pt x="2" y="55"/>
                      <a:pt x="8" y="19"/>
                      <a:pt x="8" y="19"/>
                    </a:cubicBezTo>
                    <a:cubicBezTo>
                      <a:pt x="0" y="11"/>
                      <a:pt x="8" y="0"/>
                      <a:pt x="8" y="0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457" name="Freeform 81">
                <a:extLst>
                  <a:ext uri="{FF2B5EF4-FFF2-40B4-BE49-F238E27FC236}">
                    <a16:creationId xmlns:a16="http://schemas.microsoft.com/office/drawing/2014/main" id="{13C61A58-A9FB-4EC0-A94B-A0CE74C3A0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3404" y="4038281"/>
                <a:ext cx="228629" cy="260201"/>
              </a:xfrm>
              <a:custGeom>
                <a:avLst/>
                <a:gdLst>
                  <a:gd name="T0" fmla="*/ 47 w 70"/>
                  <a:gd name="T1" fmla="*/ 80 h 80"/>
                  <a:gd name="T2" fmla="*/ 68 w 70"/>
                  <a:gd name="T3" fmla="*/ 41 h 80"/>
                  <a:gd name="T4" fmla="*/ 66 w 70"/>
                  <a:gd name="T5" fmla="*/ 16 h 80"/>
                  <a:gd name="T6" fmla="*/ 48 w 70"/>
                  <a:gd name="T7" fmla="*/ 2 h 80"/>
                  <a:gd name="T8" fmla="*/ 35 w 70"/>
                  <a:gd name="T9" fmla="*/ 0 h 80"/>
                  <a:gd name="T10" fmla="*/ 22 w 70"/>
                  <a:gd name="T11" fmla="*/ 2 h 80"/>
                  <a:gd name="T12" fmla="*/ 4 w 70"/>
                  <a:gd name="T13" fmla="*/ 16 h 80"/>
                  <a:gd name="T14" fmla="*/ 2 w 70"/>
                  <a:gd name="T15" fmla="*/ 41 h 80"/>
                  <a:gd name="T16" fmla="*/ 23 w 70"/>
                  <a:gd name="T17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0" h="80">
                    <a:moveTo>
                      <a:pt x="47" y="80"/>
                    </a:moveTo>
                    <a:cubicBezTo>
                      <a:pt x="65" y="72"/>
                      <a:pt x="67" y="56"/>
                      <a:pt x="68" y="41"/>
                    </a:cubicBezTo>
                    <a:cubicBezTo>
                      <a:pt x="69" y="33"/>
                      <a:pt x="70" y="24"/>
                      <a:pt x="66" y="16"/>
                    </a:cubicBezTo>
                    <a:cubicBezTo>
                      <a:pt x="62" y="9"/>
                      <a:pt x="55" y="4"/>
                      <a:pt x="48" y="2"/>
                    </a:cubicBezTo>
                    <a:cubicBezTo>
                      <a:pt x="44" y="0"/>
                      <a:pt x="39" y="0"/>
                      <a:pt x="35" y="0"/>
                    </a:cubicBezTo>
                    <a:cubicBezTo>
                      <a:pt x="31" y="0"/>
                      <a:pt x="26" y="0"/>
                      <a:pt x="22" y="2"/>
                    </a:cubicBezTo>
                    <a:cubicBezTo>
                      <a:pt x="15" y="4"/>
                      <a:pt x="8" y="9"/>
                      <a:pt x="4" y="16"/>
                    </a:cubicBezTo>
                    <a:cubicBezTo>
                      <a:pt x="0" y="24"/>
                      <a:pt x="1" y="33"/>
                      <a:pt x="2" y="41"/>
                    </a:cubicBezTo>
                    <a:cubicBezTo>
                      <a:pt x="3" y="56"/>
                      <a:pt x="5" y="72"/>
                      <a:pt x="23" y="80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458" name="Freeform 82">
                <a:extLst>
                  <a:ext uri="{FF2B5EF4-FFF2-40B4-BE49-F238E27FC236}">
                    <a16:creationId xmlns:a16="http://schemas.microsoft.com/office/drawing/2014/main" id="{6B513F64-85B8-4C44-B79C-35906A2A0B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8928" y="4288684"/>
                <a:ext cx="117580" cy="78387"/>
              </a:xfrm>
              <a:custGeom>
                <a:avLst/>
                <a:gdLst>
                  <a:gd name="T0" fmla="*/ 36 w 36"/>
                  <a:gd name="T1" fmla="*/ 0 h 24"/>
                  <a:gd name="T2" fmla="*/ 36 w 36"/>
                  <a:gd name="T3" fmla="*/ 6 h 24"/>
                  <a:gd name="T4" fmla="*/ 18 w 36"/>
                  <a:gd name="T5" fmla="*/ 24 h 24"/>
                  <a:gd name="T6" fmla="*/ 18 w 36"/>
                  <a:gd name="T7" fmla="*/ 24 h 24"/>
                  <a:gd name="T8" fmla="*/ 0 w 36"/>
                  <a:gd name="T9" fmla="*/ 6 h 24"/>
                  <a:gd name="T10" fmla="*/ 0 w 36"/>
                  <a:gd name="T11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" h="24">
                    <a:moveTo>
                      <a:pt x="36" y="0"/>
                    </a:moveTo>
                    <a:cubicBezTo>
                      <a:pt x="36" y="6"/>
                      <a:pt x="36" y="6"/>
                      <a:pt x="36" y="6"/>
                    </a:cubicBezTo>
                    <a:cubicBezTo>
                      <a:pt x="36" y="16"/>
                      <a:pt x="2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8" y="24"/>
                      <a:pt x="0" y="16"/>
                      <a:pt x="0" y="6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459" name="Freeform 83">
                <a:extLst>
                  <a:ext uri="{FF2B5EF4-FFF2-40B4-BE49-F238E27FC236}">
                    <a16:creationId xmlns:a16="http://schemas.microsoft.com/office/drawing/2014/main" id="{C339E02F-1E14-434D-A832-1A179C190D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6347" y="4308281"/>
                <a:ext cx="161129" cy="120847"/>
              </a:xfrm>
              <a:custGeom>
                <a:avLst/>
                <a:gdLst>
                  <a:gd name="T0" fmla="*/ 49 w 49"/>
                  <a:gd name="T1" fmla="*/ 3 h 37"/>
                  <a:gd name="T2" fmla="*/ 33 w 49"/>
                  <a:gd name="T3" fmla="*/ 0 h 37"/>
                  <a:gd name="T4" fmla="*/ 12 w 49"/>
                  <a:gd name="T5" fmla="*/ 9 h 37"/>
                  <a:gd name="T6" fmla="*/ 0 w 49"/>
                  <a:gd name="T7" fmla="*/ 30 h 37"/>
                  <a:gd name="T8" fmla="*/ 0 w 49"/>
                  <a:gd name="T9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" h="37">
                    <a:moveTo>
                      <a:pt x="49" y="3"/>
                    </a:moveTo>
                    <a:cubicBezTo>
                      <a:pt x="40" y="3"/>
                      <a:pt x="33" y="0"/>
                      <a:pt x="33" y="0"/>
                    </a:cubicBezTo>
                    <a:cubicBezTo>
                      <a:pt x="12" y="9"/>
                      <a:pt x="12" y="9"/>
                      <a:pt x="12" y="9"/>
                    </a:cubicBezTo>
                    <a:cubicBezTo>
                      <a:pt x="0" y="15"/>
                      <a:pt x="0" y="30"/>
                      <a:pt x="0" y="30"/>
                    </a:cubicBezTo>
                    <a:cubicBezTo>
                      <a:pt x="0" y="37"/>
                      <a:pt x="0" y="37"/>
                      <a:pt x="0" y="37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460" name="Freeform 84">
                <a:extLst>
                  <a:ext uri="{FF2B5EF4-FFF2-40B4-BE49-F238E27FC236}">
                    <a16:creationId xmlns:a16="http://schemas.microsoft.com/office/drawing/2014/main" id="{5CB58A45-97EF-4F03-8667-EE86EF7ECF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1065" y="4126467"/>
                <a:ext cx="66411" cy="139354"/>
              </a:xfrm>
              <a:custGeom>
                <a:avLst/>
                <a:gdLst>
                  <a:gd name="T0" fmla="*/ 20 w 20"/>
                  <a:gd name="T1" fmla="*/ 0 h 43"/>
                  <a:gd name="T2" fmla="*/ 12 w 20"/>
                  <a:gd name="T3" fmla="*/ 2 h 43"/>
                  <a:gd name="T4" fmla="*/ 2 w 20"/>
                  <a:gd name="T5" fmla="*/ 10 h 43"/>
                  <a:gd name="T6" fmla="*/ 0 w 20"/>
                  <a:gd name="T7" fmla="*/ 24 h 43"/>
                  <a:gd name="T8" fmla="*/ 11 w 20"/>
                  <a:gd name="T9" fmla="*/ 4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43">
                    <a:moveTo>
                      <a:pt x="20" y="0"/>
                    </a:moveTo>
                    <a:cubicBezTo>
                      <a:pt x="17" y="0"/>
                      <a:pt x="15" y="1"/>
                      <a:pt x="12" y="2"/>
                    </a:cubicBezTo>
                    <a:cubicBezTo>
                      <a:pt x="8" y="3"/>
                      <a:pt x="4" y="6"/>
                      <a:pt x="2" y="10"/>
                    </a:cubicBezTo>
                    <a:cubicBezTo>
                      <a:pt x="0" y="14"/>
                      <a:pt x="0" y="19"/>
                      <a:pt x="0" y="24"/>
                    </a:cubicBezTo>
                    <a:cubicBezTo>
                      <a:pt x="2" y="33"/>
                      <a:pt x="1" y="37"/>
                      <a:pt x="11" y="43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461" name="Freeform 85">
                <a:extLst>
                  <a:ext uri="{FF2B5EF4-FFF2-40B4-BE49-F238E27FC236}">
                    <a16:creationId xmlns:a16="http://schemas.microsoft.com/office/drawing/2014/main" id="{404C149B-9CB5-4D82-A6AD-E09556A65C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7960" y="4308281"/>
                <a:ext cx="160041" cy="120847"/>
              </a:xfrm>
              <a:custGeom>
                <a:avLst/>
                <a:gdLst>
                  <a:gd name="T0" fmla="*/ 0 w 49"/>
                  <a:gd name="T1" fmla="*/ 3 h 37"/>
                  <a:gd name="T2" fmla="*/ 16 w 49"/>
                  <a:gd name="T3" fmla="*/ 0 h 37"/>
                  <a:gd name="T4" fmla="*/ 37 w 49"/>
                  <a:gd name="T5" fmla="*/ 9 h 37"/>
                  <a:gd name="T6" fmla="*/ 49 w 49"/>
                  <a:gd name="T7" fmla="*/ 30 h 37"/>
                  <a:gd name="T8" fmla="*/ 49 w 49"/>
                  <a:gd name="T9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" h="37">
                    <a:moveTo>
                      <a:pt x="0" y="3"/>
                    </a:moveTo>
                    <a:cubicBezTo>
                      <a:pt x="9" y="3"/>
                      <a:pt x="16" y="0"/>
                      <a:pt x="16" y="0"/>
                    </a:cubicBezTo>
                    <a:cubicBezTo>
                      <a:pt x="37" y="9"/>
                      <a:pt x="37" y="9"/>
                      <a:pt x="37" y="9"/>
                    </a:cubicBezTo>
                    <a:cubicBezTo>
                      <a:pt x="49" y="15"/>
                      <a:pt x="49" y="30"/>
                      <a:pt x="49" y="30"/>
                    </a:cubicBezTo>
                    <a:cubicBezTo>
                      <a:pt x="49" y="37"/>
                      <a:pt x="49" y="37"/>
                      <a:pt x="49" y="37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462" name="Freeform 86">
                <a:extLst>
                  <a:ext uri="{FF2B5EF4-FFF2-40B4-BE49-F238E27FC236}">
                    <a16:creationId xmlns:a16="http://schemas.microsoft.com/office/drawing/2014/main" id="{E2F5F709-DCE2-4F36-AAE9-BD9C834D82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7960" y="4126467"/>
                <a:ext cx="65322" cy="139354"/>
              </a:xfrm>
              <a:custGeom>
                <a:avLst/>
                <a:gdLst>
                  <a:gd name="T0" fmla="*/ 9 w 20"/>
                  <a:gd name="T1" fmla="*/ 43 h 43"/>
                  <a:gd name="T2" fmla="*/ 20 w 20"/>
                  <a:gd name="T3" fmla="*/ 24 h 43"/>
                  <a:gd name="T4" fmla="*/ 18 w 20"/>
                  <a:gd name="T5" fmla="*/ 10 h 43"/>
                  <a:gd name="T6" fmla="*/ 8 w 20"/>
                  <a:gd name="T7" fmla="*/ 2 h 43"/>
                  <a:gd name="T8" fmla="*/ 0 w 20"/>
                  <a:gd name="T9" fmla="*/ 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43">
                    <a:moveTo>
                      <a:pt x="9" y="43"/>
                    </a:moveTo>
                    <a:cubicBezTo>
                      <a:pt x="19" y="37"/>
                      <a:pt x="18" y="33"/>
                      <a:pt x="20" y="24"/>
                    </a:cubicBezTo>
                    <a:cubicBezTo>
                      <a:pt x="20" y="19"/>
                      <a:pt x="20" y="14"/>
                      <a:pt x="18" y="10"/>
                    </a:cubicBezTo>
                    <a:cubicBezTo>
                      <a:pt x="16" y="6"/>
                      <a:pt x="12" y="3"/>
                      <a:pt x="8" y="2"/>
                    </a:cubicBezTo>
                    <a:cubicBezTo>
                      <a:pt x="5" y="1"/>
                      <a:pt x="3" y="0"/>
                      <a:pt x="0" y="0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sp>
        <p:nvSpPr>
          <p:cNvPr id="2116954796" name="TextBox 2116954795"/>
          <p:cNvSpPr txBox="1"/>
          <p:nvPr/>
        </p:nvSpPr>
        <p:spPr>
          <a:xfrm>
            <a:off x="1700784" y="4544568"/>
            <a:ext cx="118872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700" b="1" dirty="0" err="1">
                <a:solidFill>
                  <a:srgbClr val="000000"/>
                </a:solidFill>
              </a:rPr>
              <a:t>Риски</a:t>
            </a:r>
            <a:r>
              <a:rPr sz="700" b="0" dirty="0">
                <a:solidFill>
                  <a:srgbClr val="000000"/>
                </a:solidFill>
              </a:rPr>
              <a:t> оценивают клиента по данным, которые уже есть у банка и разрешены к использованию законом</a:t>
            </a:r>
            <a:endParaRPr sz="700" b="0" dirty="0">
              <a:solidFill>
                <a:srgbClr val="000000"/>
              </a:solidFill>
            </a:endParaRPr>
          </a:p>
        </p:txBody>
      </p:sp>
      <p:grpSp>
        <p:nvGrpSpPr>
          <p:cNvPr id="301463" name="Группа 56">
            <a:extLst>
              <a:ext uri="{FF2B5EF4-FFF2-40B4-BE49-F238E27FC236}">
                <a16:creationId xmlns:a16="http://schemas.microsoft.com/office/drawing/2014/main" id="{9C571B3F-041A-4263-85F9-4C0DD0A441AA}"/>
              </a:ext>
            </a:extLst>
          </p:cNvPr>
          <p:cNvGrpSpPr/>
          <p:nvPr/>
        </p:nvGrpSpPr>
        <p:grpSpPr>
          <a:xfrm>
            <a:off x="2962656" y="4544568"/>
            <a:ext cx="338328" cy="338328"/>
            <a:chOff x="1290654" y="2031534"/>
            <a:chExt cx="342067" cy="342067"/>
          </a:xfrm>
        </p:grpSpPr>
        <p:sp>
          <p:nvSpPr>
            <p:cNvPr id="301464" name="Oval 3013"/>
            <p:cNvSpPr>
              <a:spLocks noChangeAspect="1"/>
            </p:cNvSpPr>
            <p:nvPr/>
          </p:nvSpPr>
          <p:spPr bwMode="auto">
            <a:xfrm>
              <a:off x="1290654" y="2031534"/>
              <a:ext cx="342067" cy="342067"/>
            </a:xfrm>
            <a:prstGeom prst="ellipse">
              <a:avLst/>
            </a:prstGeom>
            <a:solidFill>
              <a:schemeClr val="tx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defRPr/>
              </a:pPr>
              <a:endParaRPr lang="en-NZ" sz="1600" b="0" i="0" u="none" strike="noStrike" cap="none" spc="0">
                <a:ln>
                  <a:noFill/>
                </a:ln>
                <a:solidFill>
                  <a:srgbClr val="051C2C"/>
                </a:solidFill>
                <a:ea typeface="Arial"/>
                <a:cs typeface="Arial"/>
              </a:endParaRPr>
            </a:p>
          </p:txBody>
        </p:sp>
        <p:grpSp>
          <p:nvGrpSpPr>
            <p:cNvPr id="301465" name="Group 4119">
              <a:extLst>
                <a:ext uri="{FF2B5EF4-FFF2-40B4-BE49-F238E27FC236}">
                  <a16:creationId xmlns:a16="http://schemas.microsoft.com/office/drawing/2014/main" id="{DA332F9F-1969-4964-9D2C-B36AC8B1F239}"/>
                </a:ext>
              </a:extLst>
            </p:cNvPr>
            <p:cNvGrpSpPr/>
            <p:nvPr/>
          </p:nvGrpSpPr>
          <p:grpSpPr>
            <a:xfrm>
              <a:off x="1351080" y="2106488"/>
              <a:ext cx="221215" cy="192158"/>
              <a:chOff x="506347" y="4038281"/>
              <a:chExt cx="621654" cy="540000"/>
            </a:xfrm>
          </p:grpSpPr>
          <p:sp>
            <p:nvSpPr>
              <p:cNvPr id="301466" name="Freeform 75">
                <a:extLst>
                  <a:ext uri="{FF2B5EF4-FFF2-40B4-BE49-F238E27FC236}">
                    <a16:creationId xmlns:a16="http://schemas.microsoft.com/office/drawing/2014/main" id="{81A2D3FD-0282-433E-B6D8-E99F315A46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6509" y="4327878"/>
                <a:ext cx="212299" cy="250403"/>
              </a:xfrm>
              <a:custGeom>
                <a:avLst/>
                <a:gdLst>
                  <a:gd name="T0" fmla="*/ 65 w 65"/>
                  <a:gd name="T1" fmla="*/ 77 h 77"/>
                  <a:gd name="T2" fmla="*/ 40 w 65"/>
                  <a:gd name="T3" fmla="*/ 18 h 77"/>
                  <a:gd name="T4" fmla="*/ 0 w 65"/>
                  <a:gd name="T5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5" h="77">
                    <a:moveTo>
                      <a:pt x="65" y="77"/>
                    </a:moveTo>
                    <a:cubicBezTo>
                      <a:pt x="65" y="77"/>
                      <a:pt x="65" y="31"/>
                      <a:pt x="40" y="18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467" name="Freeform 76">
                <a:extLst>
                  <a:ext uri="{FF2B5EF4-FFF2-40B4-BE49-F238E27FC236}">
                    <a16:creationId xmlns:a16="http://schemas.microsoft.com/office/drawing/2014/main" id="{595BA40D-39B3-43E8-A56C-CDA1FAA6CD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5541" y="4327878"/>
                <a:ext cx="213387" cy="250403"/>
              </a:xfrm>
              <a:custGeom>
                <a:avLst/>
                <a:gdLst>
                  <a:gd name="T0" fmla="*/ 0 w 65"/>
                  <a:gd name="T1" fmla="*/ 77 h 77"/>
                  <a:gd name="T2" fmla="*/ 25 w 65"/>
                  <a:gd name="T3" fmla="*/ 18 h 77"/>
                  <a:gd name="T4" fmla="*/ 65 w 65"/>
                  <a:gd name="T5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5" h="77">
                    <a:moveTo>
                      <a:pt x="0" y="77"/>
                    </a:moveTo>
                    <a:cubicBezTo>
                      <a:pt x="0" y="77"/>
                      <a:pt x="0" y="31"/>
                      <a:pt x="25" y="18"/>
                    </a:cubicBezTo>
                    <a:cubicBezTo>
                      <a:pt x="65" y="0"/>
                      <a:pt x="65" y="0"/>
                      <a:pt x="65" y="0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468" name="Freeform 77">
                <a:extLst>
                  <a:ext uri="{FF2B5EF4-FFF2-40B4-BE49-F238E27FC236}">
                    <a16:creationId xmlns:a16="http://schemas.microsoft.com/office/drawing/2014/main" id="{EFA28CB1-22E2-48FC-AAA1-4D8F9873C1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315" y="4347474"/>
                <a:ext cx="91451" cy="81654"/>
              </a:xfrm>
              <a:custGeom>
                <a:avLst/>
                <a:gdLst>
                  <a:gd name="T0" fmla="*/ 25 w 28"/>
                  <a:gd name="T1" fmla="*/ 0 h 25"/>
                  <a:gd name="T2" fmla="*/ 28 w 28"/>
                  <a:gd name="T3" fmla="*/ 25 h 25"/>
                  <a:gd name="T4" fmla="*/ 0 w 28"/>
                  <a:gd name="T5" fmla="*/ 6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8" h="25">
                    <a:moveTo>
                      <a:pt x="25" y="0"/>
                    </a:moveTo>
                    <a:cubicBezTo>
                      <a:pt x="28" y="25"/>
                      <a:pt x="28" y="25"/>
                      <a:pt x="28" y="25"/>
                    </a:cubicBezTo>
                    <a:cubicBezTo>
                      <a:pt x="8" y="20"/>
                      <a:pt x="0" y="6"/>
                      <a:pt x="0" y="6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469" name="Freeform 78">
                <a:extLst>
                  <a:ext uri="{FF2B5EF4-FFF2-40B4-BE49-F238E27FC236}">
                    <a16:creationId xmlns:a16="http://schemas.microsoft.com/office/drawing/2014/main" id="{1971F839-F0D6-40A7-B99B-58E604867C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6670" y="4347474"/>
                <a:ext cx="91451" cy="81654"/>
              </a:xfrm>
              <a:custGeom>
                <a:avLst/>
                <a:gdLst>
                  <a:gd name="T0" fmla="*/ 3 w 28"/>
                  <a:gd name="T1" fmla="*/ 0 h 25"/>
                  <a:gd name="T2" fmla="*/ 0 w 28"/>
                  <a:gd name="T3" fmla="*/ 25 h 25"/>
                  <a:gd name="T4" fmla="*/ 28 w 28"/>
                  <a:gd name="T5" fmla="*/ 6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8" h="25">
                    <a:moveTo>
                      <a:pt x="3" y="0"/>
                    </a:moveTo>
                    <a:cubicBezTo>
                      <a:pt x="0" y="25"/>
                      <a:pt x="0" y="25"/>
                      <a:pt x="0" y="25"/>
                    </a:cubicBezTo>
                    <a:cubicBezTo>
                      <a:pt x="20" y="20"/>
                      <a:pt x="28" y="6"/>
                      <a:pt x="28" y="6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470" name="Freeform 79">
                <a:extLst>
                  <a:ext uri="{FF2B5EF4-FFF2-40B4-BE49-F238E27FC236}">
                    <a16:creationId xmlns:a16="http://schemas.microsoft.com/office/drawing/2014/main" id="{61DE40DC-22A4-462C-9FA8-8465EC110D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315" y="4367071"/>
                <a:ext cx="26129" cy="211210"/>
              </a:xfrm>
              <a:custGeom>
                <a:avLst/>
                <a:gdLst>
                  <a:gd name="T0" fmla="*/ 0 w 8"/>
                  <a:gd name="T1" fmla="*/ 0 h 65"/>
                  <a:gd name="T2" fmla="*/ 0 w 8"/>
                  <a:gd name="T3" fmla="*/ 19 h 65"/>
                  <a:gd name="T4" fmla="*/ 6 w 8"/>
                  <a:gd name="T5" fmla="*/ 65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" h="65">
                    <a:moveTo>
                      <a:pt x="0" y="0"/>
                    </a:moveTo>
                    <a:cubicBezTo>
                      <a:pt x="0" y="0"/>
                      <a:pt x="8" y="11"/>
                      <a:pt x="0" y="19"/>
                    </a:cubicBezTo>
                    <a:cubicBezTo>
                      <a:pt x="0" y="19"/>
                      <a:pt x="6" y="55"/>
                      <a:pt x="6" y="65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471" name="Freeform 80">
                <a:extLst>
                  <a:ext uri="{FF2B5EF4-FFF2-40B4-BE49-F238E27FC236}">
                    <a16:creationId xmlns:a16="http://schemas.microsoft.com/office/drawing/2014/main" id="{E21483C4-4675-4474-A4E7-DDBEB12674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1993" y="4367071"/>
                <a:ext cx="26129" cy="211210"/>
              </a:xfrm>
              <a:custGeom>
                <a:avLst/>
                <a:gdLst>
                  <a:gd name="T0" fmla="*/ 2 w 8"/>
                  <a:gd name="T1" fmla="*/ 65 h 65"/>
                  <a:gd name="T2" fmla="*/ 8 w 8"/>
                  <a:gd name="T3" fmla="*/ 19 h 65"/>
                  <a:gd name="T4" fmla="*/ 8 w 8"/>
                  <a:gd name="T5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" h="65">
                    <a:moveTo>
                      <a:pt x="2" y="65"/>
                    </a:moveTo>
                    <a:cubicBezTo>
                      <a:pt x="2" y="55"/>
                      <a:pt x="8" y="19"/>
                      <a:pt x="8" y="19"/>
                    </a:cubicBezTo>
                    <a:cubicBezTo>
                      <a:pt x="0" y="11"/>
                      <a:pt x="8" y="0"/>
                      <a:pt x="8" y="0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472" name="Freeform 81">
                <a:extLst>
                  <a:ext uri="{FF2B5EF4-FFF2-40B4-BE49-F238E27FC236}">
                    <a16:creationId xmlns:a16="http://schemas.microsoft.com/office/drawing/2014/main" id="{13C61A58-A9FB-4EC0-A94B-A0CE74C3A0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3404" y="4038281"/>
                <a:ext cx="228629" cy="260201"/>
              </a:xfrm>
              <a:custGeom>
                <a:avLst/>
                <a:gdLst>
                  <a:gd name="T0" fmla="*/ 47 w 70"/>
                  <a:gd name="T1" fmla="*/ 80 h 80"/>
                  <a:gd name="T2" fmla="*/ 68 w 70"/>
                  <a:gd name="T3" fmla="*/ 41 h 80"/>
                  <a:gd name="T4" fmla="*/ 66 w 70"/>
                  <a:gd name="T5" fmla="*/ 16 h 80"/>
                  <a:gd name="T6" fmla="*/ 48 w 70"/>
                  <a:gd name="T7" fmla="*/ 2 h 80"/>
                  <a:gd name="T8" fmla="*/ 35 w 70"/>
                  <a:gd name="T9" fmla="*/ 0 h 80"/>
                  <a:gd name="T10" fmla="*/ 22 w 70"/>
                  <a:gd name="T11" fmla="*/ 2 h 80"/>
                  <a:gd name="T12" fmla="*/ 4 w 70"/>
                  <a:gd name="T13" fmla="*/ 16 h 80"/>
                  <a:gd name="T14" fmla="*/ 2 w 70"/>
                  <a:gd name="T15" fmla="*/ 41 h 80"/>
                  <a:gd name="T16" fmla="*/ 23 w 70"/>
                  <a:gd name="T17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0" h="80">
                    <a:moveTo>
                      <a:pt x="47" y="80"/>
                    </a:moveTo>
                    <a:cubicBezTo>
                      <a:pt x="65" y="72"/>
                      <a:pt x="67" y="56"/>
                      <a:pt x="68" y="41"/>
                    </a:cubicBezTo>
                    <a:cubicBezTo>
                      <a:pt x="69" y="33"/>
                      <a:pt x="70" y="24"/>
                      <a:pt x="66" y="16"/>
                    </a:cubicBezTo>
                    <a:cubicBezTo>
                      <a:pt x="62" y="9"/>
                      <a:pt x="55" y="4"/>
                      <a:pt x="48" y="2"/>
                    </a:cubicBezTo>
                    <a:cubicBezTo>
                      <a:pt x="44" y="0"/>
                      <a:pt x="39" y="0"/>
                      <a:pt x="35" y="0"/>
                    </a:cubicBezTo>
                    <a:cubicBezTo>
                      <a:pt x="31" y="0"/>
                      <a:pt x="26" y="0"/>
                      <a:pt x="22" y="2"/>
                    </a:cubicBezTo>
                    <a:cubicBezTo>
                      <a:pt x="15" y="4"/>
                      <a:pt x="8" y="9"/>
                      <a:pt x="4" y="16"/>
                    </a:cubicBezTo>
                    <a:cubicBezTo>
                      <a:pt x="0" y="24"/>
                      <a:pt x="1" y="33"/>
                      <a:pt x="2" y="41"/>
                    </a:cubicBezTo>
                    <a:cubicBezTo>
                      <a:pt x="3" y="56"/>
                      <a:pt x="5" y="72"/>
                      <a:pt x="23" y="80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473" name="Freeform 82">
                <a:extLst>
                  <a:ext uri="{FF2B5EF4-FFF2-40B4-BE49-F238E27FC236}">
                    <a16:creationId xmlns:a16="http://schemas.microsoft.com/office/drawing/2014/main" id="{6B513F64-85B8-4C44-B79C-35906A2A0B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8928" y="4288684"/>
                <a:ext cx="117580" cy="78387"/>
              </a:xfrm>
              <a:custGeom>
                <a:avLst/>
                <a:gdLst>
                  <a:gd name="T0" fmla="*/ 36 w 36"/>
                  <a:gd name="T1" fmla="*/ 0 h 24"/>
                  <a:gd name="T2" fmla="*/ 36 w 36"/>
                  <a:gd name="T3" fmla="*/ 6 h 24"/>
                  <a:gd name="T4" fmla="*/ 18 w 36"/>
                  <a:gd name="T5" fmla="*/ 24 h 24"/>
                  <a:gd name="T6" fmla="*/ 18 w 36"/>
                  <a:gd name="T7" fmla="*/ 24 h 24"/>
                  <a:gd name="T8" fmla="*/ 0 w 36"/>
                  <a:gd name="T9" fmla="*/ 6 h 24"/>
                  <a:gd name="T10" fmla="*/ 0 w 36"/>
                  <a:gd name="T11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" h="24">
                    <a:moveTo>
                      <a:pt x="36" y="0"/>
                    </a:moveTo>
                    <a:cubicBezTo>
                      <a:pt x="36" y="6"/>
                      <a:pt x="36" y="6"/>
                      <a:pt x="36" y="6"/>
                    </a:cubicBezTo>
                    <a:cubicBezTo>
                      <a:pt x="36" y="16"/>
                      <a:pt x="2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8" y="24"/>
                      <a:pt x="0" y="16"/>
                      <a:pt x="0" y="6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474" name="Freeform 83">
                <a:extLst>
                  <a:ext uri="{FF2B5EF4-FFF2-40B4-BE49-F238E27FC236}">
                    <a16:creationId xmlns:a16="http://schemas.microsoft.com/office/drawing/2014/main" id="{C339E02F-1E14-434D-A832-1A179C190D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6347" y="4308281"/>
                <a:ext cx="161129" cy="120847"/>
              </a:xfrm>
              <a:custGeom>
                <a:avLst/>
                <a:gdLst>
                  <a:gd name="T0" fmla="*/ 49 w 49"/>
                  <a:gd name="T1" fmla="*/ 3 h 37"/>
                  <a:gd name="T2" fmla="*/ 33 w 49"/>
                  <a:gd name="T3" fmla="*/ 0 h 37"/>
                  <a:gd name="T4" fmla="*/ 12 w 49"/>
                  <a:gd name="T5" fmla="*/ 9 h 37"/>
                  <a:gd name="T6" fmla="*/ 0 w 49"/>
                  <a:gd name="T7" fmla="*/ 30 h 37"/>
                  <a:gd name="T8" fmla="*/ 0 w 49"/>
                  <a:gd name="T9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" h="37">
                    <a:moveTo>
                      <a:pt x="49" y="3"/>
                    </a:moveTo>
                    <a:cubicBezTo>
                      <a:pt x="40" y="3"/>
                      <a:pt x="33" y="0"/>
                      <a:pt x="33" y="0"/>
                    </a:cubicBezTo>
                    <a:cubicBezTo>
                      <a:pt x="12" y="9"/>
                      <a:pt x="12" y="9"/>
                      <a:pt x="12" y="9"/>
                    </a:cubicBezTo>
                    <a:cubicBezTo>
                      <a:pt x="0" y="15"/>
                      <a:pt x="0" y="30"/>
                      <a:pt x="0" y="30"/>
                    </a:cubicBezTo>
                    <a:cubicBezTo>
                      <a:pt x="0" y="37"/>
                      <a:pt x="0" y="37"/>
                      <a:pt x="0" y="37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475" name="Freeform 84">
                <a:extLst>
                  <a:ext uri="{FF2B5EF4-FFF2-40B4-BE49-F238E27FC236}">
                    <a16:creationId xmlns:a16="http://schemas.microsoft.com/office/drawing/2014/main" id="{5CB58A45-97EF-4F03-8667-EE86EF7ECF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1065" y="4126467"/>
                <a:ext cx="66411" cy="139354"/>
              </a:xfrm>
              <a:custGeom>
                <a:avLst/>
                <a:gdLst>
                  <a:gd name="T0" fmla="*/ 20 w 20"/>
                  <a:gd name="T1" fmla="*/ 0 h 43"/>
                  <a:gd name="T2" fmla="*/ 12 w 20"/>
                  <a:gd name="T3" fmla="*/ 2 h 43"/>
                  <a:gd name="T4" fmla="*/ 2 w 20"/>
                  <a:gd name="T5" fmla="*/ 10 h 43"/>
                  <a:gd name="T6" fmla="*/ 0 w 20"/>
                  <a:gd name="T7" fmla="*/ 24 h 43"/>
                  <a:gd name="T8" fmla="*/ 11 w 20"/>
                  <a:gd name="T9" fmla="*/ 4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43">
                    <a:moveTo>
                      <a:pt x="20" y="0"/>
                    </a:moveTo>
                    <a:cubicBezTo>
                      <a:pt x="17" y="0"/>
                      <a:pt x="15" y="1"/>
                      <a:pt x="12" y="2"/>
                    </a:cubicBezTo>
                    <a:cubicBezTo>
                      <a:pt x="8" y="3"/>
                      <a:pt x="4" y="6"/>
                      <a:pt x="2" y="10"/>
                    </a:cubicBezTo>
                    <a:cubicBezTo>
                      <a:pt x="0" y="14"/>
                      <a:pt x="0" y="19"/>
                      <a:pt x="0" y="24"/>
                    </a:cubicBezTo>
                    <a:cubicBezTo>
                      <a:pt x="2" y="33"/>
                      <a:pt x="1" y="37"/>
                      <a:pt x="11" y="43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476" name="Freeform 85">
                <a:extLst>
                  <a:ext uri="{FF2B5EF4-FFF2-40B4-BE49-F238E27FC236}">
                    <a16:creationId xmlns:a16="http://schemas.microsoft.com/office/drawing/2014/main" id="{404C149B-9CB5-4D82-A6AD-E09556A65C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7960" y="4308281"/>
                <a:ext cx="160041" cy="120847"/>
              </a:xfrm>
              <a:custGeom>
                <a:avLst/>
                <a:gdLst>
                  <a:gd name="T0" fmla="*/ 0 w 49"/>
                  <a:gd name="T1" fmla="*/ 3 h 37"/>
                  <a:gd name="T2" fmla="*/ 16 w 49"/>
                  <a:gd name="T3" fmla="*/ 0 h 37"/>
                  <a:gd name="T4" fmla="*/ 37 w 49"/>
                  <a:gd name="T5" fmla="*/ 9 h 37"/>
                  <a:gd name="T6" fmla="*/ 49 w 49"/>
                  <a:gd name="T7" fmla="*/ 30 h 37"/>
                  <a:gd name="T8" fmla="*/ 49 w 49"/>
                  <a:gd name="T9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" h="37">
                    <a:moveTo>
                      <a:pt x="0" y="3"/>
                    </a:moveTo>
                    <a:cubicBezTo>
                      <a:pt x="9" y="3"/>
                      <a:pt x="16" y="0"/>
                      <a:pt x="16" y="0"/>
                    </a:cubicBezTo>
                    <a:cubicBezTo>
                      <a:pt x="37" y="9"/>
                      <a:pt x="37" y="9"/>
                      <a:pt x="37" y="9"/>
                    </a:cubicBezTo>
                    <a:cubicBezTo>
                      <a:pt x="49" y="15"/>
                      <a:pt x="49" y="30"/>
                      <a:pt x="49" y="30"/>
                    </a:cubicBezTo>
                    <a:cubicBezTo>
                      <a:pt x="49" y="37"/>
                      <a:pt x="49" y="37"/>
                      <a:pt x="49" y="37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477" name="Freeform 86">
                <a:extLst>
                  <a:ext uri="{FF2B5EF4-FFF2-40B4-BE49-F238E27FC236}">
                    <a16:creationId xmlns:a16="http://schemas.microsoft.com/office/drawing/2014/main" id="{E2F5F709-DCE2-4F36-AAE9-BD9C834D82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7960" y="4126467"/>
                <a:ext cx="65322" cy="139354"/>
              </a:xfrm>
              <a:custGeom>
                <a:avLst/>
                <a:gdLst>
                  <a:gd name="T0" fmla="*/ 9 w 20"/>
                  <a:gd name="T1" fmla="*/ 43 h 43"/>
                  <a:gd name="T2" fmla="*/ 20 w 20"/>
                  <a:gd name="T3" fmla="*/ 24 h 43"/>
                  <a:gd name="T4" fmla="*/ 18 w 20"/>
                  <a:gd name="T5" fmla="*/ 10 h 43"/>
                  <a:gd name="T6" fmla="*/ 8 w 20"/>
                  <a:gd name="T7" fmla="*/ 2 h 43"/>
                  <a:gd name="T8" fmla="*/ 0 w 20"/>
                  <a:gd name="T9" fmla="*/ 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43">
                    <a:moveTo>
                      <a:pt x="9" y="43"/>
                    </a:moveTo>
                    <a:cubicBezTo>
                      <a:pt x="19" y="37"/>
                      <a:pt x="18" y="33"/>
                      <a:pt x="20" y="24"/>
                    </a:cubicBezTo>
                    <a:cubicBezTo>
                      <a:pt x="20" y="19"/>
                      <a:pt x="20" y="14"/>
                      <a:pt x="18" y="10"/>
                    </a:cubicBezTo>
                    <a:cubicBezTo>
                      <a:pt x="16" y="6"/>
                      <a:pt x="12" y="3"/>
                      <a:pt x="8" y="2"/>
                    </a:cubicBezTo>
                    <a:cubicBezTo>
                      <a:pt x="5" y="1"/>
                      <a:pt x="3" y="0"/>
                      <a:pt x="0" y="0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sp>
        <p:nvSpPr>
          <p:cNvPr id="2116954797" name="TextBox 2116954796"/>
          <p:cNvSpPr txBox="1"/>
          <p:nvPr/>
        </p:nvSpPr>
        <p:spPr>
          <a:xfrm>
            <a:off x="3364992" y="4544568"/>
            <a:ext cx="1289304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700" b="1" dirty="0" err="1">
                <a:solidFill>
                  <a:srgbClr val="000000"/>
                </a:solidFill>
              </a:rPr>
              <a:t>Бизнес</a:t>
            </a:r>
            <a:r>
              <a:rPr sz="700" b="0" dirty="0">
                <a:solidFill>
                  <a:srgbClr val="000000"/>
                </a:solidFill>
              </a:rPr>
              <a:t> обеспечивает сбор согласий во всех продуктах и каналах, например при предложении овердрафта</a:t>
            </a:r>
            <a:endParaRPr sz="700" b="0" dirty="0">
              <a:solidFill>
                <a:srgbClr val="000000"/>
              </a:solidFill>
            </a:endParaRPr>
          </a:p>
        </p:txBody>
      </p:sp>
      <p:cxnSp>
        <p:nvCxnSpPr>
          <p:cNvPr id="301478" name="GreyLineSeparatorDefault 3092"/>
          <p:cNvCxnSpPr/>
          <p:nvPr/>
        </p:nvCxnSpPr>
        <p:spPr bwMode="auto">
          <a:xfrm>
            <a:off x="1289304" y="5065776"/>
            <a:ext cx="3364992" cy="0"/>
          </a:xfrm>
          <a:prstGeom prst="straightConnector1">
            <a:avLst/>
          </a:prstGeom>
          <a:ln w="6350" cap="sq">
            <a:solidFill>
              <a:srgbClr val="D0D0D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6954798" name="TextBox 2116954797"/>
          <p:cNvSpPr txBox="1"/>
          <p:nvPr/>
        </p:nvSpPr>
        <p:spPr>
          <a:xfrm>
            <a:off x="1289304" y="5138928"/>
            <a:ext cx="3364992" cy="1371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900" b="1">
                <a:solidFill>
                  <a:srgbClr val="000000"/>
                </a:solidFill>
              </a:rPr>
              <a:t>Правовое основание для каждого источника</a:t>
            </a:r>
          </a:p>
        </p:txBody>
      </p:sp>
      <p:sp>
        <p:nvSpPr>
          <p:cNvPr id="2116954799" name="Oval 2116954798"/>
          <p:cNvSpPr/>
          <p:nvPr/>
        </p:nvSpPr>
        <p:spPr>
          <a:xfrm>
            <a:off x="1289304" y="5458968"/>
            <a:ext cx="338328" cy="338328"/>
          </a:xfrm>
          <a:prstGeom prst="ellipse">
            <a:avLst/>
          </a:prstGeom>
          <a:noFill/>
          <a:ln w="635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6954800" name="Can 2116954799"/>
          <p:cNvSpPr/>
          <p:nvPr/>
        </p:nvSpPr>
        <p:spPr>
          <a:xfrm>
            <a:off x="1387419" y="5543550"/>
            <a:ext cx="142097" cy="169164"/>
          </a:xfrm>
          <a:prstGeom prst="can">
            <a:avLst>
              <a:gd name="adj" fmla="val 22000"/>
            </a:avLst>
          </a:prstGeom>
          <a:noFill/>
          <a:ln w="635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6954801" name="TextBox 2116954800"/>
          <p:cNvSpPr txBox="1"/>
          <p:nvPr/>
        </p:nvSpPr>
        <p:spPr>
          <a:xfrm>
            <a:off x="1700784" y="5349240"/>
            <a:ext cx="118872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700" b="1" dirty="0" err="1">
                <a:solidFill>
                  <a:srgbClr val="000000"/>
                </a:solidFill>
              </a:rPr>
              <a:t>Платформа</a:t>
            </a:r>
            <a:r>
              <a:rPr sz="700" b="0" dirty="0">
                <a:solidFill>
                  <a:srgbClr val="000000"/>
                </a:solidFill>
              </a:rPr>
              <a:t> хранит согласия клиентов вместе с их профилем и проверяет основание при использовании данных</a:t>
            </a:r>
            <a:endParaRPr sz="700" b="0" dirty="0">
              <a:solidFill>
                <a:srgbClr val="000000"/>
              </a:solidFill>
            </a:endParaRPr>
          </a:p>
        </p:txBody>
      </p:sp>
      <p:grpSp>
        <p:nvGrpSpPr>
          <p:cNvPr id="301479" name="Группа 56">
            <a:extLst>
              <a:ext uri="{FF2B5EF4-FFF2-40B4-BE49-F238E27FC236}">
                <a16:creationId xmlns:a16="http://schemas.microsoft.com/office/drawing/2014/main" id="{9C571B3F-041A-4263-85F9-4C0DD0A441AA}"/>
              </a:ext>
            </a:extLst>
          </p:cNvPr>
          <p:cNvGrpSpPr/>
          <p:nvPr/>
        </p:nvGrpSpPr>
        <p:grpSpPr>
          <a:xfrm>
            <a:off x="2962656" y="5349240"/>
            <a:ext cx="338328" cy="338328"/>
            <a:chOff x="1290654" y="2031534"/>
            <a:chExt cx="342067" cy="342067"/>
          </a:xfrm>
        </p:grpSpPr>
        <p:sp>
          <p:nvSpPr>
            <p:cNvPr id="301480" name="Oval 3013"/>
            <p:cNvSpPr>
              <a:spLocks noChangeAspect="1"/>
            </p:cNvSpPr>
            <p:nvPr/>
          </p:nvSpPr>
          <p:spPr bwMode="auto">
            <a:xfrm>
              <a:off x="1290654" y="2031534"/>
              <a:ext cx="342067" cy="342067"/>
            </a:xfrm>
            <a:prstGeom prst="ellipse">
              <a:avLst/>
            </a:prstGeom>
            <a:solidFill>
              <a:schemeClr val="tx2"/>
            </a:solidFill>
            <a:ln w="6350" cap="sq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defRPr/>
              </a:pPr>
              <a:endParaRPr lang="en-NZ" sz="1600" b="0" i="0" u="none" strike="noStrike" cap="none" spc="0">
                <a:ln>
                  <a:noFill/>
                </a:ln>
                <a:solidFill>
                  <a:srgbClr val="051C2C"/>
                </a:solidFill>
                <a:ea typeface="Arial"/>
                <a:cs typeface="Arial"/>
              </a:endParaRPr>
            </a:p>
          </p:txBody>
        </p:sp>
        <p:grpSp>
          <p:nvGrpSpPr>
            <p:cNvPr id="301481" name="Group 4119">
              <a:extLst>
                <a:ext uri="{FF2B5EF4-FFF2-40B4-BE49-F238E27FC236}">
                  <a16:creationId xmlns:a16="http://schemas.microsoft.com/office/drawing/2014/main" id="{DA332F9F-1969-4964-9D2C-B36AC8B1F239}"/>
                </a:ext>
              </a:extLst>
            </p:cNvPr>
            <p:cNvGrpSpPr/>
            <p:nvPr/>
          </p:nvGrpSpPr>
          <p:grpSpPr>
            <a:xfrm>
              <a:off x="1351080" y="2106488"/>
              <a:ext cx="221215" cy="192158"/>
              <a:chOff x="506347" y="4038281"/>
              <a:chExt cx="621654" cy="540000"/>
            </a:xfrm>
          </p:grpSpPr>
          <p:sp>
            <p:nvSpPr>
              <p:cNvPr id="301482" name="Freeform 75">
                <a:extLst>
                  <a:ext uri="{FF2B5EF4-FFF2-40B4-BE49-F238E27FC236}">
                    <a16:creationId xmlns:a16="http://schemas.microsoft.com/office/drawing/2014/main" id="{81A2D3FD-0282-433E-B6D8-E99F315A46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6509" y="4327878"/>
                <a:ext cx="212299" cy="250403"/>
              </a:xfrm>
              <a:custGeom>
                <a:avLst/>
                <a:gdLst>
                  <a:gd name="T0" fmla="*/ 65 w 65"/>
                  <a:gd name="T1" fmla="*/ 77 h 77"/>
                  <a:gd name="T2" fmla="*/ 40 w 65"/>
                  <a:gd name="T3" fmla="*/ 18 h 77"/>
                  <a:gd name="T4" fmla="*/ 0 w 65"/>
                  <a:gd name="T5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5" h="77">
                    <a:moveTo>
                      <a:pt x="65" y="77"/>
                    </a:moveTo>
                    <a:cubicBezTo>
                      <a:pt x="65" y="77"/>
                      <a:pt x="65" y="31"/>
                      <a:pt x="40" y="18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483" name="Freeform 76">
                <a:extLst>
                  <a:ext uri="{FF2B5EF4-FFF2-40B4-BE49-F238E27FC236}">
                    <a16:creationId xmlns:a16="http://schemas.microsoft.com/office/drawing/2014/main" id="{595BA40D-39B3-43E8-A56C-CDA1FAA6CD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5541" y="4327878"/>
                <a:ext cx="213387" cy="250403"/>
              </a:xfrm>
              <a:custGeom>
                <a:avLst/>
                <a:gdLst>
                  <a:gd name="T0" fmla="*/ 0 w 65"/>
                  <a:gd name="T1" fmla="*/ 77 h 77"/>
                  <a:gd name="T2" fmla="*/ 25 w 65"/>
                  <a:gd name="T3" fmla="*/ 18 h 77"/>
                  <a:gd name="T4" fmla="*/ 65 w 65"/>
                  <a:gd name="T5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5" h="77">
                    <a:moveTo>
                      <a:pt x="0" y="77"/>
                    </a:moveTo>
                    <a:cubicBezTo>
                      <a:pt x="0" y="77"/>
                      <a:pt x="0" y="31"/>
                      <a:pt x="25" y="18"/>
                    </a:cubicBezTo>
                    <a:cubicBezTo>
                      <a:pt x="65" y="0"/>
                      <a:pt x="65" y="0"/>
                      <a:pt x="65" y="0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484" name="Freeform 77">
                <a:extLst>
                  <a:ext uri="{FF2B5EF4-FFF2-40B4-BE49-F238E27FC236}">
                    <a16:creationId xmlns:a16="http://schemas.microsoft.com/office/drawing/2014/main" id="{EFA28CB1-22E2-48FC-AAA1-4D8F9873C1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315" y="4347474"/>
                <a:ext cx="91451" cy="81654"/>
              </a:xfrm>
              <a:custGeom>
                <a:avLst/>
                <a:gdLst>
                  <a:gd name="T0" fmla="*/ 25 w 28"/>
                  <a:gd name="T1" fmla="*/ 0 h 25"/>
                  <a:gd name="T2" fmla="*/ 28 w 28"/>
                  <a:gd name="T3" fmla="*/ 25 h 25"/>
                  <a:gd name="T4" fmla="*/ 0 w 28"/>
                  <a:gd name="T5" fmla="*/ 6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8" h="25">
                    <a:moveTo>
                      <a:pt x="25" y="0"/>
                    </a:moveTo>
                    <a:cubicBezTo>
                      <a:pt x="28" y="25"/>
                      <a:pt x="28" y="25"/>
                      <a:pt x="28" y="25"/>
                    </a:cubicBezTo>
                    <a:cubicBezTo>
                      <a:pt x="8" y="20"/>
                      <a:pt x="0" y="6"/>
                      <a:pt x="0" y="6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485" name="Freeform 78">
                <a:extLst>
                  <a:ext uri="{FF2B5EF4-FFF2-40B4-BE49-F238E27FC236}">
                    <a16:creationId xmlns:a16="http://schemas.microsoft.com/office/drawing/2014/main" id="{1971F839-F0D6-40A7-B99B-58E604867C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6670" y="4347474"/>
                <a:ext cx="91451" cy="81654"/>
              </a:xfrm>
              <a:custGeom>
                <a:avLst/>
                <a:gdLst>
                  <a:gd name="T0" fmla="*/ 3 w 28"/>
                  <a:gd name="T1" fmla="*/ 0 h 25"/>
                  <a:gd name="T2" fmla="*/ 0 w 28"/>
                  <a:gd name="T3" fmla="*/ 25 h 25"/>
                  <a:gd name="T4" fmla="*/ 28 w 28"/>
                  <a:gd name="T5" fmla="*/ 6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8" h="25">
                    <a:moveTo>
                      <a:pt x="3" y="0"/>
                    </a:moveTo>
                    <a:cubicBezTo>
                      <a:pt x="0" y="25"/>
                      <a:pt x="0" y="25"/>
                      <a:pt x="0" y="25"/>
                    </a:cubicBezTo>
                    <a:cubicBezTo>
                      <a:pt x="20" y="20"/>
                      <a:pt x="28" y="6"/>
                      <a:pt x="28" y="6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486" name="Freeform 79">
                <a:extLst>
                  <a:ext uri="{FF2B5EF4-FFF2-40B4-BE49-F238E27FC236}">
                    <a16:creationId xmlns:a16="http://schemas.microsoft.com/office/drawing/2014/main" id="{61DE40DC-22A4-462C-9FA8-8465EC110D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315" y="4367071"/>
                <a:ext cx="26129" cy="211210"/>
              </a:xfrm>
              <a:custGeom>
                <a:avLst/>
                <a:gdLst>
                  <a:gd name="T0" fmla="*/ 0 w 8"/>
                  <a:gd name="T1" fmla="*/ 0 h 65"/>
                  <a:gd name="T2" fmla="*/ 0 w 8"/>
                  <a:gd name="T3" fmla="*/ 19 h 65"/>
                  <a:gd name="T4" fmla="*/ 6 w 8"/>
                  <a:gd name="T5" fmla="*/ 65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" h="65">
                    <a:moveTo>
                      <a:pt x="0" y="0"/>
                    </a:moveTo>
                    <a:cubicBezTo>
                      <a:pt x="0" y="0"/>
                      <a:pt x="8" y="11"/>
                      <a:pt x="0" y="19"/>
                    </a:cubicBezTo>
                    <a:cubicBezTo>
                      <a:pt x="0" y="19"/>
                      <a:pt x="6" y="55"/>
                      <a:pt x="6" y="65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487" name="Freeform 80">
                <a:extLst>
                  <a:ext uri="{FF2B5EF4-FFF2-40B4-BE49-F238E27FC236}">
                    <a16:creationId xmlns:a16="http://schemas.microsoft.com/office/drawing/2014/main" id="{E21483C4-4675-4474-A4E7-DDBEB12674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1993" y="4367071"/>
                <a:ext cx="26129" cy="211210"/>
              </a:xfrm>
              <a:custGeom>
                <a:avLst/>
                <a:gdLst>
                  <a:gd name="T0" fmla="*/ 2 w 8"/>
                  <a:gd name="T1" fmla="*/ 65 h 65"/>
                  <a:gd name="T2" fmla="*/ 8 w 8"/>
                  <a:gd name="T3" fmla="*/ 19 h 65"/>
                  <a:gd name="T4" fmla="*/ 8 w 8"/>
                  <a:gd name="T5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" h="65">
                    <a:moveTo>
                      <a:pt x="2" y="65"/>
                    </a:moveTo>
                    <a:cubicBezTo>
                      <a:pt x="2" y="55"/>
                      <a:pt x="8" y="19"/>
                      <a:pt x="8" y="19"/>
                    </a:cubicBezTo>
                    <a:cubicBezTo>
                      <a:pt x="0" y="11"/>
                      <a:pt x="8" y="0"/>
                      <a:pt x="8" y="0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488" name="Freeform 81">
                <a:extLst>
                  <a:ext uri="{FF2B5EF4-FFF2-40B4-BE49-F238E27FC236}">
                    <a16:creationId xmlns:a16="http://schemas.microsoft.com/office/drawing/2014/main" id="{13C61A58-A9FB-4EC0-A94B-A0CE74C3A0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3404" y="4038281"/>
                <a:ext cx="228629" cy="260201"/>
              </a:xfrm>
              <a:custGeom>
                <a:avLst/>
                <a:gdLst>
                  <a:gd name="T0" fmla="*/ 47 w 70"/>
                  <a:gd name="T1" fmla="*/ 80 h 80"/>
                  <a:gd name="T2" fmla="*/ 68 w 70"/>
                  <a:gd name="T3" fmla="*/ 41 h 80"/>
                  <a:gd name="T4" fmla="*/ 66 w 70"/>
                  <a:gd name="T5" fmla="*/ 16 h 80"/>
                  <a:gd name="T6" fmla="*/ 48 w 70"/>
                  <a:gd name="T7" fmla="*/ 2 h 80"/>
                  <a:gd name="T8" fmla="*/ 35 w 70"/>
                  <a:gd name="T9" fmla="*/ 0 h 80"/>
                  <a:gd name="T10" fmla="*/ 22 w 70"/>
                  <a:gd name="T11" fmla="*/ 2 h 80"/>
                  <a:gd name="T12" fmla="*/ 4 w 70"/>
                  <a:gd name="T13" fmla="*/ 16 h 80"/>
                  <a:gd name="T14" fmla="*/ 2 w 70"/>
                  <a:gd name="T15" fmla="*/ 41 h 80"/>
                  <a:gd name="T16" fmla="*/ 23 w 70"/>
                  <a:gd name="T17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0" h="80">
                    <a:moveTo>
                      <a:pt x="47" y="80"/>
                    </a:moveTo>
                    <a:cubicBezTo>
                      <a:pt x="65" y="72"/>
                      <a:pt x="67" y="56"/>
                      <a:pt x="68" y="41"/>
                    </a:cubicBezTo>
                    <a:cubicBezTo>
                      <a:pt x="69" y="33"/>
                      <a:pt x="70" y="24"/>
                      <a:pt x="66" y="16"/>
                    </a:cubicBezTo>
                    <a:cubicBezTo>
                      <a:pt x="62" y="9"/>
                      <a:pt x="55" y="4"/>
                      <a:pt x="48" y="2"/>
                    </a:cubicBezTo>
                    <a:cubicBezTo>
                      <a:pt x="44" y="0"/>
                      <a:pt x="39" y="0"/>
                      <a:pt x="35" y="0"/>
                    </a:cubicBezTo>
                    <a:cubicBezTo>
                      <a:pt x="31" y="0"/>
                      <a:pt x="26" y="0"/>
                      <a:pt x="22" y="2"/>
                    </a:cubicBezTo>
                    <a:cubicBezTo>
                      <a:pt x="15" y="4"/>
                      <a:pt x="8" y="9"/>
                      <a:pt x="4" y="16"/>
                    </a:cubicBezTo>
                    <a:cubicBezTo>
                      <a:pt x="0" y="24"/>
                      <a:pt x="1" y="33"/>
                      <a:pt x="2" y="41"/>
                    </a:cubicBezTo>
                    <a:cubicBezTo>
                      <a:pt x="3" y="56"/>
                      <a:pt x="5" y="72"/>
                      <a:pt x="23" y="80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489" name="Freeform 82">
                <a:extLst>
                  <a:ext uri="{FF2B5EF4-FFF2-40B4-BE49-F238E27FC236}">
                    <a16:creationId xmlns:a16="http://schemas.microsoft.com/office/drawing/2014/main" id="{6B513F64-85B8-4C44-B79C-35906A2A0B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8928" y="4288684"/>
                <a:ext cx="117580" cy="78387"/>
              </a:xfrm>
              <a:custGeom>
                <a:avLst/>
                <a:gdLst>
                  <a:gd name="T0" fmla="*/ 36 w 36"/>
                  <a:gd name="T1" fmla="*/ 0 h 24"/>
                  <a:gd name="T2" fmla="*/ 36 w 36"/>
                  <a:gd name="T3" fmla="*/ 6 h 24"/>
                  <a:gd name="T4" fmla="*/ 18 w 36"/>
                  <a:gd name="T5" fmla="*/ 24 h 24"/>
                  <a:gd name="T6" fmla="*/ 18 w 36"/>
                  <a:gd name="T7" fmla="*/ 24 h 24"/>
                  <a:gd name="T8" fmla="*/ 0 w 36"/>
                  <a:gd name="T9" fmla="*/ 6 h 24"/>
                  <a:gd name="T10" fmla="*/ 0 w 36"/>
                  <a:gd name="T11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" h="24">
                    <a:moveTo>
                      <a:pt x="36" y="0"/>
                    </a:moveTo>
                    <a:cubicBezTo>
                      <a:pt x="36" y="6"/>
                      <a:pt x="36" y="6"/>
                      <a:pt x="36" y="6"/>
                    </a:cubicBezTo>
                    <a:cubicBezTo>
                      <a:pt x="36" y="16"/>
                      <a:pt x="2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8" y="24"/>
                      <a:pt x="0" y="16"/>
                      <a:pt x="0" y="6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490" name="Freeform 83">
                <a:extLst>
                  <a:ext uri="{FF2B5EF4-FFF2-40B4-BE49-F238E27FC236}">
                    <a16:creationId xmlns:a16="http://schemas.microsoft.com/office/drawing/2014/main" id="{C339E02F-1E14-434D-A832-1A179C190D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6347" y="4308281"/>
                <a:ext cx="161129" cy="120847"/>
              </a:xfrm>
              <a:custGeom>
                <a:avLst/>
                <a:gdLst>
                  <a:gd name="T0" fmla="*/ 49 w 49"/>
                  <a:gd name="T1" fmla="*/ 3 h 37"/>
                  <a:gd name="T2" fmla="*/ 33 w 49"/>
                  <a:gd name="T3" fmla="*/ 0 h 37"/>
                  <a:gd name="T4" fmla="*/ 12 w 49"/>
                  <a:gd name="T5" fmla="*/ 9 h 37"/>
                  <a:gd name="T6" fmla="*/ 0 w 49"/>
                  <a:gd name="T7" fmla="*/ 30 h 37"/>
                  <a:gd name="T8" fmla="*/ 0 w 49"/>
                  <a:gd name="T9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" h="37">
                    <a:moveTo>
                      <a:pt x="49" y="3"/>
                    </a:moveTo>
                    <a:cubicBezTo>
                      <a:pt x="40" y="3"/>
                      <a:pt x="33" y="0"/>
                      <a:pt x="33" y="0"/>
                    </a:cubicBezTo>
                    <a:cubicBezTo>
                      <a:pt x="12" y="9"/>
                      <a:pt x="12" y="9"/>
                      <a:pt x="12" y="9"/>
                    </a:cubicBezTo>
                    <a:cubicBezTo>
                      <a:pt x="0" y="15"/>
                      <a:pt x="0" y="30"/>
                      <a:pt x="0" y="30"/>
                    </a:cubicBezTo>
                    <a:cubicBezTo>
                      <a:pt x="0" y="37"/>
                      <a:pt x="0" y="37"/>
                      <a:pt x="0" y="37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491" name="Freeform 84">
                <a:extLst>
                  <a:ext uri="{FF2B5EF4-FFF2-40B4-BE49-F238E27FC236}">
                    <a16:creationId xmlns:a16="http://schemas.microsoft.com/office/drawing/2014/main" id="{5CB58A45-97EF-4F03-8667-EE86EF7ECF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1065" y="4126467"/>
                <a:ext cx="66411" cy="139354"/>
              </a:xfrm>
              <a:custGeom>
                <a:avLst/>
                <a:gdLst>
                  <a:gd name="T0" fmla="*/ 20 w 20"/>
                  <a:gd name="T1" fmla="*/ 0 h 43"/>
                  <a:gd name="T2" fmla="*/ 12 w 20"/>
                  <a:gd name="T3" fmla="*/ 2 h 43"/>
                  <a:gd name="T4" fmla="*/ 2 w 20"/>
                  <a:gd name="T5" fmla="*/ 10 h 43"/>
                  <a:gd name="T6" fmla="*/ 0 w 20"/>
                  <a:gd name="T7" fmla="*/ 24 h 43"/>
                  <a:gd name="T8" fmla="*/ 11 w 20"/>
                  <a:gd name="T9" fmla="*/ 4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43">
                    <a:moveTo>
                      <a:pt x="20" y="0"/>
                    </a:moveTo>
                    <a:cubicBezTo>
                      <a:pt x="17" y="0"/>
                      <a:pt x="15" y="1"/>
                      <a:pt x="12" y="2"/>
                    </a:cubicBezTo>
                    <a:cubicBezTo>
                      <a:pt x="8" y="3"/>
                      <a:pt x="4" y="6"/>
                      <a:pt x="2" y="10"/>
                    </a:cubicBezTo>
                    <a:cubicBezTo>
                      <a:pt x="0" y="14"/>
                      <a:pt x="0" y="19"/>
                      <a:pt x="0" y="24"/>
                    </a:cubicBezTo>
                    <a:cubicBezTo>
                      <a:pt x="2" y="33"/>
                      <a:pt x="1" y="37"/>
                      <a:pt x="11" y="43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492" name="Freeform 85">
                <a:extLst>
                  <a:ext uri="{FF2B5EF4-FFF2-40B4-BE49-F238E27FC236}">
                    <a16:creationId xmlns:a16="http://schemas.microsoft.com/office/drawing/2014/main" id="{404C149B-9CB5-4D82-A6AD-E09556A65C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7960" y="4308281"/>
                <a:ext cx="160041" cy="120847"/>
              </a:xfrm>
              <a:custGeom>
                <a:avLst/>
                <a:gdLst>
                  <a:gd name="T0" fmla="*/ 0 w 49"/>
                  <a:gd name="T1" fmla="*/ 3 h 37"/>
                  <a:gd name="T2" fmla="*/ 16 w 49"/>
                  <a:gd name="T3" fmla="*/ 0 h 37"/>
                  <a:gd name="T4" fmla="*/ 37 w 49"/>
                  <a:gd name="T5" fmla="*/ 9 h 37"/>
                  <a:gd name="T6" fmla="*/ 49 w 49"/>
                  <a:gd name="T7" fmla="*/ 30 h 37"/>
                  <a:gd name="T8" fmla="*/ 49 w 49"/>
                  <a:gd name="T9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" h="37">
                    <a:moveTo>
                      <a:pt x="0" y="3"/>
                    </a:moveTo>
                    <a:cubicBezTo>
                      <a:pt x="9" y="3"/>
                      <a:pt x="16" y="0"/>
                      <a:pt x="16" y="0"/>
                    </a:cubicBezTo>
                    <a:cubicBezTo>
                      <a:pt x="37" y="9"/>
                      <a:pt x="37" y="9"/>
                      <a:pt x="37" y="9"/>
                    </a:cubicBezTo>
                    <a:cubicBezTo>
                      <a:pt x="49" y="15"/>
                      <a:pt x="49" y="30"/>
                      <a:pt x="49" y="30"/>
                    </a:cubicBezTo>
                    <a:cubicBezTo>
                      <a:pt x="49" y="37"/>
                      <a:pt x="49" y="37"/>
                      <a:pt x="49" y="37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493" name="Freeform 86">
                <a:extLst>
                  <a:ext uri="{FF2B5EF4-FFF2-40B4-BE49-F238E27FC236}">
                    <a16:creationId xmlns:a16="http://schemas.microsoft.com/office/drawing/2014/main" id="{E2F5F709-DCE2-4F36-AAE9-BD9C834D82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7960" y="4126467"/>
                <a:ext cx="65322" cy="139354"/>
              </a:xfrm>
              <a:custGeom>
                <a:avLst/>
                <a:gdLst>
                  <a:gd name="T0" fmla="*/ 9 w 20"/>
                  <a:gd name="T1" fmla="*/ 43 h 43"/>
                  <a:gd name="T2" fmla="*/ 20 w 20"/>
                  <a:gd name="T3" fmla="*/ 24 h 43"/>
                  <a:gd name="T4" fmla="*/ 18 w 20"/>
                  <a:gd name="T5" fmla="*/ 10 h 43"/>
                  <a:gd name="T6" fmla="*/ 8 w 20"/>
                  <a:gd name="T7" fmla="*/ 2 h 43"/>
                  <a:gd name="T8" fmla="*/ 0 w 20"/>
                  <a:gd name="T9" fmla="*/ 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43">
                    <a:moveTo>
                      <a:pt x="9" y="43"/>
                    </a:moveTo>
                    <a:cubicBezTo>
                      <a:pt x="19" y="37"/>
                      <a:pt x="18" y="33"/>
                      <a:pt x="20" y="24"/>
                    </a:cubicBezTo>
                    <a:cubicBezTo>
                      <a:pt x="20" y="19"/>
                      <a:pt x="20" y="14"/>
                      <a:pt x="18" y="10"/>
                    </a:cubicBezTo>
                    <a:cubicBezTo>
                      <a:pt x="16" y="6"/>
                      <a:pt x="12" y="3"/>
                      <a:pt x="8" y="2"/>
                    </a:cubicBezTo>
                    <a:cubicBezTo>
                      <a:pt x="5" y="1"/>
                      <a:pt x="3" y="0"/>
                      <a:pt x="0" y="0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sp>
        <p:nvSpPr>
          <p:cNvPr id="2116954802" name="TextBox 2116954801"/>
          <p:cNvSpPr txBox="1"/>
          <p:nvPr/>
        </p:nvSpPr>
        <p:spPr>
          <a:xfrm>
            <a:off x="3364992" y="5349240"/>
            <a:ext cx="1286257" cy="646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700" b="1" dirty="0">
                <a:solidFill>
                  <a:srgbClr val="000000"/>
                </a:solidFill>
              </a:rPr>
              <a:t>Ответственный за данные</a:t>
            </a:r>
            <a:r>
              <a:rPr sz="700" b="0" dirty="0">
                <a:solidFill>
                  <a:srgbClr val="000000"/>
                </a:solidFill>
              </a:rPr>
              <a:t> оформляет с юристами право на данные. Если передать их нельзя, владелец применяет модель банка у себя</a:t>
            </a:r>
            <a:endParaRPr sz="700" b="0" dirty="0">
              <a:solidFill>
                <a:srgbClr val="000000"/>
              </a:solidFill>
            </a:endParaRPr>
          </a:p>
        </p:txBody>
      </p:sp>
      <p:sp>
        <p:nvSpPr>
          <p:cNvPr id="2116954803" name="TextBox 2116954802"/>
          <p:cNvSpPr txBox="1"/>
          <p:nvPr/>
        </p:nvSpPr>
        <p:spPr>
          <a:xfrm>
            <a:off x="5532120" y="4741248"/>
            <a:ext cx="1456152" cy="15079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900" b="1" dirty="0" err="1">
                <a:solidFill>
                  <a:srgbClr val="000000"/>
                </a:solidFill>
              </a:rPr>
              <a:t>Оценка и бюджет</a:t>
            </a:r>
            <a:endParaRPr sz="900" b="1" dirty="0">
              <a:solidFill>
                <a:srgbClr val="000000"/>
              </a:solidFill>
            </a:endParaRPr>
          </a:p>
        </p:txBody>
      </p:sp>
      <p:grpSp>
        <p:nvGrpSpPr>
          <p:cNvPr id="301494" name="Группа 56">
            <a:extLst>
              <a:ext uri="{FF2B5EF4-FFF2-40B4-BE49-F238E27FC236}">
                <a16:creationId xmlns:a16="http://schemas.microsoft.com/office/drawing/2014/main" id="{9C571B3F-041A-4263-85F9-4C0DD0A441AA}"/>
              </a:ext>
            </a:extLst>
          </p:cNvPr>
          <p:cNvGrpSpPr/>
          <p:nvPr/>
        </p:nvGrpSpPr>
        <p:grpSpPr>
          <a:xfrm>
            <a:off x="5532120" y="4965192"/>
            <a:ext cx="338328" cy="338328"/>
            <a:chOff x="1290654" y="2031534"/>
            <a:chExt cx="342067" cy="342067"/>
          </a:xfrm>
        </p:grpSpPr>
        <p:sp>
          <p:nvSpPr>
            <p:cNvPr id="301495" name="Oval 3013"/>
            <p:cNvSpPr>
              <a:spLocks noChangeAspect="1"/>
            </p:cNvSpPr>
            <p:nvPr/>
          </p:nvSpPr>
          <p:spPr bwMode="auto">
            <a:xfrm>
              <a:off x="1290654" y="2031534"/>
              <a:ext cx="342067" cy="342067"/>
            </a:xfrm>
            <a:prstGeom prst="ellipse">
              <a:avLst/>
            </a:prstGeom>
            <a:solidFill>
              <a:schemeClr val="tx2"/>
            </a:solidFill>
            <a:ln w="6350" cap="sq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defRPr/>
              </a:pPr>
              <a:endParaRPr lang="en-NZ" sz="1600" b="0" i="0" u="none" strike="noStrike" cap="none" spc="0">
                <a:ln>
                  <a:noFill/>
                </a:ln>
                <a:solidFill>
                  <a:srgbClr val="051C2C"/>
                </a:solidFill>
                <a:ea typeface="Arial"/>
                <a:cs typeface="Arial"/>
              </a:endParaRPr>
            </a:p>
          </p:txBody>
        </p:sp>
        <p:grpSp>
          <p:nvGrpSpPr>
            <p:cNvPr id="301496" name="Group 4119">
              <a:extLst>
                <a:ext uri="{FF2B5EF4-FFF2-40B4-BE49-F238E27FC236}">
                  <a16:creationId xmlns:a16="http://schemas.microsoft.com/office/drawing/2014/main" id="{DA332F9F-1969-4964-9D2C-B36AC8B1F239}"/>
                </a:ext>
              </a:extLst>
            </p:cNvPr>
            <p:cNvGrpSpPr/>
            <p:nvPr/>
          </p:nvGrpSpPr>
          <p:grpSpPr>
            <a:xfrm>
              <a:off x="1351080" y="2106488"/>
              <a:ext cx="221215" cy="192158"/>
              <a:chOff x="506347" y="4038281"/>
              <a:chExt cx="621654" cy="540000"/>
            </a:xfrm>
          </p:grpSpPr>
          <p:sp>
            <p:nvSpPr>
              <p:cNvPr id="301497" name="Freeform 75">
                <a:extLst>
                  <a:ext uri="{FF2B5EF4-FFF2-40B4-BE49-F238E27FC236}">
                    <a16:creationId xmlns:a16="http://schemas.microsoft.com/office/drawing/2014/main" id="{81A2D3FD-0282-433E-B6D8-E99F315A46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6509" y="4327878"/>
                <a:ext cx="212299" cy="250403"/>
              </a:xfrm>
              <a:custGeom>
                <a:avLst/>
                <a:gdLst>
                  <a:gd name="T0" fmla="*/ 65 w 65"/>
                  <a:gd name="T1" fmla="*/ 77 h 77"/>
                  <a:gd name="T2" fmla="*/ 40 w 65"/>
                  <a:gd name="T3" fmla="*/ 18 h 77"/>
                  <a:gd name="T4" fmla="*/ 0 w 65"/>
                  <a:gd name="T5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5" h="77">
                    <a:moveTo>
                      <a:pt x="65" y="77"/>
                    </a:moveTo>
                    <a:cubicBezTo>
                      <a:pt x="65" y="77"/>
                      <a:pt x="65" y="31"/>
                      <a:pt x="40" y="18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498" name="Freeform 76">
                <a:extLst>
                  <a:ext uri="{FF2B5EF4-FFF2-40B4-BE49-F238E27FC236}">
                    <a16:creationId xmlns:a16="http://schemas.microsoft.com/office/drawing/2014/main" id="{595BA40D-39B3-43E8-A56C-CDA1FAA6CD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5541" y="4327878"/>
                <a:ext cx="213387" cy="250403"/>
              </a:xfrm>
              <a:custGeom>
                <a:avLst/>
                <a:gdLst>
                  <a:gd name="T0" fmla="*/ 0 w 65"/>
                  <a:gd name="T1" fmla="*/ 77 h 77"/>
                  <a:gd name="T2" fmla="*/ 25 w 65"/>
                  <a:gd name="T3" fmla="*/ 18 h 77"/>
                  <a:gd name="T4" fmla="*/ 65 w 65"/>
                  <a:gd name="T5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5" h="77">
                    <a:moveTo>
                      <a:pt x="0" y="77"/>
                    </a:moveTo>
                    <a:cubicBezTo>
                      <a:pt x="0" y="77"/>
                      <a:pt x="0" y="31"/>
                      <a:pt x="25" y="18"/>
                    </a:cubicBezTo>
                    <a:cubicBezTo>
                      <a:pt x="65" y="0"/>
                      <a:pt x="65" y="0"/>
                      <a:pt x="65" y="0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499" name="Freeform 77">
                <a:extLst>
                  <a:ext uri="{FF2B5EF4-FFF2-40B4-BE49-F238E27FC236}">
                    <a16:creationId xmlns:a16="http://schemas.microsoft.com/office/drawing/2014/main" id="{EFA28CB1-22E2-48FC-AAA1-4D8F9873C1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315" y="4347474"/>
                <a:ext cx="91451" cy="81654"/>
              </a:xfrm>
              <a:custGeom>
                <a:avLst/>
                <a:gdLst>
                  <a:gd name="T0" fmla="*/ 25 w 28"/>
                  <a:gd name="T1" fmla="*/ 0 h 25"/>
                  <a:gd name="T2" fmla="*/ 28 w 28"/>
                  <a:gd name="T3" fmla="*/ 25 h 25"/>
                  <a:gd name="T4" fmla="*/ 0 w 28"/>
                  <a:gd name="T5" fmla="*/ 6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8" h="25">
                    <a:moveTo>
                      <a:pt x="25" y="0"/>
                    </a:moveTo>
                    <a:cubicBezTo>
                      <a:pt x="28" y="25"/>
                      <a:pt x="28" y="25"/>
                      <a:pt x="28" y="25"/>
                    </a:cubicBezTo>
                    <a:cubicBezTo>
                      <a:pt x="8" y="20"/>
                      <a:pt x="0" y="6"/>
                      <a:pt x="0" y="6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500" name="Freeform 78">
                <a:extLst>
                  <a:ext uri="{FF2B5EF4-FFF2-40B4-BE49-F238E27FC236}">
                    <a16:creationId xmlns:a16="http://schemas.microsoft.com/office/drawing/2014/main" id="{1971F839-F0D6-40A7-B99B-58E604867C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6670" y="4347474"/>
                <a:ext cx="91451" cy="81654"/>
              </a:xfrm>
              <a:custGeom>
                <a:avLst/>
                <a:gdLst>
                  <a:gd name="T0" fmla="*/ 3 w 28"/>
                  <a:gd name="T1" fmla="*/ 0 h 25"/>
                  <a:gd name="T2" fmla="*/ 0 w 28"/>
                  <a:gd name="T3" fmla="*/ 25 h 25"/>
                  <a:gd name="T4" fmla="*/ 28 w 28"/>
                  <a:gd name="T5" fmla="*/ 6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8" h="25">
                    <a:moveTo>
                      <a:pt x="3" y="0"/>
                    </a:moveTo>
                    <a:cubicBezTo>
                      <a:pt x="0" y="25"/>
                      <a:pt x="0" y="25"/>
                      <a:pt x="0" y="25"/>
                    </a:cubicBezTo>
                    <a:cubicBezTo>
                      <a:pt x="20" y="20"/>
                      <a:pt x="28" y="6"/>
                      <a:pt x="28" y="6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501" name="Freeform 79">
                <a:extLst>
                  <a:ext uri="{FF2B5EF4-FFF2-40B4-BE49-F238E27FC236}">
                    <a16:creationId xmlns:a16="http://schemas.microsoft.com/office/drawing/2014/main" id="{61DE40DC-22A4-462C-9FA8-8465EC110D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315" y="4367071"/>
                <a:ext cx="26129" cy="211210"/>
              </a:xfrm>
              <a:custGeom>
                <a:avLst/>
                <a:gdLst>
                  <a:gd name="T0" fmla="*/ 0 w 8"/>
                  <a:gd name="T1" fmla="*/ 0 h 65"/>
                  <a:gd name="T2" fmla="*/ 0 w 8"/>
                  <a:gd name="T3" fmla="*/ 19 h 65"/>
                  <a:gd name="T4" fmla="*/ 6 w 8"/>
                  <a:gd name="T5" fmla="*/ 65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" h="65">
                    <a:moveTo>
                      <a:pt x="0" y="0"/>
                    </a:moveTo>
                    <a:cubicBezTo>
                      <a:pt x="0" y="0"/>
                      <a:pt x="8" y="11"/>
                      <a:pt x="0" y="19"/>
                    </a:cubicBezTo>
                    <a:cubicBezTo>
                      <a:pt x="0" y="19"/>
                      <a:pt x="6" y="55"/>
                      <a:pt x="6" y="65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502" name="Freeform 80">
                <a:extLst>
                  <a:ext uri="{FF2B5EF4-FFF2-40B4-BE49-F238E27FC236}">
                    <a16:creationId xmlns:a16="http://schemas.microsoft.com/office/drawing/2014/main" id="{E21483C4-4675-4474-A4E7-DDBEB12674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1993" y="4367071"/>
                <a:ext cx="26129" cy="211210"/>
              </a:xfrm>
              <a:custGeom>
                <a:avLst/>
                <a:gdLst>
                  <a:gd name="T0" fmla="*/ 2 w 8"/>
                  <a:gd name="T1" fmla="*/ 65 h 65"/>
                  <a:gd name="T2" fmla="*/ 8 w 8"/>
                  <a:gd name="T3" fmla="*/ 19 h 65"/>
                  <a:gd name="T4" fmla="*/ 8 w 8"/>
                  <a:gd name="T5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" h="65">
                    <a:moveTo>
                      <a:pt x="2" y="65"/>
                    </a:moveTo>
                    <a:cubicBezTo>
                      <a:pt x="2" y="55"/>
                      <a:pt x="8" y="19"/>
                      <a:pt x="8" y="19"/>
                    </a:cubicBezTo>
                    <a:cubicBezTo>
                      <a:pt x="0" y="11"/>
                      <a:pt x="8" y="0"/>
                      <a:pt x="8" y="0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503" name="Freeform 81">
                <a:extLst>
                  <a:ext uri="{FF2B5EF4-FFF2-40B4-BE49-F238E27FC236}">
                    <a16:creationId xmlns:a16="http://schemas.microsoft.com/office/drawing/2014/main" id="{13C61A58-A9FB-4EC0-A94B-A0CE74C3A0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3404" y="4038281"/>
                <a:ext cx="228629" cy="260201"/>
              </a:xfrm>
              <a:custGeom>
                <a:avLst/>
                <a:gdLst>
                  <a:gd name="T0" fmla="*/ 47 w 70"/>
                  <a:gd name="T1" fmla="*/ 80 h 80"/>
                  <a:gd name="T2" fmla="*/ 68 w 70"/>
                  <a:gd name="T3" fmla="*/ 41 h 80"/>
                  <a:gd name="T4" fmla="*/ 66 w 70"/>
                  <a:gd name="T5" fmla="*/ 16 h 80"/>
                  <a:gd name="T6" fmla="*/ 48 w 70"/>
                  <a:gd name="T7" fmla="*/ 2 h 80"/>
                  <a:gd name="T8" fmla="*/ 35 w 70"/>
                  <a:gd name="T9" fmla="*/ 0 h 80"/>
                  <a:gd name="T10" fmla="*/ 22 w 70"/>
                  <a:gd name="T11" fmla="*/ 2 h 80"/>
                  <a:gd name="T12" fmla="*/ 4 w 70"/>
                  <a:gd name="T13" fmla="*/ 16 h 80"/>
                  <a:gd name="T14" fmla="*/ 2 w 70"/>
                  <a:gd name="T15" fmla="*/ 41 h 80"/>
                  <a:gd name="T16" fmla="*/ 23 w 70"/>
                  <a:gd name="T17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0" h="80">
                    <a:moveTo>
                      <a:pt x="47" y="80"/>
                    </a:moveTo>
                    <a:cubicBezTo>
                      <a:pt x="65" y="72"/>
                      <a:pt x="67" y="56"/>
                      <a:pt x="68" y="41"/>
                    </a:cubicBezTo>
                    <a:cubicBezTo>
                      <a:pt x="69" y="33"/>
                      <a:pt x="70" y="24"/>
                      <a:pt x="66" y="16"/>
                    </a:cubicBezTo>
                    <a:cubicBezTo>
                      <a:pt x="62" y="9"/>
                      <a:pt x="55" y="4"/>
                      <a:pt x="48" y="2"/>
                    </a:cubicBezTo>
                    <a:cubicBezTo>
                      <a:pt x="44" y="0"/>
                      <a:pt x="39" y="0"/>
                      <a:pt x="35" y="0"/>
                    </a:cubicBezTo>
                    <a:cubicBezTo>
                      <a:pt x="31" y="0"/>
                      <a:pt x="26" y="0"/>
                      <a:pt x="22" y="2"/>
                    </a:cubicBezTo>
                    <a:cubicBezTo>
                      <a:pt x="15" y="4"/>
                      <a:pt x="8" y="9"/>
                      <a:pt x="4" y="16"/>
                    </a:cubicBezTo>
                    <a:cubicBezTo>
                      <a:pt x="0" y="24"/>
                      <a:pt x="1" y="33"/>
                      <a:pt x="2" y="41"/>
                    </a:cubicBezTo>
                    <a:cubicBezTo>
                      <a:pt x="3" y="56"/>
                      <a:pt x="5" y="72"/>
                      <a:pt x="23" y="80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504" name="Freeform 82">
                <a:extLst>
                  <a:ext uri="{FF2B5EF4-FFF2-40B4-BE49-F238E27FC236}">
                    <a16:creationId xmlns:a16="http://schemas.microsoft.com/office/drawing/2014/main" id="{6B513F64-85B8-4C44-B79C-35906A2A0B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8928" y="4288684"/>
                <a:ext cx="117580" cy="78387"/>
              </a:xfrm>
              <a:custGeom>
                <a:avLst/>
                <a:gdLst>
                  <a:gd name="T0" fmla="*/ 36 w 36"/>
                  <a:gd name="T1" fmla="*/ 0 h 24"/>
                  <a:gd name="T2" fmla="*/ 36 w 36"/>
                  <a:gd name="T3" fmla="*/ 6 h 24"/>
                  <a:gd name="T4" fmla="*/ 18 w 36"/>
                  <a:gd name="T5" fmla="*/ 24 h 24"/>
                  <a:gd name="T6" fmla="*/ 18 w 36"/>
                  <a:gd name="T7" fmla="*/ 24 h 24"/>
                  <a:gd name="T8" fmla="*/ 0 w 36"/>
                  <a:gd name="T9" fmla="*/ 6 h 24"/>
                  <a:gd name="T10" fmla="*/ 0 w 36"/>
                  <a:gd name="T11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" h="24">
                    <a:moveTo>
                      <a:pt x="36" y="0"/>
                    </a:moveTo>
                    <a:cubicBezTo>
                      <a:pt x="36" y="6"/>
                      <a:pt x="36" y="6"/>
                      <a:pt x="36" y="6"/>
                    </a:cubicBezTo>
                    <a:cubicBezTo>
                      <a:pt x="36" y="16"/>
                      <a:pt x="2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8" y="24"/>
                      <a:pt x="0" y="16"/>
                      <a:pt x="0" y="6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505" name="Freeform 83">
                <a:extLst>
                  <a:ext uri="{FF2B5EF4-FFF2-40B4-BE49-F238E27FC236}">
                    <a16:creationId xmlns:a16="http://schemas.microsoft.com/office/drawing/2014/main" id="{C339E02F-1E14-434D-A832-1A179C190D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6347" y="4308281"/>
                <a:ext cx="161129" cy="120847"/>
              </a:xfrm>
              <a:custGeom>
                <a:avLst/>
                <a:gdLst>
                  <a:gd name="T0" fmla="*/ 49 w 49"/>
                  <a:gd name="T1" fmla="*/ 3 h 37"/>
                  <a:gd name="T2" fmla="*/ 33 w 49"/>
                  <a:gd name="T3" fmla="*/ 0 h 37"/>
                  <a:gd name="T4" fmla="*/ 12 w 49"/>
                  <a:gd name="T5" fmla="*/ 9 h 37"/>
                  <a:gd name="T6" fmla="*/ 0 w 49"/>
                  <a:gd name="T7" fmla="*/ 30 h 37"/>
                  <a:gd name="T8" fmla="*/ 0 w 49"/>
                  <a:gd name="T9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" h="37">
                    <a:moveTo>
                      <a:pt x="49" y="3"/>
                    </a:moveTo>
                    <a:cubicBezTo>
                      <a:pt x="40" y="3"/>
                      <a:pt x="33" y="0"/>
                      <a:pt x="33" y="0"/>
                    </a:cubicBezTo>
                    <a:cubicBezTo>
                      <a:pt x="12" y="9"/>
                      <a:pt x="12" y="9"/>
                      <a:pt x="12" y="9"/>
                    </a:cubicBezTo>
                    <a:cubicBezTo>
                      <a:pt x="0" y="15"/>
                      <a:pt x="0" y="30"/>
                      <a:pt x="0" y="30"/>
                    </a:cubicBezTo>
                    <a:cubicBezTo>
                      <a:pt x="0" y="37"/>
                      <a:pt x="0" y="37"/>
                      <a:pt x="0" y="37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506" name="Freeform 84">
                <a:extLst>
                  <a:ext uri="{FF2B5EF4-FFF2-40B4-BE49-F238E27FC236}">
                    <a16:creationId xmlns:a16="http://schemas.microsoft.com/office/drawing/2014/main" id="{5CB58A45-97EF-4F03-8667-EE86EF7ECF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1065" y="4126467"/>
                <a:ext cx="66411" cy="139354"/>
              </a:xfrm>
              <a:custGeom>
                <a:avLst/>
                <a:gdLst>
                  <a:gd name="T0" fmla="*/ 20 w 20"/>
                  <a:gd name="T1" fmla="*/ 0 h 43"/>
                  <a:gd name="T2" fmla="*/ 12 w 20"/>
                  <a:gd name="T3" fmla="*/ 2 h 43"/>
                  <a:gd name="T4" fmla="*/ 2 w 20"/>
                  <a:gd name="T5" fmla="*/ 10 h 43"/>
                  <a:gd name="T6" fmla="*/ 0 w 20"/>
                  <a:gd name="T7" fmla="*/ 24 h 43"/>
                  <a:gd name="T8" fmla="*/ 11 w 20"/>
                  <a:gd name="T9" fmla="*/ 4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43">
                    <a:moveTo>
                      <a:pt x="20" y="0"/>
                    </a:moveTo>
                    <a:cubicBezTo>
                      <a:pt x="17" y="0"/>
                      <a:pt x="15" y="1"/>
                      <a:pt x="12" y="2"/>
                    </a:cubicBezTo>
                    <a:cubicBezTo>
                      <a:pt x="8" y="3"/>
                      <a:pt x="4" y="6"/>
                      <a:pt x="2" y="10"/>
                    </a:cubicBezTo>
                    <a:cubicBezTo>
                      <a:pt x="0" y="14"/>
                      <a:pt x="0" y="19"/>
                      <a:pt x="0" y="24"/>
                    </a:cubicBezTo>
                    <a:cubicBezTo>
                      <a:pt x="2" y="33"/>
                      <a:pt x="1" y="37"/>
                      <a:pt x="11" y="43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507" name="Freeform 85">
                <a:extLst>
                  <a:ext uri="{FF2B5EF4-FFF2-40B4-BE49-F238E27FC236}">
                    <a16:creationId xmlns:a16="http://schemas.microsoft.com/office/drawing/2014/main" id="{404C149B-9CB5-4D82-A6AD-E09556A65C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7960" y="4308281"/>
                <a:ext cx="160041" cy="120847"/>
              </a:xfrm>
              <a:custGeom>
                <a:avLst/>
                <a:gdLst>
                  <a:gd name="T0" fmla="*/ 0 w 49"/>
                  <a:gd name="T1" fmla="*/ 3 h 37"/>
                  <a:gd name="T2" fmla="*/ 16 w 49"/>
                  <a:gd name="T3" fmla="*/ 0 h 37"/>
                  <a:gd name="T4" fmla="*/ 37 w 49"/>
                  <a:gd name="T5" fmla="*/ 9 h 37"/>
                  <a:gd name="T6" fmla="*/ 49 w 49"/>
                  <a:gd name="T7" fmla="*/ 30 h 37"/>
                  <a:gd name="T8" fmla="*/ 49 w 49"/>
                  <a:gd name="T9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" h="37">
                    <a:moveTo>
                      <a:pt x="0" y="3"/>
                    </a:moveTo>
                    <a:cubicBezTo>
                      <a:pt x="9" y="3"/>
                      <a:pt x="16" y="0"/>
                      <a:pt x="16" y="0"/>
                    </a:cubicBezTo>
                    <a:cubicBezTo>
                      <a:pt x="37" y="9"/>
                      <a:pt x="37" y="9"/>
                      <a:pt x="37" y="9"/>
                    </a:cubicBezTo>
                    <a:cubicBezTo>
                      <a:pt x="49" y="15"/>
                      <a:pt x="49" y="30"/>
                      <a:pt x="49" y="30"/>
                    </a:cubicBezTo>
                    <a:cubicBezTo>
                      <a:pt x="49" y="37"/>
                      <a:pt x="49" y="37"/>
                      <a:pt x="49" y="37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508" name="Freeform 86">
                <a:extLst>
                  <a:ext uri="{FF2B5EF4-FFF2-40B4-BE49-F238E27FC236}">
                    <a16:creationId xmlns:a16="http://schemas.microsoft.com/office/drawing/2014/main" id="{E2F5F709-DCE2-4F36-AAE9-BD9C834D82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7960" y="4126467"/>
                <a:ext cx="65322" cy="139354"/>
              </a:xfrm>
              <a:custGeom>
                <a:avLst/>
                <a:gdLst>
                  <a:gd name="T0" fmla="*/ 9 w 20"/>
                  <a:gd name="T1" fmla="*/ 43 h 43"/>
                  <a:gd name="T2" fmla="*/ 20 w 20"/>
                  <a:gd name="T3" fmla="*/ 24 h 43"/>
                  <a:gd name="T4" fmla="*/ 18 w 20"/>
                  <a:gd name="T5" fmla="*/ 10 h 43"/>
                  <a:gd name="T6" fmla="*/ 8 w 20"/>
                  <a:gd name="T7" fmla="*/ 2 h 43"/>
                  <a:gd name="T8" fmla="*/ 0 w 20"/>
                  <a:gd name="T9" fmla="*/ 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43">
                    <a:moveTo>
                      <a:pt x="9" y="43"/>
                    </a:moveTo>
                    <a:cubicBezTo>
                      <a:pt x="19" y="37"/>
                      <a:pt x="18" y="33"/>
                      <a:pt x="20" y="24"/>
                    </a:cubicBezTo>
                    <a:cubicBezTo>
                      <a:pt x="20" y="19"/>
                      <a:pt x="20" y="14"/>
                      <a:pt x="18" y="10"/>
                    </a:cubicBezTo>
                    <a:cubicBezTo>
                      <a:pt x="16" y="6"/>
                      <a:pt x="12" y="3"/>
                      <a:pt x="8" y="2"/>
                    </a:cubicBezTo>
                    <a:cubicBezTo>
                      <a:pt x="5" y="1"/>
                      <a:pt x="3" y="0"/>
                      <a:pt x="0" y="0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sp>
        <p:nvSpPr>
          <p:cNvPr id="2116954804" name="TextBox 2116954803"/>
          <p:cNvSpPr txBox="1"/>
          <p:nvPr/>
        </p:nvSpPr>
        <p:spPr>
          <a:xfrm>
            <a:off x="5934456" y="4965192"/>
            <a:ext cx="850392" cy="8617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700" b="1" dirty="0">
                <a:solidFill>
                  <a:srgbClr val="000000"/>
                </a:solidFill>
              </a:rPr>
              <a:t>Ответственный за данные</a:t>
            </a:r>
            <a:r>
              <a:rPr sz="700" b="0" dirty="0" err="1">
                <a:solidFill>
                  <a:srgbClr val="000000"/>
                </a:solidFill>
              </a:rPr>
              <a:t> тестирует источник на исторических данных и оценивает покрытие клиентской базы, актуальность, качество и стоимость данных</a:t>
            </a:r>
            <a:endParaRPr sz="700" b="0" dirty="0">
              <a:solidFill>
                <a:srgbClr val="000000"/>
              </a:solidFill>
            </a:endParaRPr>
          </a:p>
        </p:txBody>
      </p:sp>
      <p:grpSp>
        <p:nvGrpSpPr>
          <p:cNvPr id="301509" name="Группа 56">
            <a:extLst>
              <a:ext uri="{FF2B5EF4-FFF2-40B4-BE49-F238E27FC236}">
                <a16:creationId xmlns:a16="http://schemas.microsoft.com/office/drawing/2014/main" id="{9C571B3F-041A-4263-85F9-4C0DD0A441AA}"/>
              </a:ext>
            </a:extLst>
          </p:cNvPr>
          <p:cNvGrpSpPr/>
          <p:nvPr/>
        </p:nvGrpSpPr>
        <p:grpSpPr>
          <a:xfrm>
            <a:off x="6858000" y="4965192"/>
            <a:ext cx="338328" cy="338328"/>
            <a:chOff x="1290654" y="2031534"/>
            <a:chExt cx="342067" cy="342067"/>
          </a:xfrm>
        </p:grpSpPr>
        <p:sp>
          <p:nvSpPr>
            <p:cNvPr id="301510" name="Oval 3013"/>
            <p:cNvSpPr>
              <a:spLocks noChangeAspect="1"/>
            </p:cNvSpPr>
            <p:nvPr/>
          </p:nvSpPr>
          <p:spPr bwMode="auto">
            <a:xfrm>
              <a:off x="1290654" y="2031534"/>
              <a:ext cx="342067" cy="342067"/>
            </a:xfrm>
            <a:prstGeom prst="ellipse">
              <a:avLst/>
            </a:prstGeom>
            <a:solidFill>
              <a:schemeClr val="tx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defRPr/>
              </a:pPr>
              <a:endParaRPr lang="en-NZ" sz="1600" b="0" i="0" u="none" strike="noStrike" cap="none" spc="0">
                <a:ln>
                  <a:noFill/>
                </a:ln>
                <a:solidFill>
                  <a:srgbClr val="051C2C"/>
                </a:solidFill>
                <a:ea typeface="Arial"/>
                <a:cs typeface="Arial"/>
              </a:endParaRPr>
            </a:p>
          </p:txBody>
        </p:sp>
        <p:grpSp>
          <p:nvGrpSpPr>
            <p:cNvPr id="301511" name="Group 4119">
              <a:extLst>
                <a:ext uri="{FF2B5EF4-FFF2-40B4-BE49-F238E27FC236}">
                  <a16:creationId xmlns:a16="http://schemas.microsoft.com/office/drawing/2014/main" id="{DA332F9F-1969-4964-9D2C-B36AC8B1F239}"/>
                </a:ext>
              </a:extLst>
            </p:cNvPr>
            <p:cNvGrpSpPr/>
            <p:nvPr/>
          </p:nvGrpSpPr>
          <p:grpSpPr>
            <a:xfrm>
              <a:off x="1351080" y="2106488"/>
              <a:ext cx="221215" cy="192158"/>
              <a:chOff x="506347" y="4038281"/>
              <a:chExt cx="621654" cy="540000"/>
            </a:xfrm>
          </p:grpSpPr>
          <p:sp>
            <p:nvSpPr>
              <p:cNvPr id="301512" name="Freeform 75">
                <a:extLst>
                  <a:ext uri="{FF2B5EF4-FFF2-40B4-BE49-F238E27FC236}">
                    <a16:creationId xmlns:a16="http://schemas.microsoft.com/office/drawing/2014/main" id="{81A2D3FD-0282-433E-B6D8-E99F315A46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6509" y="4327878"/>
                <a:ext cx="212299" cy="250403"/>
              </a:xfrm>
              <a:custGeom>
                <a:avLst/>
                <a:gdLst>
                  <a:gd name="T0" fmla="*/ 65 w 65"/>
                  <a:gd name="T1" fmla="*/ 77 h 77"/>
                  <a:gd name="T2" fmla="*/ 40 w 65"/>
                  <a:gd name="T3" fmla="*/ 18 h 77"/>
                  <a:gd name="T4" fmla="*/ 0 w 65"/>
                  <a:gd name="T5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5" h="77">
                    <a:moveTo>
                      <a:pt x="65" y="77"/>
                    </a:moveTo>
                    <a:cubicBezTo>
                      <a:pt x="65" y="77"/>
                      <a:pt x="65" y="31"/>
                      <a:pt x="40" y="18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513" name="Freeform 76">
                <a:extLst>
                  <a:ext uri="{FF2B5EF4-FFF2-40B4-BE49-F238E27FC236}">
                    <a16:creationId xmlns:a16="http://schemas.microsoft.com/office/drawing/2014/main" id="{595BA40D-39B3-43E8-A56C-CDA1FAA6CD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5541" y="4327878"/>
                <a:ext cx="213387" cy="250403"/>
              </a:xfrm>
              <a:custGeom>
                <a:avLst/>
                <a:gdLst>
                  <a:gd name="T0" fmla="*/ 0 w 65"/>
                  <a:gd name="T1" fmla="*/ 77 h 77"/>
                  <a:gd name="T2" fmla="*/ 25 w 65"/>
                  <a:gd name="T3" fmla="*/ 18 h 77"/>
                  <a:gd name="T4" fmla="*/ 65 w 65"/>
                  <a:gd name="T5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5" h="77">
                    <a:moveTo>
                      <a:pt x="0" y="77"/>
                    </a:moveTo>
                    <a:cubicBezTo>
                      <a:pt x="0" y="77"/>
                      <a:pt x="0" y="31"/>
                      <a:pt x="25" y="18"/>
                    </a:cubicBezTo>
                    <a:cubicBezTo>
                      <a:pt x="65" y="0"/>
                      <a:pt x="65" y="0"/>
                      <a:pt x="65" y="0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514" name="Freeform 77">
                <a:extLst>
                  <a:ext uri="{FF2B5EF4-FFF2-40B4-BE49-F238E27FC236}">
                    <a16:creationId xmlns:a16="http://schemas.microsoft.com/office/drawing/2014/main" id="{EFA28CB1-22E2-48FC-AAA1-4D8F9873C1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315" y="4347474"/>
                <a:ext cx="91451" cy="81654"/>
              </a:xfrm>
              <a:custGeom>
                <a:avLst/>
                <a:gdLst>
                  <a:gd name="T0" fmla="*/ 25 w 28"/>
                  <a:gd name="T1" fmla="*/ 0 h 25"/>
                  <a:gd name="T2" fmla="*/ 28 w 28"/>
                  <a:gd name="T3" fmla="*/ 25 h 25"/>
                  <a:gd name="T4" fmla="*/ 0 w 28"/>
                  <a:gd name="T5" fmla="*/ 6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8" h="25">
                    <a:moveTo>
                      <a:pt x="25" y="0"/>
                    </a:moveTo>
                    <a:cubicBezTo>
                      <a:pt x="28" y="25"/>
                      <a:pt x="28" y="25"/>
                      <a:pt x="28" y="25"/>
                    </a:cubicBezTo>
                    <a:cubicBezTo>
                      <a:pt x="8" y="20"/>
                      <a:pt x="0" y="6"/>
                      <a:pt x="0" y="6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515" name="Freeform 78">
                <a:extLst>
                  <a:ext uri="{FF2B5EF4-FFF2-40B4-BE49-F238E27FC236}">
                    <a16:creationId xmlns:a16="http://schemas.microsoft.com/office/drawing/2014/main" id="{1971F839-F0D6-40A7-B99B-58E604867C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6670" y="4347474"/>
                <a:ext cx="91451" cy="81654"/>
              </a:xfrm>
              <a:custGeom>
                <a:avLst/>
                <a:gdLst>
                  <a:gd name="T0" fmla="*/ 3 w 28"/>
                  <a:gd name="T1" fmla="*/ 0 h 25"/>
                  <a:gd name="T2" fmla="*/ 0 w 28"/>
                  <a:gd name="T3" fmla="*/ 25 h 25"/>
                  <a:gd name="T4" fmla="*/ 28 w 28"/>
                  <a:gd name="T5" fmla="*/ 6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8" h="25">
                    <a:moveTo>
                      <a:pt x="3" y="0"/>
                    </a:moveTo>
                    <a:cubicBezTo>
                      <a:pt x="0" y="25"/>
                      <a:pt x="0" y="25"/>
                      <a:pt x="0" y="25"/>
                    </a:cubicBezTo>
                    <a:cubicBezTo>
                      <a:pt x="20" y="20"/>
                      <a:pt x="28" y="6"/>
                      <a:pt x="28" y="6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516" name="Freeform 79">
                <a:extLst>
                  <a:ext uri="{FF2B5EF4-FFF2-40B4-BE49-F238E27FC236}">
                    <a16:creationId xmlns:a16="http://schemas.microsoft.com/office/drawing/2014/main" id="{61DE40DC-22A4-462C-9FA8-8465EC110D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315" y="4367071"/>
                <a:ext cx="26129" cy="211210"/>
              </a:xfrm>
              <a:custGeom>
                <a:avLst/>
                <a:gdLst>
                  <a:gd name="T0" fmla="*/ 0 w 8"/>
                  <a:gd name="T1" fmla="*/ 0 h 65"/>
                  <a:gd name="T2" fmla="*/ 0 w 8"/>
                  <a:gd name="T3" fmla="*/ 19 h 65"/>
                  <a:gd name="T4" fmla="*/ 6 w 8"/>
                  <a:gd name="T5" fmla="*/ 65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" h="65">
                    <a:moveTo>
                      <a:pt x="0" y="0"/>
                    </a:moveTo>
                    <a:cubicBezTo>
                      <a:pt x="0" y="0"/>
                      <a:pt x="8" y="11"/>
                      <a:pt x="0" y="19"/>
                    </a:cubicBezTo>
                    <a:cubicBezTo>
                      <a:pt x="0" y="19"/>
                      <a:pt x="6" y="55"/>
                      <a:pt x="6" y="65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517" name="Freeform 80">
                <a:extLst>
                  <a:ext uri="{FF2B5EF4-FFF2-40B4-BE49-F238E27FC236}">
                    <a16:creationId xmlns:a16="http://schemas.microsoft.com/office/drawing/2014/main" id="{E21483C4-4675-4474-A4E7-DDBEB12674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1993" y="4367071"/>
                <a:ext cx="26129" cy="211210"/>
              </a:xfrm>
              <a:custGeom>
                <a:avLst/>
                <a:gdLst>
                  <a:gd name="T0" fmla="*/ 2 w 8"/>
                  <a:gd name="T1" fmla="*/ 65 h 65"/>
                  <a:gd name="T2" fmla="*/ 8 w 8"/>
                  <a:gd name="T3" fmla="*/ 19 h 65"/>
                  <a:gd name="T4" fmla="*/ 8 w 8"/>
                  <a:gd name="T5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" h="65">
                    <a:moveTo>
                      <a:pt x="2" y="65"/>
                    </a:moveTo>
                    <a:cubicBezTo>
                      <a:pt x="2" y="55"/>
                      <a:pt x="8" y="19"/>
                      <a:pt x="8" y="19"/>
                    </a:cubicBezTo>
                    <a:cubicBezTo>
                      <a:pt x="0" y="11"/>
                      <a:pt x="8" y="0"/>
                      <a:pt x="8" y="0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518" name="Freeform 81">
                <a:extLst>
                  <a:ext uri="{FF2B5EF4-FFF2-40B4-BE49-F238E27FC236}">
                    <a16:creationId xmlns:a16="http://schemas.microsoft.com/office/drawing/2014/main" id="{13C61A58-A9FB-4EC0-A94B-A0CE74C3A0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3404" y="4038281"/>
                <a:ext cx="228629" cy="260201"/>
              </a:xfrm>
              <a:custGeom>
                <a:avLst/>
                <a:gdLst>
                  <a:gd name="T0" fmla="*/ 47 w 70"/>
                  <a:gd name="T1" fmla="*/ 80 h 80"/>
                  <a:gd name="T2" fmla="*/ 68 w 70"/>
                  <a:gd name="T3" fmla="*/ 41 h 80"/>
                  <a:gd name="T4" fmla="*/ 66 w 70"/>
                  <a:gd name="T5" fmla="*/ 16 h 80"/>
                  <a:gd name="T6" fmla="*/ 48 w 70"/>
                  <a:gd name="T7" fmla="*/ 2 h 80"/>
                  <a:gd name="T8" fmla="*/ 35 w 70"/>
                  <a:gd name="T9" fmla="*/ 0 h 80"/>
                  <a:gd name="T10" fmla="*/ 22 w 70"/>
                  <a:gd name="T11" fmla="*/ 2 h 80"/>
                  <a:gd name="T12" fmla="*/ 4 w 70"/>
                  <a:gd name="T13" fmla="*/ 16 h 80"/>
                  <a:gd name="T14" fmla="*/ 2 w 70"/>
                  <a:gd name="T15" fmla="*/ 41 h 80"/>
                  <a:gd name="T16" fmla="*/ 23 w 70"/>
                  <a:gd name="T17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0" h="80">
                    <a:moveTo>
                      <a:pt x="47" y="80"/>
                    </a:moveTo>
                    <a:cubicBezTo>
                      <a:pt x="65" y="72"/>
                      <a:pt x="67" y="56"/>
                      <a:pt x="68" y="41"/>
                    </a:cubicBezTo>
                    <a:cubicBezTo>
                      <a:pt x="69" y="33"/>
                      <a:pt x="70" y="24"/>
                      <a:pt x="66" y="16"/>
                    </a:cubicBezTo>
                    <a:cubicBezTo>
                      <a:pt x="62" y="9"/>
                      <a:pt x="55" y="4"/>
                      <a:pt x="48" y="2"/>
                    </a:cubicBezTo>
                    <a:cubicBezTo>
                      <a:pt x="44" y="0"/>
                      <a:pt x="39" y="0"/>
                      <a:pt x="35" y="0"/>
                    </a:cubicBezTo>
                    <a:cubicBezTo>
                      <a:pt x="31" y="0"/>
                      <a:pt x="26" y="0"/>
                      <a:pt x="22" y="2"/>
                    </a:cubicBezTo>
                    <a:cubicBezTo>
                      <a:pt x="15" y="4"/>
                      <a:pt x="8" y="9"/>
                      <a:pt x="4" y="16"/>
                    </a:cubicBezTo>
                    <a:cubicBezTo>
                      <a:pt x="0" y="24"/>
                      <a:pt x="1" y="33"/>
                      <a:pt x="2" y="41"/>
                    </a:cubicBezTo>
                    <a:cubicBezTo>
                      <a:pt x="3" y="56"/>
                      <a:pt x="5" y="72"/>
                      <a:pt x="23" y="80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519" name="Freeform 82">
                <a:extLst>
                  <a:ext uri="{FF2B5EF4-FFF2-40B4-BE49-F238E27FC236}">
                    <a16:creationId xmlns:a16="http://schemas.microsoft.com/office/drawing/2014/main" id="{6B513F64-85B8-4C44-B79C-35906A2A0B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8928" y="4288684"/>
                <a:ext cx="117580" cy="78387"/>
              </a:xfrm>
              <a:custGeom>
                <a:avLst/>
                <a:gdLst>
                  <a:gd name="T0" fmla="*/ 36 w 36"/>
                  <a:gd name="T1" fmla="*/ 0 h 24"/>
                  <a:gd name="T2" fmla="*/ 36 w 36"/>
                  <a:gd name="T3" fmla="*/ 6 h 24"/>
                  <a:gd name="T4" fmla="*/ 18 w 36"/>
                  <a:gd name="T5" fmla="*/ 24 h 24"/>
                  <a:gd name="T6" fmla="*/ 18 w 36"/>
                  <a:gd name="T7" fmla="*/ 24 h 24"/>
                  <a:gd name="T8" fmla="*/ 0 w 36"/>
                  <a:gd name="T9" fmla="*/ 6 h 24"/>
                  <a:gd name="T10" fmla="*/ 0 w 36"/>
                  <a:gd name="T11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" h="24">
                    <a:moveTo>
                      <a:pt x="36" y="0"/>
                    </a:moveTo>
                    <a:cubicBezTo>
                      <a:pt x="36" y="6"/>
                      <a:pt x="36" y="6"/>
                      <a:pt x="36" y="6"/>
                    </a:cubicBezTo>
                    <a:cubicBezTo>
                      <a:pt x="36" y="16"/>
                      <a:pt x="2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8" y="24"/>
                      <a:pt x="0" y="16"/>
                      <a:pt x="0" y="6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520" name="Freeform 83">
                <a:extLst>
                  <a:ext uri="{FF2B5EF4-FFF2-40B4-BE49-F238E27FC236}">
                    <a16:creationId xmlns:a16="http://schemas.microsoft.com/office/drawing/2014/main" id="{C339E02F-1E14-434D-A832-1A179C190D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6347" y="4308281"/>
                <a:ext cx="161129" cy="120847"/>
              </a:xfrm>
              <a:custGeom>
                <a:avLst/>
                <a:gdLst>
                  <a:gd name="T0" fmla="*/ 49 w 49"/>
                  <a:gd name="T1" fmla="*/ 3 h 37"/>
                  <a:gd name="T2" fmla="*/ 33 w 49"/>
                  <a:gd name="T3" fmla="*/ 0 h 37"/>
                  <a:gd name="T4" fmla="*/ 12 w 49"/>
                  <a:gd name="T5" fmla="*/ 9 h 37"/>
                  <a:gd name="T6" fmla="*/ 0 w 49"/>
                  <a:gd name="T7" fmla="*/ 30 h 37"/>
                  <a:gd name="T8" fmla="*/ 0 w 49"/>
                  <a:gd name="T9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" h="37">
                    <a:moveTo>
                      <a:pt x="49" y="3"/>
                    </a:moveTo>
                    <a:cubicBezTo>
                      <a:pt x="40" y="3"/>
                      <a:pt x="33" y="0"/>
                      <a:pt x="33" y="0"/>
                    </a:cubicBezTo>
                    <a:cubicBezTo>
                      <a:pt x="12" y="9"/>
                      <a:pt x="12" y="9"/>
                      <a:pt x="12" y="9"/>
                    </a:cubicBezTo>
                    <a:cubicBezTo>
                      <a:pt x="0" y="15"/>
                      <a:pt x="0" y="30"/>
                      <a:pt x="0" y="30"/>
                    </a:cubicBezTo>
                    <a:cubicBezTo>
                      <a:pt x="0" y="37"/>
                      <a:pt x="0" y="37"/>
                      <a:pt x="0" y="37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521" name="Freeform 84">
                <a:extLst>
                  <a:ext uri="{FF2B5EF4-FFF2-40B4-BE49-F238E27FC236}">
                    <a16:creationId xmlns:a16="http://schemas.microsoft.com/office/drawing/2014/main" id="{5CB58A45-97EF-4F03-8667-EE86EF7ECF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1065" y="4126467"/>
                <a:ext cx="66411" cy="139354"/>
              </a:xfrm>
              <a:custGeom>
                <a:avLst/>
                <a:gdLst>
                  <a:gd name="T0" fmla="*/ 20 w 20"/>
                  <a:gd name="T1" fmla="*/ 0 h 43"/>
                  <a:gd name="T2" fmla="*/ 12 w 20"/>
                  <a:gd name="T3" fmla="*/ 2 h 43"/>
                  <a:gd name="T4" fmla="*/ 2 w 20"/>
                  <a:gd name="T5" fmla="*/ 10 h 43"/>
                  <a:gd name="T6" fmla="*/ 0 w 20"/>
                  <a:gd name="T7" fmla="*/ 24 h 43"/>
                  <a:gd name="T8" fmla="*/ 11 w 20"/>
                  <a:gd name="T9" fmla="*/ 4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43">
                    <a:moveTo>
                      <a:pt x="20" y="0"/>
                    </a:moveTo>
                    <a:cubicBezTo>
                      <a:pt x="17" y="0"/>
                      <a:pt x="15" y="1"/>
                      <a:pt x="12" y="2"/>
                    </a:cubicBezTo>
                    <a:cubicBezTo>
                      <a:pt x="8" y="3"/>
                      <a:pt x="4" y="6"/>
                      <a:pt x="2" y="10"/>
                    </a:cubicBezTo>
                    <a:cubicBezTo>
                      <a:pt x="0" y="14"/>
                      <a:pt x="0" y="19"/>
                      <a:pt x="0" y="24"/>
                    </a:cubicBezTo>
                    <a:cubicBezTo>
                      <a:pt x="2" y="33"/>
                      <a:pt x="1" y="37"/>
                      <a:pt x="11" y="43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522" name="Freeform 85">
                <a:extLst>
                  <a:ext uri="{FF2B5EF4-FFF2-40B4-BE49-F238E27FC236}">
                    <a16:creationId xmlns:a16="http://schemas.microsoft.com/office/drawing/2014/main" id="{404C149B-9CB5-4D82-A6AD-E09556A65C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7960" y="4308281"/>
                <a:ext cx="160041" cy="120847"/>
              </a:xfrm>
              <a:custGeom>
                <a:avLst/>
                <a:gdLst>
                  <a:gd name="T0" fmla="*/ 0 w 49"/>
                  <a:gd name="T1" fmla="*/ 3 h 37"/>
                  <a:gd name="T2" fmla="*/ 16 w 49"/>
                  <a:gd name="T3" fmla="*/ 0 h 37"/>
                  <a:gd name="T4" fmla="*/ 37 w 49"/>
                  <a:gd name="T5" fmla="*/ 9 h 37"/>
                  <a:gd name="T6" fmla="*/ 49 w 49"/>
                  <a:gd name="T7" fmla="*/ 30 h 37"/>
                  <a:gd name="T8" fmla="*/ 49 w 49"/>
                  <a:gd name="T9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" h="37">
                    <a:moveTo>
                      <a:pt x="0" y="3"/>
                    </a:moveTo>
                    <a:cubicBezTo>
                      <a:pt x="9" y="3"/>
                      <a:pt x="16" y="0"/>
                      <a:pt x="16" y="0"/>
                    </a:cubicBezTo>
                    <a:cubicBezTo>
                      <a:pt x="37" y="9"/>
                      <a:pt x="37" y="9"/>
                      <a:pt x="37" y="9"/>
                    </a:cubicBezTo>
                    <a:cubicBezTo>
                      <a:pt x="49" y="15"/>
                      <a:pt x="49" y="30"/>
                      <a:pt x="49" y="30"/>
                    </a:cubicBezTo>
                    <a:cubicBezTo>
                      <a:pt x="49" y="37"/>
                      <a:pt x="49" y="37"/>
                      <a:pt x="49" y="37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523" name="Freeform 86">
                <a:extLst>
                  <a:ext uri="{FF2B5EF4-FFF2-40B4-BE49-F238E27FC236}">
                    <a16:creationId xmlns:a16="http://schemas.microsoft.com/office/drawing/2014/main" id="{E2F5F709-DCE2-4F36-AAE9-BD9C834D82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7960" y="4126467"/>
                <a:ext cx="65322" cy="139354"/>
              </a:xfrm>
              <a:custGeom>
                <a:avLst/>
                <a:gdLst>
                  <a:gd name="T0" fmla="*/ 9 w 20"/>
                  <a:gd name="T1" fmla="*/ 43 h 43"/>
                  <a:gd name="T2" fmla="*/ 20 w 20"/>
                  <a:gd name="T3" fmla="*/ 24 h 43"/>
                  <a:gd name="T4" fmla="*/ 18 w 20"/>
                  <a:gd name="T5" fmla="*/ 10 h 43"/>
                  <a:gd name="T6" fmla="*/ 8 w 20"/>
                  <a:gd name="T7" fmla="*/ 2 h 43"/>
                  <a:gd name="T8" fmla="*/ 0 w 20"/>
                  <a:gd name="T9" fmla="*/ 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43">
                    <a:moveTo>
                      <a:pt x="9" y="43"/>
                    </a:moveTo>
                    <a:cubicBezTo>
                      <a:pt x="19" y="37"/>
                      <a:pt x="18" y="33"/>
                      <a:pt x="20" y="24"/>
                    </a:cubicBezTo>
                    <a:cubicBezTo>
                      <a:pt x="20" y="19"/>
                      <a:pt x="20" y="14"/>
                      <a:pt x="18" y="10"/>
                    </a:cubicBezTo>
                    <a:cubicBezTo>
                      <a:pt x="16" y="6"/>
                      <a:pt x="12" y="3"/>
                      <a:pt x="8" y="2"/>
                    </a:cubicBezTo>
                    <a:cubicBezTo>
                      <a:pt x="5" y="1"/>
                      <a:pt x="3" y="0"/>
                      <a:pt x="0" y="0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sp>
        <p:nvSpPr>
          <p:cNvPr id="2116954805" name="TextBox 2116954804"/>
          <p:cNvSpPr txBox="1"/>
          <p:nvPr/>
        </p:nvSpPr>
        <p:spPr>
          <a:xfrm>
            <a:off x="7260336" y="4965192"/>
            <a:ext cx="832104" cy="96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700" b="1" dirty="0" err="1">
                <a:solidFill>
                  <a:srgbClr val="000000"/>
                </a:solidFill>
              </a:rPr>
              <a:t>Риски</a:t>
            </a:r>
            <a:r>
              <a:rPr sz="700" b="0" dirty="0">
                <a:solidFill>
                  <a:srgbClr val="000000"/>
                </a:solidFill>
              </a:rPr>
              <a:t> оценивают пользу данных для решений. По их заключению бизнес выделяет бюджет на источник</a:t>
            </a:r>
            <a:endParaRPr sz="700" b="0" dirty="0">
              <a:solidFill>
                <a:srgbClr val="000000"/>
              </a:solidFill>
            </a:endParaRPr>
          </a:p>
        </p:txBody>
      </p:sp>
      <p:sp>
        <p:nvSpPr>
          <p:cNvPr id="2116954806" name="TextBox 2116954805"/>
          <p:cNvSpPr txBox="1"/>
          <p:nvPr/>
        </p:nvSpPr>
        <p:spPr>
          <a:xfrm>
            <a:off x="5532120" y="2532888"/>
            <a:ext cx="2532888" cy="1371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900" b="1">
                <a:solidFill>
                  <a:srgbClr val="000000"/>
                </a:solidFill>
              </a:rPr>
              <a:t>Договор и единый каталог</a:t>
            </a:r>
          </a:p>
        </p:txBody>
      </p:sp>
      <p:grpSp>
        <p:nvGrpSpPr>
          <p:cNvPr id="301524" name="Группа 56">
            <a:extLst>
              <a:ext uri="{FF2B5EF4-FFF2-40B4-BE49-F238E27FC236}">
                <a16:creationId xmlns:a16="http://schemas.microsoft.com/office/drawing/2014/main" id="{9C571B3F-041A-4263-85F9-4C0DD0A441AA}"/>
              </a:ext>
            </a:extLst>
          </p:cNvPr>
          <p:cNvGrpSpPr/>
          <p:nvPr/>
        </p:nvGrpSpPr>
        <p:grpSpPr>
          <a:xfrm>
            <a:off x="5532120" y="2743200"/>
            <a:ext cx="338328" cy="338328"/>
            <a:chOff x="1290654" y="2031534"/>
            <a:chExt cx="342067" cy="342067"/>
          </a:xfrm>
        </p:grpSpPr>
        <p:sp>
          <p:nvSpPr>
            <p:cNvPr id="301525" name="Oval 3013"/>
            <p:cNvSpPr>
              <a:spLocks noChangeAspect="1"/>
            </p:cNvSpPr>
            <p:nvPr/>
          </p:nvSpPr>
          <p:spPr bwMode="auto">
            <a:xfrm>
              <a:off x="1290654" y="2031534"/>
              <a:ext cx="342067" cy="342067"/>
            </a:xfrm>
            <a:prstGeom prst="ellipse">
              <a:avLst/>
            </a:prstGeom>
            <a:solidFill>
              <a:schemeClr val="tx2"/>
            </a:solidFill>
            <a:ln w="6350" cap="sq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defRPr/>
              </a:pPr>
              <a:endParaRPr lang="en-NZ" sz="1600" b="0" i="0" u="none" strike="noStrike" cap="none" spc="0">
                <a:ln>
                  <a:noFill/>
                </a:ln>
                <a:solidFill>
                  <a:srgbClr val="051C2C"/>
                </a:solidFill>
                <a:ea typeface="Arial"/>
                <a:cs typeface="Arial"/>
              </a:endParaRPr>
            </a:p>
          </p:txBody>
        </p:sp>
        <p:grpSp>
          <p:nvGrpSpPr>
            <p:cNvPr id="301526" name="Group 4119">
              <a:extLst>
                <a:ext uri="{FF2B5EF4-FFF2-40B4-BE49-F238E27FC236}">
                  <a16:creationId xmlns:a16="http://schemas.microsoft.com/office/drawing/2014/main" id="{DA332F9F-1969-4964-9D2C-B36AC8B1F239}"/>
                </a:ext>
              </a:extLst>
            </p:cNvPr>
            <p:cNvGrpSpPr/>
            <p:nvPr/>
          </p:nvGrpSpPr>
          <p:grpSpPr>
            <a:xfrm>
              <a:off x="1351080" y="2106488"/>
              <a:ext cx="221215" cy="192158"/>
              <a:chOff x="506347" y="4038281"/>
              <a:chExt cx="621654" cy="540000"/>
            </a:xfrm>
          </p:grpSpPr>
          <p:sp>
            <p:nvSpPr>
              <p:cNvPr id="301527" name="Freeform 75">
                <a:extLst>
                  <a:ext uri="{FF2B5EF4-FFF2-40B4-BE49-F238E27FC236}">
                    <a16:creationId xmlns:a16="http://schemas.microsoft.com/office/drawing/2014/main" id="{81A2D3FD-0282-433E-B6D8-E99F315A46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6509" y="4327878"/>
                <a:ext cx="212299" cy="250403"/>
              </a:xfrm>
              <a:custGeom>
                <a:avLst/>
                <a:gdLst>
                  <a:gd name="T0" fmla="*/ 65 w 65"/>
                  <a:gd name="T1" fmla="*/ 77 h 77"/>
                  <a:gd name="T2" fmla="*/ 40 w 65"/>
                  <a:gd name="T3" fmla="*/ 18 h 77"/>
                  <a:gd name="T4" fmla="*/ 0 w 65"/>
                  <a:gd name="T5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5" h="77">
                    <a:moveTo>
                      <a:pt x="65" y="77"/>
                    </a:moveTo>
                    <a:cubicBezTo>
                      <a:pt x="65" y="77"/>
                      <a:pt x="65" y="31"/>
                      <a:pt x="40" y="18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528" name="Freeform 76">
                <a:extLst>
                  <a:ext uri="{FF2B5EF4-FFF2-40B4-BE49-F238E27FC236}">
                    <a16:creationId xmlns:a16="http://schemas.microsoft.com/office/drawing/2014/main" id="{595BA40D-39B3-43E8-A56C-CDA1FAA6CD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5541" y="4327878"/>
                <a:ext cx="213387" cy="250403"/>
              </a:xfrm>
              <a:custGeom>
                <a:avLst/>
                <a:gdLst>
                  <a:gd name="T0" fmla="*/ 0 w 65"/>
                  <a:gd name="T1" fmla="*/ 77 h 77"/>
                  <a:gd name="T2" fmla="*/ 25 w 65"/>
                  <a:gd name="T3" fmla="*/ 18 h 77"/>
                  <a:gd name="T4" fmla="*/ 65 w 65"/>
                  <a:gd name="T5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5" h="77">
                    <a:moveTo>
                      <a:pt x="0" y="77"/>
                    </a:moveTo>
                    <a:cubicBezTo>
                      <a:pt x="0" y="77"/>
                      <a:pt x="0" y="31"/>
                      <a:pt x="25" y="18"/>
                    </a:cubicBezTo>
                    <a:cubicBezTo>
                      <a:pt x="65" y="0"/>
                      <a:pt x="65" y="0"/>
                      <a:pt x="65" y="0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529" name="Freeform 77">
                <a:extLst>
                  <a:ext uri="{FF2B5EF4-FFF2-40B4-BE49-F238E27FC236}">
                    <a16:creationId xmlns:a16="http://schemas.microsoft.com/office/drawing/2014/main" id="{EFA28CB1-22E2-48FC-AAA1-4D8F9873C1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315" y="4347474"/>
                <a:ext cx="91451" cy="81654"/>
              </a:xfrm>
              <a:custGeom>
                <a:avLst/>
                <a:gdLst>
                  <a:gd name="T0" fmla="*/ 25 w 28"/>
                  <a:gd name="T1" fmla="*/ 0 h 25"/>
                  <a:gd name="T2" fmla="*/ 28 w 28"/>
                  <a:gd name="T3" fmla="*/ 25 h 25"/>
                  <a:gd name="T4" fmla="*/ 0 w 28"/>
                  <a:gd name="T5" fmla="*/ 6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8" h="25">
                    <a:moveTo>
                      <a:pt x="25" y="0"/>
                    </a:moveTo>
                    <a:cubicBezTo>
                      <a:pt x="28" y="25"/>
                      <a:pt x="28" y="25"/>
                      <a:pt x="28" y="25"/>
                    </a:cubicBezTo>
                    <a:cubicBezTo>
                      <a:pt x="8" y="20"/>
                      <a:pt x="0" y="6"/>
                      <a:pt x="0" y="6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530" name="Freeform 78">
                <a:extLst>
                  <a:ext uri="{FF2B5EF4-FFF2-40B4-BE49-F238E27FC236}">
                    <a16:creationId xmlns:a16="http://schemas.microsoft.com/office/drawing/2014/main" id="{1971F839-F0D6-40A7-B99B-58E604867C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6670" y="4347474"/>
                <a:ext cx="91451" cy="81654"/>
              </a:xfrm>
              <a:custGeom>
                <a:avLst/>
                <a:gdLst>
                  <a:gd name="T0" fmla="*/ 3 w 28"/>
                  <a:gd name="T1" fmla="*/ 0 h 25"/>
                  <a:gd name="T2" fmla="*/ 0 w 28"/>
                  <a:gd name="T3" fmla="*/ 25 h 25"/>
                  <a:gd name="T4" fmla="*/ 28 w 28"/>
                  <a:gd name="T5" fmla="*/ 6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8" h="25">
                    <a:moveTo>
                      <a:pt x="3" y="0"/>
                    </a:moveTo>
                    <a:cubicBezTo>
                      <a:pt x="0" y="25"/>
                      <a:pt x="0" y="25"/>
                      <a:pt x="0" y="25"/>
                    </a:cubicBezTo>
                    <a:cubicBezTo>
                      <a:pt x="20" y="20"/>
                      <a:pt x="28" y="6"/>
                      <a:pt x="28" y="6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531" name="Freeform 79">
                <a:extLst>
                  <a:ext uri="{FF2B5EF4-FFF2-40B4-BE49-F238E27FC236}">
                    <a16:creationId xmlns:a16="http://schemas.microsoft.com/office/drawing/2014/main" id="{61DE40DC-22A4-462C-9FA8-8465EC110D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315" y="4367071"/>
                <a:ext cx="26129" cy="211210"/>
              </a:xfrm>
              <a:custGeom>
                <a:avLst/>
                <a:gdLst>
                  <a:gd name="T0" fmla="*/ 0 w 8"/>
                  <a:gd name="T1" fmla="*/ 0 h 65"/>
                  <a:gd name="T2" fmla="*/ 0 w 8"/>
                  <a:gd name="T3" fmla="*/ 19 h 65"/>
                  <a:gd name="T4" fmla="*/ 6 w 8"/>
                  <a:gd name="T5" fmla="*/ 65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" h="65">
                    <a:moveTo>
                      <a:pt x="0" y="0"/>
                    </a:moveTo>
                    <a:cubicBezTo>
                      <a:pt x="0" y="0"/>
                      <a:pt x="8" y="11"/>
                      <a:pt x="0" y="19"/>
                    </a:cubicBezTo>
                    <a:cubicBezTo>
                      <a:pt x="0" y="19"/>
                      <a:pt x="6" y="55"/>
                      <a:pt x="6" y="65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532" name="Freeform 80">
                <a:extLst>
                  <a:ext uri="{FF2B5EF4-FFF2-40B4-BE49-F238E27FC236}">
                    <a16:creationId xmlns:a16="http://schemas.microsoft.com/office/drawing/2014/main" id="{E21483C4-4675-4474-A4E7-DDBEB12674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1993" y="4367071"/>
                <a:ext cx="26129" cy="211210"/>
              </a:xfrm>
              <a:custGeom>
                <a:avLst/>
                <a:gdLst>
                  <a:gd name="T0" fmla="*/ 2 w 8"/>
                  <a:gd name="T1" fmla="*/ 65 h 65"/>
                  <a:gd name="T2" fmla="*/ 8 w 8"/>
                  <a:gd name="T3" fmla="*/ 19 h 65"/>
                  <a:gd name="T4" fmla="*/ 8 w 8"/>
                  <a:gd name="T5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" h="65">
                    <a:moveTo>
                      <a:pt x="2" y="65"/>
                    </a:moveTo>
                    <a:cubicBezTo>
                      <a:pt x="2" y="55"/>
                      <a:pt x="8" y="19"/>
                      <a:pt x="8" y="19"/>
                    </a:cubicBezTo>
                    <a:cubicBezTo>
                      <a:pt x="0" y="11"/>
                      <a:pt x="8" y="0"/>
                      <a:pt x="8" y="0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533" name="Freeform 81">
                <a:extLst>
                  <a:ext uri="{FF2B5EF4-FFF2-40B4-BE49-F238E27FC236}">
                    <a16:creationId xmlns:a16="http://schemas.microsoft.com/office/drawing/2014/main" id="{13C61A58-A9FB-4EC0-A94B-A0CE74C3A0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3404" y="4038281"/>
                <a:ext cx="228629" cy="260201"/>
              </a:xfrm>
              <a:custGeom>
                <a:avLst/>
                <a:gdLst>
                  <a:gd name="T0" fmla="*/ 47 w 70"/>
                  <a:gd name="T1" fmla="*/ 80 h 80"/>
                  <a:gd name="T2" fmla="*/ 68 w 70"/>
                  <a:gd name="T3" fmla="*/ 41 h 80"/>
                  <a:gd name="T4" fmla="*/ 66 w 70"/>
                  <a:gd name="T5" fmla="*/ 16 h 80"/>
                  <a:gd name="T6" fmla="*/ 48 w 70"/>
                  <a:gd name="T7" fmla="*/ 2 h 80"/>
                  <a:gd name="T8" fmla="*/ 35 w 70"/>
                  <a:gd name="T9" fmla="*/ 0 h 80"/>
                  <a:gd name="T10" fmla="*/ 22 w 70"/>
                  <a:gd name="T11" fmla="*/ 2 h 80"/>
                  <a:gd name="T12" fmla="*/ 4 w 70"/>
                  <a:gd name="T13" fmla="*/ 16 h 80"/>
                  <a:gd name="T14" fmla="*/ 2 w 70"/>
                  <a:gd name="T15" fmla="*/ 41 h 80"/>
                  <a:gd name="T16" fmla="*/ 23 w 70"/>
                  <a:gd name="T17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0" h="80">
                    <a:moveTo>
                      <a:pt x="47" y="80"/>
                    </a:moveTo>
                    <a:cubicBezTo>
                      <a:pt x="65" y="72"/>
                      <a:pt x="67" y="56"/>
                      <a:pt x="68" y="41"/>
                    </a:cubicBezTo>
                    <a:cubicBezTo>
                      <a:pt x="69" y="33"/>
                      <a:pt x="70" y="24"/>
                      <a:pt x="66" y="16"/>
                    </a:cubicBezTo>
                    <a:cubicBezTo>
                      <a:pt x="62" y="9"/>
                      <a:pt x="55" y="4"/>
                      <a:pt x="48" y="2"/>
                    </a:cubicBezTo>
                    <a:cubicBezTo>
                      <a:pt x="44" y="0"/>
                      <a:pt x="39" y="0"/>
                      <a:pt x="35" y="0"/>
                    </a:cubicBezTo>
                    <a:cubicBezTo>
                      <a:pt x="31" y="0"/>
                      <a:pt x="26" y="0"/>
                      <a:pt x="22" y="2"/>
                    </a:cubicBezTo>
                    <a:cubicBezTo>
                      <a:pt x="15" y="4"/>
                      <a:pt x="8" y="9"/>
                      <a:pt x="4" y="16"/>
                    </a:cubicBezTo>
                    <a:cubicBezTo>
                      <a:pt x="0" y="24"/>
                      <a:pt x="1" y="33"/>
                      <a:pt x="2" y="41"/>
                    </a:cubicBezTo>
                    <a:cubicBezTo>
                      <a:pt x="3" y="56"/>
                      <a:pt x="5" y="72"/>
                      <a:pt x="23" y="80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534" name="Freeform 82">
                <a:extLst>
                  <a:ext uri="{FF2B5EF4-FFF2-40B4-BE49-F238E27FC236}">
                    <a16:creationId xmlns:a16="http://schemas.microsoft.com/office/drawing/2014/main" id="{6B513F64-85B8-4C44-B79C-35906A2A0B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8928" y="4288684"/>
                <a:ext cx="117580" cy="78387"/>
              </a:xfrm>
              <a:custGeom>
                <a:avLst/>
                <a:gdLst>
                  <a:gd name="T0" fmla="*/ 36 w 36"/>
                  <a:gd name="T1" fmla="*/ 0 h 24"/>
                  <a:gd name="T2" fmla="*/ 36 w 36"/>
                  <a:gd name="T3" fmla="*/ 6 h 24"/>
                  <a:gd name="T4" fmla="*/ 18 w 36"/>
                  <a:gd name="T5" fmla="*/ 24 h 24"/>
                  <a:gd name="T6" fmla="*/ 18 w 36"/>
                  <a:gd name="T7" fmla="*/ 24 h 24"/>
                  <a:gd name="T8" fmla="*/ 0 w 36"/>
                  <a:gd name="T9" fmla="*/ 6 h 24"/>
                  <a:gd name="T10" fmla="*/ 0 w 36"/>
                  <a:gd name="T11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" h="24">
                    <a:moveTo>
                      <a:pt x="36" y="0"/>
                    </a:moveTo>
                    <a:cubicBezTo>
                      <a:pt x="36" y="6"/>
                      <a:pt x="36" y="6"/>
                      <a:pt x="36" y="6"/>
                    </a:cubicBezTo>
                    <a:cubicBezTo>
                      <a:pt x="36" y="16"/>
                      <a:pt x="2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8" y="24"/>
                      <a:pt x="0" y="16"/>
                      <a:pt x="0" y="6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535" name="Freeform 83">
                <a:extLst>
                  <a:ext uri="{FF2B5EF4-FFF2-40B4-BE49-F238E27FC236}">
                    <a16:creationId xmlns:a16="http://schemas.microsoft.com/office/drawing/2014/main" id="{C339E02F-1E14-434D-A832-1A179C190D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6347" y="4308281"/>
                <a:ext cx="161129" cy="120847"/>
              </a:xfrm>
              <a:custGeom>
                <a:avLst/>
                <a:gdLst>
                  <a:gd name="T0" fmla="*/ 49 w 49"/>
                  <a:gd name="T1" fmla="*/ 3 h 37"/>
                  <a:gd name="T2" fmla="*/ 33 w 49"/>
                  <a:gd name="T3" fmla="*/ 0 h 37"/>
                  <a:gd name="T4" fmla="*/ 12 w 49"/>
                  <a:gd name="T5" fmla="*/ 9 h 37"/>
                  <a:gd name="T6" fmla="*/ 0 w 49"/>
                  <a:gd name="T7" fmla="*/ 30 h 37"/>
                  <a:gd name="T8" fmla="*/ 0 w 49"/>
                  <a:gd name="T9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" h="37">
                    <a:moveTo>
                      <a:pt x="49" y="3"/>
                    </a:moveTo>
                    <a:cubicBezTo>
                      <a:pt x="40" y="3"/>
                      <a:pt x="33" y="0"/>
                      <a:pt x="33" y="0"/>
                    </a:cubicBezTo>
                    <a:cubicBezTo>
                      <a:pt x="12" y="9"/>
                      <a:pt x="12" y="9"/>
                      <a:pt x="12" y="9"/>
                    </a:cubicBezTo>
                    <a:cubicBezTo>
                      <a:pt x="0" y="15"/>
                      <a:pt x="0" y="30"/>
                      <a:pt x="0" y="30"/>
                    </a:cubicBezTo>
                    <a:cubicBezTo>
                      <a:pt x="0" y="37"/>
                      <a:pt x="0" y="37"/>
                      <a:pt x="0" y="37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536" name="Freeform 84">
                <a:extLst>
                  <a:ext uri="{FF2B5EF4-FFF2-40B4-BE49-F238E27FC236}">
                    <a16:creationId xmlns:a16="http://schemas.microsoft.com/office/drawing/2014/main" id="{5CB58A45-97EF-4F03-8667-EE86EF7ECF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1065" y="4126467"/>
                <a:ext cx="66411" cy="139354"/>
              </a:xfrm>
              <a:custGeom>
                <a:avLst/>
                <a:gdLst>
                  <a:gd name="T0" fmla="*/ 20 w 20"/>
                  <a:gd name="T1" fmla="*/ 0 h 43"/>
                  <a:gd name="T2" fmla="*/ 12 w 20"/>
                  <a:gd name="T3" fmla="*/ 2 h 43"/>
                  <a:gd name="T4" fmla="*/ 2 w 20"/>
                  <a:gd name="T5" fmla="*/ 10 h 43"/>
                  <a:gd name="T6" fmla="*/ 0 w 20"/>
                  <a:gd name="T7" fmla="*/ 24 h 43"/>
                  <a:gd name="T8" fmla="*/ 11 w 20"/>
                  <a:gd name="T9" fmla="*/ 4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43">
                    <a:moveTo>
                      <a:pt x="20" y="0"/>
                    </a:moveTo>
                    <a:cubicBezTo>
                      <a:pt x="17" y="0"/>
                      <a:pt x="15" y="1"/>
                      <a:pt x="12" y="2"/>
                    </a:cubicBezTo>
                    <a:cubicBezTo>
                      <a:pt x="8" y="3"/>
                      <a:pt x="4" y="6"/>
                      <a:pt x="2" y="10"/>
                    </a:cubicBezTo>
                    <a:cubicBezTo>
                      <a:pt x="0" y="14"/>
                      <a:pt x="0" y="19"/>
                      <a:pt x="0" y="24"/>
                    </a:cubicBezTo>
                    <a:cubicBezTo>
                      <a:pt x="2" y="33"/>
                      <a:pt x="1" y="37"/>
                      <a:pt x="11" y="43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537" name="Freeform 85">
                <a:extLst>
                  <a:ext uri="{FF2B5EF4-FFF2-40B4-BE49-F238E27FC236}">
                    <a16:creationId xmlns:a16="http://schemas.microsoft.com/office/drawing/2014/main" id="{404C149B-9CB5-4D82-A6AD-E09556A65C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7960" y="4308281"/>
                <a:ext cx="160041" cy="120847"/>
              </a:xfrm>
              <a:custGeom>
                <a:avLst/>
                <a:gdLst>
                  <a:gd name="T0" fmla="*/ 0 w 49"/>
                  <a:gd name="T1" fmla="*/ 3 h 37"/>
                  <a:gd name="T2" fmla="*/ 16 w 49"/>
                  <a:gd name="T3" fmla="*/ 0 h 37"/>
                  <a:gd name="T4" fmla="*/ 37 w 49"/>
                  <a:gd name="T5" fmla="*/ 9 h 37"/>
                  <a:gd name="T6" fmla="*/ 49 w 49"/>
                  <a:gd name="T7" fmla="*/ 30 h 37"/>
                  <a:gd name="T8" fmla="*/ 49 w 49"/>
                  <a:gd name="T9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" h="37">
                    <a:moveTo>
                      <a:pt x="0" y="3"/>
                    </a:moveTo>
                    <a:cubicBezTo>
                      <a:pt x="9" y="3"/>
                      <a:pt x="16" y="0"/>
                      <a:pt x="16" y="0"/>
                    </a:cubicBezTo>
                    <a:cubicBezTo>
                      <a:pt x="37" y="9"/>
                      <a:pt x="37" y="9"/>
                      <a:pt x="37" y="9"/>
                    </a:cubicBezTo>
                    <a:cubicBezTo>
                      <a:pt x="49" y="15"/>
                      <a:pt x="49" y="30"/>
                      <a:pt x="49" y="30"/>
                    </a:cubicBezTo>
                    <a:cubicBezTo>
                      <a:pt x="49" y="37"/>
                      <a:pt x="49" y="37"/>
                      <a:pt x="49" y="37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538" name="Freeform 86">
                <a:extLst>
                  <a:ext uri="{FF2B5EF4-FFF2-40B4-BE49-F238E27FC236}">
                    <a16:creationId xmlns:a16="http://schemas.microsoft.com/office/drawing/2014/main" id="{E2F5F709-DCE2-4F36-AAE9-BD9C834D82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7960" y="4126467"/>
                <a:ext cx="65322" cy="139354"/>
              </a:xfrm>
              <a:custGeom>
                <a:avLst/>
                <a:gdLst>
                  <a:gd name="T0" fmla="*/ 9 w 20"/>
                  <a:gd name="T1" fmla="*/ 43 h 43"/>
                  <a:gd name="T2" fmla="*/ 20 w 20"/>
                  <a:gd name="T3" fmla="*/ 24 h 43"/>
                  <a:gd name="T4" fmla="*/ 18 w 20"/>
                  <a:gd name="T5" fmla="*/ 10 h 43"/>
                  <a:gd name="T6" fmla="*/ 8 w 20"/>
                  <a:gd name="T7" fmla="*/ 2 h 43"/>
                  <a:gd name="T8" fmla="*/ 0 w 20"/>
                  <a:gd name="T9" fmla="*/ 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43">
                    <a:moveTo>
                      <a:pt x="9" y="43"/>
                    </a:moveTo>
                    <a:cubicBezTo>
                      <a:pt x="19" y="37"/>
                      <a:pt x="18" y="33"/>
                      <a:pt x="20" y="24"/>
                    </a:cubicBezTo>
                    <a:cubicBezTo>
                      <a:pt x="20" y="19"/>
                      <a:pt x="20" y="14"/>
                      <a:pt x="18" y="10"/>
                    </a:cubicBezTo>
                    <a:cubicBezTo>
                      <a:pt x="16" y="6"/>
                      <a:pt x="12" y="3"/>
                      <a:pt x="8" y="2"/>
                    </a:cubicBezTo>
                    <a:cubicBezTo>
                      <a:pt x="5" y="1"/>
                      <a:pt x="3" y="0"/>
                      <a:pt x="0" y="0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sp>
        <p:nvSpPr>
          <p:cNvPr id="2116954807" name="TextBox 2116954806"/>
          <p:cNvSpPr txBox="1"/>
          <p:nvPr/>
        </p:nvSpPr>
        <p:spPr>
          <a:xfrm>
            <a:off x="5934456" y="2743200"/>
            <a:ext cx="850392" cy="646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700" b="1" dirty="0">
                <a:solidFill>
                  <a:srgbClr val="000000"/>
                </a:solidFill>
              </a:rPr>
              <a:t>Ответственный за данные</a:t>
            </a:r>
            <a:r>
              <a:rPr sz="700" b="0" dirty="0" err="1">
                <a:solidFill>
                  <a:srgbClr val="000000"/>
                </a:solidFill>
              </a:rPr>
              <a:t> заключает договор и вносит источник в каталог</a:t>
            </a:r>
            <a:endParaRPr sz="700" b="0" dirty="0">
              <a:solidFill>
                <a:srgbClr val="000000"/>
              </a:solidFill>
            </a:endParaRPr>
          </a:p>
        </p:txBody>
      </p:sp>
      <p:grpSp>
        <p:nvGrpSpPr>
          <p:cNvPr id="301539" name="Группа 56">
            <a:extLst>
              <a:ext uri="{FF2B5EF4-FFF2-40B4-BE49-F238E27FC236}">
                <a16:creationId xmlns:a16="http://schemas.microsoft.com/office/drawing/2014/main" id="{9C571B3F-041A-4263-85F9-4C0DD0A441AA}"/>
              </a:ext>
            </a:extLst>
          </p:cNvPr>
          <p:cNvGrpSpPr/>
          <p:nvPr/>
        </p:nvGrpSpPr>
        <p:grpSpPr>
          <a:xfrm>
            <a:off x="6858000" y="2743200"/>
            <a:ext cx="338328" cy="338328"/>
            <a:chOff x="1290654" y="2031534"/>
            <a:chExt cx="342067" cy="342067"/>
          </a:xfrm>
        </p:grpSpPr>
        <p:sp>
          <p:nvSpPr>
            <p:cNvPr id="301540" name="Oval 3013"/>
            <p:cNvSpPr>
              <a:spLocks noChangeAspect="1"/>
            </p:cNvSpPr>
            <p:nvPr/>
          </p:nvSpPr>
          <p:spPr bwMode="auto">
            <a:xfrm>
              <a:off x="1290654" y="2031534"/>
              <a:ext cx="342067" cy="342067"/>
            </a:xfrm>
            <a:prstGeom prst="ellipse">
              <a:avLst/>
            </a:prstGeom>
            <a:solidFill>
              <a:schemeClr val="tx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defRPr/>
              </a:pPr>
              <a:endParaRPr lang="en-NZ" sz="1600" b="0" i="0" u="none" strike="noStrike" cap="none" spc="0">
                <a:ln>
                  <a:noFill/>
                </a:ln>
                <a:solidFill>
                  <a:srgbClr val="051C2C"/>
                </a:solidFill>
                <a:ea typeface="Arial"/>
                <a:cs typeface="Arial"/>
              </a:endParaRPr>
            </a:p>
          </p:txBody>
        </p:sp>
        <p:grpSp>
          <p:nvGrpSpPr>
            <p:cNvPr id="301541" name="Group 4119">
              <a:extLst>
                <a:ext uri="{FF2B5EF4-FFF2-40B4-BE49-F238E27FC236}">
                  <a16:creationId xmlns:a16="http://schemas.microsoft.com/office/drawing/2014/main" id="{DA332F9F-1969-4964-9D2C-B36AC8B1F239}"/>
                </a:ext>
              </a:extLst>
            </p:cNvPr>
            <p:cNvGrpSpPr/>
            <p:nvPr/>
          </p:nvGrpSpPr>
          <p:grpSpPr>
            <a:xfrm>
              <a:off x="1351080" y="2106488"/>
              <a:ext cx="221215" cy="192158"/>
              <a:chOff x="506347" y="4038281"/>
              <a:chExt cx="621654" cy="540000"/>
            </a:xfrm>
          </p:grpSpPr>
          <p:sp>
            <p:nvSpPr>
              <p:cNvPr id="301542" name="Freeform 75">
                <a:extLst>
                  <a:ext uri="{FF2B5EF4-FFF2-40B4-BE49-F238E27FC236}">
                    <a16:creationId xmlns:a16="http://schemas.microsoft.com/office/drawing/2014/main" id="{81A2D3FD-0282-433E-B6D8-E99F315A46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6509" y="4327878"/>
                <a:ext cx="212299" cy="250403"/>
              </a:xfrm>
              <a:custGeom>
                <a:avLst/>
                <a:gdLst>
                  <a:gd name="T0" fmla="*/ 65 w 65"/>
                  <a:gd name="T1" fmla="*/ 77 h 77"/>
                  <a:gd name="T2" fmla="*/ 40 w 65"/>
                  <a:gd name="T3" fmla="*/ 18 h 77"/>
                  <a:gd name="T4" fmla="*/ 0 w 65"/>
                  <a:gd name="T5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5" h="77">
                    <a:moveTo>
                      <a:pt x="65" y="77"/>
                    </a:moveTo>
                    <a:cubicBezTo>
                      <a:pt x="65" y="77"/>
                      <a:pt x="65" y="31"/>
                      <a:pt x="40" y="18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543" name="Freeform 76">
                <a:extLst>
                  <a:ext uri="{FF2B5EF4-FFF2-40B4-BE49-F238E27FC236}">
                    <a16:creationId xmlns:a16="http://schemas.microsoft.com/office/drawing/2014/main" id="{595BA40D-39B3-43E8-A56C-CDA1FAA6CD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5541" y="4327878"/>
                <a:ext cx="213387" cy="250403"/>
              </a:xfrm>
              <a:custGeom>
                <a:avLst/>
                <a:gdLst>
                  <a:gd name="T0" fmla="*/ 0 w 65"/>
                  <a:gd name="T1" fmla="*/ 77 h 77"/>
                  <a:gd name="T2" fmla="*/ 25 w 65"/>
                  <a:gd name="T3" fmla="*/ 18 h 77"/>
                  <a:gd name="T4" fmla="*/ 65 w 65"/>
                  <a:gd name="T5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5" h="77">
                    <a:moveTo>
                      <a:pt x="0" y="77"/>
                    </a:moveTo>
                    <a:cubicBezTo>
                      <a:pt x="0" y="77"/>
                      <a:pt x="0" y="31"/>
                      <a:pt x="25" y="18"/>
                    </a:cubicBezTo>
                    <a:cubicBezTo>
                      <a:pt x="65" y="0"/>
                      <a:pt x="65" y="0"/>
                      <a:pt x="65" y="0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544" name="Freeform 77">
                <a:extLst>
                  <a:ext uri="{FF2B5EF4-FFF2-40B4-BE49-F238E27FC236}">
                    <a16:creationId xmlns:a16="http://schemas.microsoft.com/office/drawing/2014/main" id="{EFA28CB1-22E2-48FC-AAA1-4D8F9873C1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315" y="4347474"/>
                <a:ext cx="91451" cy="81654"/>
              </a:xfrm>
              <a:custGeom>
                <a:avLst/>
                <a:gdLst>
                  <a:gd name="T0" fmla="*/ 25 w 28"/>
                  <a:gd name="T1" fmla="*/ 0 h 25"/>
                  <a:gd name="T2" fmla="*/ 28 w 28"/>
                  <a:gd name="T3" fmla="*/ 25 h 25"/>
                  <a:gd name="T4" fmla="*/ 0 w 28"/>
                  <a:gd name="T5" fmla="*/ 6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8" h="25">
                    <a:moveTo>
                      <a:pt x="25" y="0"/>
                    </a:moveTo>
                    <a:cubicBezTo>
                      <a:pt x="28" y="25"/>
                      <a:pt x="28" y="25"/>
                      <a:pt x="28" y="25"/>
                    </a:cubicBezTo>
                    <a:cubicBezTo>
                      <a:pt x="8" y="20"/>
                      <a:pt x="0" y="6"/>
                      <a:pt x="0" y="6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545" name="Freeform 78">
                <a:extLst>
                  <a:ext uri="{FF2B5EF4-FFF2-40B4-BE49-F238E27FC236}">
                    <a16:creationId xmlns:a16="http://schemas.microsoft.com/office/drawing/2014/main" id="{1971F839-F0D6-40A7-B99B-58E604867C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6670" y="4347474"/>
                <a:ext cx="91451" cy="81654"/>
              </a:xfrm>
              <a:custGeom>
                <a:avLst/>
                <a:gdLst>
                  <a:gd name="T0" fmla="*/ 3 w 28"/>
                  <a:gd name="T1" fmla="*/ 0 h 25"/>
                  <a:gd name="T2" fmla="*/ 0 w 28"/>
                  <a:gd name="T3" fmla="*/ 25 h 25"/>
                  <a:gd name="T4" fmla="*/ 28 w 28"/>
                  <a:gd name="T5" fmla="*/ 6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8" h="25">
                    <a:moveTo>
                      <a:pt x="3" y="0"/>
                    </a:moveTo>
                    <a:cubicBezTo>
                      <a:pt x="0" y="25"/>
                      <a:pt x="0" y="25"/>
                      <a:pt x="0" y="25"/>
                    </a:cubicBezTo>
                    <a:cubicBezTo>
                      <a:pt x="20" y="20"/>
                      <a:pt x="28" y="6"/>
                      <a:pt x="28" y="6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546" name="Freeform 79">
                <a:extLst>
                  <a:ext uri="{FF2B5EF4-FFF2-40B4-BE49-F238E27FC236}">
                    <a16:creationId xmlns:a16="http://schemas.microsoft.com/office/drawing/2014/main" id="{61DE40DC-22A4-462C-9FA8-8465EC110D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315" y="4367071"/>
                <a:ext cx="26129" cy="211210"/>
              </a:xfrm>
              <a:custGeom>
                <a:avLst/>
                <a:gdLst>
                  <a:gd name="T0" fmla="*/ 0 w 8"/>
                  <a:gd name="T1" fmla="*/ 0 h 65"/>
                  <a:gd name="T2" fmla="*/ 0 w 8"/>
                  <a:gd name="T3" fmla="*/ 19 h 65"/>
                  <a:gd name="T4" fmla="*/ 6 w 8"/>
                  <a:gd name="T5" fmla="*/ 65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" h="65">
                    <a:moveTo>
                      <a:pt x="0" y="0"/>
                    </a:moveTo>
                    <a:cubicBezTo>
                      <a:pt x="0" y="0"/>
                      <a:pt x="8" y="11"/>
                      <a:pt x="0" y="19"/>
                    </a:cubicBezTo>
                    <a:cubicBezTo>
                      <a:pt x="0" y="19"/>
                      <a:pt x="6" y="55"/>
                      <a:pt x="6" y="65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547" name="Freeform 80">
                <a:extLst>
                  <a:ext uri="{FF2B5EF4-FFF2-40B4-BE49-F238E27FC236}">
                    <a16:creationId xmlns:a16="http://schemas.microsoft.com/office/drawing/2014/main" id="{E21483C4-4675-4474-A4E7-DDBEB12674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1993" y="4367071"/>
                <a:ext cx="26129" cy="211210"/>
              </a:xfrm>
              <a:custGeom>
                <a:avLst/>
                <a:gdLst>
                  <a:gd name="T0" fmla="*/ 2 w 8"/>
                  <a:gd name="T1" fmla="*/ 65 h 65"/>
                  <a:gd name="T2" fmla="*/ 8 w 8"/>
                  <a:gd name="T3" fmla="*/ 19 h 65"/>
                  <a:gd name="T4" fmla="*/ 8 w 8"/>
                  <a:gd name="T5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" h="65">
                    <a:moveTo>
                      <a:pt x="2" y="65"/>
                    </a:moveTo>
                    <a:cubicBezTo>
                      <a:pt x="2" y="55"/>
                      <a:pt x="8" y="19"/>
                      <a:pt x="8" y="19"/>
                    </a:cubicBezTo>
                    <a:cubicBezTo>
                      <a:pt x="0" y="11"/>
                      <a:pt x="8" y="0"/>
                      <a:pt x="8" y="0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548" name="Freeform 81">
                <a:extLst>
                  <a:ext uri="{FF2B5EF4-FFF2-40B4-BE49-F238E27FC236}">
                    <a16:creationId xmlns:a16="http://schemas.microsoft.com/office/drawing/2014/main" id="{13C61A58-A9FB-4EC0-A94B-A0CE74C3A0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3404" y="4038281"/>
                <a:ext cx="228629" cy="260201"/>
              </a:xfrm>
              <a:custGeom>
                <a:avLst/>
                <a:gdLst>
                  <a:gd name="T0" fmla="*/ 47 w 70"/>
                  <a:gd name="T1" fmla="*/ 80 h 80"/>
                  <a:gd name="T2" fmla="*/ 68 w 70"/>
                  <a:gd name="T3" fmla="*/ 41 h 80"/>
                  <a:gd name="T4" fmla="*/ 66 w 70"/>
                  <a:gd name="T5" fmla="*/ 16 h 80"/>
                  <a:gd name="T6" fmla="*/ 48 w 70"/>
                  <a:gd name="T7" fmla="*/ 2 h 80"/>
                  <a:gd name="T8" fmla="*/ 35 w 70"/>
                  <a:gd name="T9" fmla="*/ 0 h 80"/>
                  <a:gd name="T10" fmla="*/ 22 w 70"/>
                  <a:gd name="T11" fmla="*/ 2 h 80"/>
                  <a:gd name="T12" fmla="*/ 4 w 70"/>
                  <a:gd name="T13" fmla="*/ 16 h 80"/>
                  <a:gd name="T14" fmla="*/ 2 w 70"/>
                  <a:gd name="T15" fmla="*/ 41 h 80"/>
                  <a:gd name="T16" fmla="*/ 23 w 70"/>
                  <a:gd name="T17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0" h="80">
                    <a:moveTo>
                      <a:pt x="47" y="80"/>
                    </a:moveTo>
                    <a:cubicBezTo>
                      <a:pt x="65" y="72"/>
                      <a:pt x="67" y="56"/>
                      <a:pt x="68" y="41"/>
                    </a:cubicBezTo>
                    <a:cubicBezTo>
                      <a:pt x="69" y="33"/>
                      <a:pt x="70" y="24"/>
                      <a:pt x="66" y="16"/>
                    </a:cubicBezTo>
                    <a:cubicBezTo>
                      <a:pt x="62" y="9"/>
                      <a:pt x="55" y="4"/>
                      <a:pt x="48" y="2"/>
                    </a:cubicBezTo>
                    <a:cubicBezTo>
                      <a:pt x="44" y="0"/>
                      <a:pt x="39" y="0"/>
                      <a:pt x="35" y="0"/>
                    </a:cubicBezTo>
                    <a:cubicBezTo>
                      <a:pt x="31" y="0"/>
                      <a:pt x="26" y="0"/>
                      <a:pt x="22" y="2"/>
                    </a:cubicBezTo>
                    <a:cubicBezTo>
                      <a:pt x="15" y="4"/>
                      <a:pt x="8" y="9"/>
                      <a:pt x="4" y="16"/>
                    </a:cubicBezTo>
                    <a:cubicBezTo>
                      <a:pt x="0" y="24"/>
                      <a:pt x="1" y="33"/>
                      <a:pt x="2" y="41"/>
                    </a:cubicBezTo>
                    <a:cubicBezTo>
                      <a:pt x="3" y="56"/>
                      <a:pt x="5" y="72"/>
                      <a:pt x="23" y="80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549" name="Freeform 82">
                <a:extLst>
                  <a:ext uri="{FF2B5EF4-FFF2-40B4-BE49-F238E27FC236}">
                    <a16:creationId xmlns:a16="http://schemas.microsoft.com/office/drawing/2014/main" id="{6B513F64-85B8-4C44-B79C-35906A2A0B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8928" y="4288684"/>
                <a:ext cx="117580" cy="78387"/>
              </a:xfrm>
              <a:custGeom>
                <a:avLst/>
                <a:gdLst>
                  <a:gd name="T0" fmla="*/ 36 w 36"/>
                  <a:gd name="T1" fmla="*/ 0 h 24"/>
                  <a:gd name="T2" fmla="*/ 36 w 36"/>
                  <a:gd name="T3" fmla="*/ 6 h 24"/>
                  <a:gd name="T4" fmla="*/ 18 w 36"/>
                  <a:gd name="T5" fmla="*/ 24 h 24"/>
                  <a:gd name="T6" fmla="*/ 18 w 36"/>
                  <a:gd name="T7" fmla="*/ 24 h 24"/>
                  <a:gd name="T8" fmla="*/ 0 w 36"/>
                  <a:gd name="T9" fmla="*/ 6 h 24"/>
                  <a:gd name="T10" fmla="*/ 0 w 36"/>
                  <a:gd name="T11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" h="24">
                    <a:moveTo>
                      <a:pt x="36" y="0"/>
                    </a:moveTo>
                    <a:cubicBezTo>
                      <a:pt x="36" y="6"/>
                      <a:pt x="36" y="6"/>
                      <a:pt x="36" y="6"/>
                    </a:cubicBezTo>
                    <a:cubicBezTo>
                      <a:pt x="36" y="16"/>
                      <a:pt x="2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8" y="24"/>
                      <a:pt x="0" y="16"/>
                      <a:pt x="0" y="6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550" name="Freeform 83">
                <a:extLst>
                  <a:ext uri="{FF2B5EF4-FFF2-40B4-BE49-F238E27FC236}">
                    <a16:creationId xmlns:a16="http://schemas.microsoft.com/office/drawing/2014/main" id="{C339E02F-1E14-434D-A832-1A179C190D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6347" y="4308281"/>
                <a:ext cx="161129" cy="120847"/>
              </a:xfrm>
              <a:custGeom>
                <a:avLst/>
                <a:gdLst>
                  <a:gd name="T0" fmla="*/ 49 w 49"/>
                  <a:gd name="T1" fmla="*/ 3 h 37"/>
                  <a:gd name="T2" fmla="*/ 33 w 49"/>
                  <a:gd name="T3" fmla="*/ 0 h 37"/>
                  <a:gd name="T4" fmla="*/ 12 w 49"/>
                  <a:gd name="T5" fmla="*/ 9 h 37"/>
                  <a:gd name="T6" fmla="*/ 0 w 49"/>
                  <a:gd name="T7" fmla="*/ 30 h 37"/>
                  <a:gd name="T8" fmla="*/ 0 w 49"/>
                  <a:gd name="T9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" h="37">
                    <a:moveTo>
                      <a:pt x="49" y="3"/>
                    </a:moveTo>
                    <a:cubicBezTo>
                      <a:pt x="40" y="3"/>
                      <a:pt x="33" y="0"/>
                      <a:pt x="33" y="0"/>
                    </a:cubicBezTo>
                    <a:cubicBezTo>
                      <a:pt x="12" y="9"/>
                      <a:pt x="12" y="9"/>
                      <a:pt x="12" y="9"/>
                    </a:cubicBezTo>
                    <a:cubicBezTo>
                      <a:pt x="0" y="15"/>
                      <a:pt x="0" y="30"/>
                      <a:pt x="0" y="30"/>
                    </a:cubicBezTo>
                    <a:cubicBezTo>
                      <a:pt x="0" y="37"/>
                      <a:pt x="0" y="37"/>
                      <a:pt x="0" y="37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551" name="Freeform 84">
                <a:extLst>
                  <a:ext uri="{FF2B5EF4-FFF2-40B4-BE49-F238E27FC236}">
                    <a16:creationId xmlns:a16="http://schemas.microsoft.com/office/drawing/2014/main" id="{5CB58A45-97EF-4F03-8667-EE86EF7ECF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1065" y="4126467"/>
                <a:ext cx="66411" cy="139354"/>
              </a:xfrm>
              <a:custGeom>
                <a:avLst/>
                <a:gdLst>
                  <a:gd name="T0" fmla="*/ 20 w 20"/>
                  <a:gd name="T1" fmla="*/ 0 h 43"/>
                  <a:gd name="T2" fmla="*/ 12 w 20"/>
                  <a:gd name="T3" fmla="*/ 2 h 43"/>
                  <a:gd name="T4" fmla="*/ 2 w 20"/>
                  <a:gd name="T5" fmla="*/ 10 h 43"/>
                  <a:gd name="T6" fmla="*/ 0 w 20"/>
                  <a:gd name="T7" fmla="*/ 24 h 43"/>
                  <a:gd name="T8" fmla="*/ 11 w 20"/>
                  <a:gd name="T9" fmla="*/ 4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43">
                    <a:moveTo>
                      <a:pt x="20" y="0"/>
                    </a:moveTo>
                    <a:cubicBezTo>
                      <a:pt x="17" y="0"/>
                      <a:pt x="15" y="1"/>
                      <a:pt x="12" y="2"/>
                    </a:cubicBezTo>
                    <a:cubicBezTo>
                      <a:pt x="8" y="3"/>
                      <a:pt x="4" y="6"/>
                      <a:pt x="2" y="10"/>
                    </a:cubicBezTo>
                    <a:cubicBezTo>
                      <a:pt x="0" y="14"/>
                      <a:pt x="0" y="19"/>
                      <a:pt x="0" y="24"/>
                    </a:cubicBezTo>
                    <a:cubicBezTo>
                      <a:pt x="2" y="33"/>
                      <a:pt x="1" y="37"/>
                      <a:pt x="11" y="43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552" name="Freeform 85">
                <a:extLst>
                  <a:ext uri="{FF2B5EF4-FFF2-40B4-BE49-F238E27FC236}">
                    <a16:creationId xmlns:a16="http://schemas.microsoft.com/office/drawing/2014/main" id="{404C149B-9CB5-4D82-A6AD-E09556A65C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7960" y="4308281"/>
                <a:ext cx="160041" cy="120847"/>
              </a:xfrm>
              <a:custGeom>
                <a:avLst/>
                <a:gdLst>
                  <a:gd name="T0" fmla="*/ 0 w 49"/>
                  <a:gd name="T1" fmla="*/ 3 h 37"/>
                  <a:gd name="T2" fmla="*/ 16 w 49"/>
                  <a:gd name="T3" fmla="*/ 0 h 37"/>
                  <a:gd name="T4" fmla="*/ 37 w 49"/>
                  <a:gd name="T5" fmla="*/ 9 h 37"/>
                  <a:gd name="T6" fmla="*/ 49 w 49"/>
                  <a:gd name="T7" fmla="*/ 30 h 37"/>
                  <a:gd name="T8" fmla="*/ 49 w 49"/>
                  <a:gd name="T9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" h="37">
                    <a:moveTo>
                      <a:pt x="0" y="3"/>
                    </a:moveTo>
                    <a:cubicBezTo>
                      <a:pt x="9" y="3"/>
                      <a:pt x="16" y="0"/>
                      <a:pt x="16" y="0"/>
                    </a:cubicBezTo>
                    <a:cubicBezTo>
                      <a:pt x="37" y="9"/>
                      <a:pt x="37" y="9"/>
                      <a:pt x="37" y="9"/>
                    </a:cubicBezTo>
                    <a:cubicBezTo>
                      <a:pt x="49" y="15"/>
                      <a:pt x="49" y="30"/>
                      <a:pt x="49" y="30"/>
                    </a:cubicBezTo>
                    <a:cubicBezTo>
                      <a:pt x="49" y="37"/>
                      <a:pt x="49" y="37"/>
                      <a:pt x="49" y="37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553" name="Freeform 86">
                <a:extLst>
                  <a:ext uri="{FF2B5EF4-FFF2-40B4-BE49-F238E27FC236}">
                    <a16:creationId xmlns:a16="http://schemas.microsoft.com/office/drawing/2014/main" id="{E2F5F709-DCE2-4F36-AAE9-BD9C834D82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7960" y="4126467"/>
                <a:ext cx="65322" cy="139354"/>
              </a:xfrm>
              <a:custGeom>
                <a:avLst/>
                <a:gdLst>
                  <a:gd name="T0" fmla="*/ 9 w 20"/>
                  <a:gd name="T1" fmla="*/ 43 h 43"/>
                  <a:gd name="T2" fmla="*/ 20 w 20"/>
                  <a:gd name="T3" fmla="*/ 24 h 43"/>
                  <a:gd name="T4" fmla="*/ 18 w 20"/>
                  <a:gd name="T5" fmla="*/ 10 h 43"/>
                  <a:gd name="T6" fmla="*/ 8 w 20"/>
                  <a:gd name="T7" fmla="*/ 2 h 43"/>
                  <a:gd name="T8" fmla="*/ 0 w 20"/>
                  <a:gd name="T9" fmla="*/ 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43">
                    <a:moveTo>
                      <a:pt x="9" y="43"/>
                    </a:moveTo>
                    <a:cubicBezTo>
                      <a:pt x="19" y="37"/>
                      <a:pt x="18" y="33"/>
                      <a:pt x="20" y="24"/>
                    </a:cubicBezTo>
                    <a:cubicBezTo>
                      <a:pt x="20" y="19"/>
                      <a:pt x="20" y="14"/>
                      <a:pt x="18" y="10"/>
                    </a:cubicBezTo>
                    <a:cubicBezTo>
                      <a:pt x="16" y="6"/>
                      <a:pt x="12" y="3"/>
                      <a:pt x="8" y="2"/>
                    </a:cubicBezTo>
                    <a:cubicBezTo>
                      <a:pt x="5" y="1"/>
                      <a:pt x="3" y="0"/>
                      <a:pt x="0" y="0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sp>
        <p:nvSpPr>
          <p:cNvPr id="2116954808" name="TextBox 2116954807"/>
          <p:cNvSpPr txBox="1"/>
          <p:nvPr/>
        </p:nvSpPr>
        <p:spPr>
          <a:xfrm>
            <a:off x="7260336" y="2743200"/>
            <a:ext cx="832104" cy="5386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700" b="1" dirty="0" err="1">
                <a:solidFill>
                  <a:srgbClr val="000000"/>
                </a:solidFill>
              </a:rPr>
              <a:t>Риски и бизнес</a:t>
            </a:r>
            <a:r>
              <a:rPr sz="700" b="0" dirty="0" err="1">
                <a:solidFill>
                  <a:srgbClr val="000000"/>
                </a:solidFill>
              </a:rPr>
              <a:t> выбирают источник и запрашивают его подключение</a:t>
            </a:r>
            <a:endParaRPr sz="700" b="0" dirty="0">
              <a:solidFill>
                <a:srgbClr val="000000"/>
              </a:solidFill>
            </a:endParaRPr>
          </a:p>
        </p:txBody>
      </p:sp>
      <p:cxnSp>
        <p:nvCxnSpPr>
          <p:cNvPr id="301554" name="GreyLineSeparatorDefault 3092"/>
          <p:cNvCxnSpPr/>
          <p:nvPr/>
        </p:nvCxnSpPr>
        <p:spPr bwMode="auto">
          <a:xfrm>
            <a:off x="5532120" y="3401568"/>
            <a:ext cx="2532888" cy="0"/>
          </a:xfrm>
          <a:prstGeom prst="straightConnector1">
            <a:avLst/>
          </a:prstGeom>
          <a:ln w="6350" cap="sq">
            <a:solidFill>
              <a:srgbClr val="D0D0D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6954809" name="TextBox 2116954808"/>
          <p:cNvSpPr txBox="1"/>
          <p:nvPr/>
        </p:nvSpPr>
        <p:spPr>
          <a:xfrm>
            <a:off x="5532120" y="3474720"/>
            <a:ext cx="2532888" cy="1371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900" b="1" dirty="0" err="1">
                <a:solidFill>
                  <a:srgbClr val="000000"/>
                </a:solidFill>
              </a:rPr>
              <a:t>Подключение</a:t>
            </a:r>
            <a:endParaRPr sz="900" b="1" dirty="0">
              <a:solidFill>
                <a:srgbClr val="000000"/>
              </a:solidFill>
            </a:endParaRPr>
          </a:p>
        </p:txBody>
      </p:sp>
      <p:sp>
        <p:nvSpPr>
          <p:cNvPr id="2116954810" name="Oval 2116954809"/>
          <p:cNvSpPr/>
          <p:nvPr/>
        </p:nvSpPr>
        <p:spPr>
          <a:xfrm>
            <a:off x="5532120" y="3685032"/>
            <a:ext cx="338328" cy="338328"/>
          </a:xfrm>
          <a:prstGeom prst="ellipse">
            <a:avLst/>
          </a:prstGeom>
          <a:noFill/>
          <a:ln w="635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6954811" name="Can 2116954810"/>
          <p:cNvSpPr/>
          <p:nvPr/>
        </p:nvSpPr>
        <p:spPr>
          <a:xfrm>
            <a:off x="5630235" y="3769614"/>
            <a:ext cx="142097" cy="169164"/>
          </a:xfrm>
          <a:prstGeom prst="can">
            <a:avLst>
              <a:gd name="adj" fmla="val 22000"/>
            </a:avLst>
          </a:prstGeom>
          <a:noFill/>
          <a:ln w="635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6954812" name="TextBox 2116954811"/>
          <p:cNvSpPr txBox="1"/>
          <p:nvPr/>
        </p:nvSpPr>
        <p:spPr>
          <a:xfrm>
            <a:off x="5934456" y="3685032"/>
            <a:ext cx="830442" cy="646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700" b="1" dirty="0" err="1">
                <a:solidFill>
                  <a:srgbClr val="000000"/>
                </a:solidFill>
              </a:rPr>
              <a:t>Платформа</a:t>
            </a:r>
            <a:r>
              <a:rPr sz="700" b="0" dirty="0">
                <a:solidFill>
                  <a:srgbClr val="000000"/>
                </a:solidFill>
              </a:rPr>
              <a:t> подключает источник по типовому шаблону и контролирует качество данных</a:t>
            </a:r>
            <a:endParaRPr sz="700" b="0" dirty="0">
              <a:solidFill>
                <a:srgbClr val="000000"/>
              </a:solidFill>
            </a:endParaRPr>
          </a:p>
        </p:txBody>
      </p:sp>
      <p:grpSp>
        <p:nvGrpSpPr>
          <p:cNvPr id="301555" name="Группа 56">
            <a:extLst>
              <a:ext uri="{FF2B5EF4-FFF2-40B4-BE49-F238E27FC236}">
                <a16:creationId xmlns:a16="http://schemas.microsoft.com/office/drawing/2014/main" id="{9C571B3F-041A-4263-85F9-4C0DD0A441AA}"/>
              </a:ext>
            </a:extLst>
          </p:cNvPr>
          <p:cNvGrpSpPr/>
          <p:nvPr/>
        </p:nvGrpSpPr>
        <p:grpSpPr>
          <a:xfrm>
            <a:off x="6858000" y="3685032"/>
            <a:ext cx="338328" cy="338328"/>
            <a:chOff x="1290654" y="2031534"/>
            <a:chExt cx="342067" cy="342067"/>
          </a:xfrm>
        </p:grpSpPr>
        <p:sp>
          <p:nvSpPr>
            <p:cNvPr id="301556" name="Oval 3013"/>
            <p:cNvSpPr>
              <a:spLocks noChangeAspect="1"/>
            </p:cNvSpPr>
            <p:nvPr/>
          </p:nvSpPr>
          <p:spPr bwMode="auto">
            <a:xfrm>
              <a:off x="1290654" y="2031534"/>
              <a:ext cx="342067" cy="342067"/>
            </a:xfrm>
            <a:prstGeom prst="ellipse">
              <a:avLst/>
            </a:prstGeom>
            <a:solidFill>
              <a:schemeClr val="tx2"/>
            </a:solidFill>
            <a:ln w="6350" cap="sq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defRPr/>
              </a:pPr>
              <a:endParaRPr lang="en-NZ" sz="1600" b="0" i="0" u="none" strike="noStrike" cap="none" spc="0">
                <a:ln>
                  <a:noFill/>
                </a:ln>
                <a:solidFill>
                  <a:srgbClr val="051C2C"/>
                </a:solidFill>
                <a:ea typeface="Arial"/>
                <a:cs typeface="Arial"/>
              </a:endParaRPr>
            </a:p>
          </p:txBody>
        </p:sp>
        <p:grpSp>
          <p:nvGrpSpPr>
            <p:cNvPr id="301557" name="Group 4119">
              <a:extLst>
                <a:ext uri="{FF2B5EF4-FFF2-40B4-BE49-F238E27FC236}">
                  <a16:creationId xmlns:a16="http://schemas.microsoft.com/office/drawing/2014/main" id="{DA332F9F-1969-4964-9D2C-B36AC8B1F239}"/>
                </a:ext>
              </a:extLst>
            </p:cNvPr>
            <p:cNvGrpSpPr/>
            <p:nvPr/>
          </p:nvGrpSpPr>
          <p:grpSpPr>
            <a:xfrm>
              <a:off x="1351080" y="2106488"/>
              <a:ext cx="221215" cy="192158"/>
              <a:chOff x="506347" y="4038281"/>
              <a:chExt cx="621654" cy="540000"/>
            </a:xfrm>
          </p:grpSpPr>
          <p:sp>
            <p:nvSpPr>
              <p:cNvPr id="301558" name="Freeform 75">
                <a:extLst>
                  <a:ext uri="{FF2B5EF4-FFF2-40B4-BE49-F238E27FC236}">
                    <a16:creationId xmlns:a16="http://schemas.microsoft.com/office/drawing/2014/main" id="{81A2D3FD-0282-433E-B6D8-E99F315A46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6509" y="4327878"/>
                <a:ext cx="212299" cy="250403"/>
              </a:xfrm>
              <a:custGeom>
                <a:avLst/>
                <a:gdLst>
                  <a:gd name="T0" fmla="*/ 65 w 65"/>
                  <a:gd name="T1" fmla="*/ 77 h 77"/>
                  <a:gd name="T2" fmla="*/ 40 w 65"/>
                  <a:gd name="T3" fmla="*/ 18 h 77"/>
                  <a:gd name="T4" fmla="*/ 0 w 65"/>
                  <a:gd name="T5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5" h="77">
                    <a:moveTo>
                      <a:pt x="65" y="77"/>
                    </a:moveTo>
                    <a:cubicBezTo>
                      <a:pt x="65" y="77"/>
                      <a:pt x="65" y="31"/>
                      <a:pt x="40" y="18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559" name="Freeform 76">
                <a:extLst>
                  <a:ext uri="{FF2B5EF4-FFF2-40B4-BE49-F238E27FC236}">
                    <a16:creationId xmlns:a16="http://schemas.microsoft.com/office/drawing/2014/main" id="{595BA40D-39B3-43E8-A56C-CDA1FAA6CD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5541" y="4327878"/>
                <a:ext cx="213387" cy="250403"/>
              </a:xfrm>
              <a:custGeom>
                <a:avLst/>
                <a:gdLst>
                  <a:gd name="T0" fmla="*/ 0 w 65"/>
                  <a:gd name="T1" fmla="*/ 77 h 77"/>
                  <a:gd name="T2" fmla="*/ 25 w 65"/>
                  <a:gd name="T3" fmla="*/ 18 h 77"/>
                  <a:gd name="T4" fmla="*/ 65 w 65"/>
                  <a:gd name="T5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5" h="77">
                    <a:moveTo>
                      <a:pt x="0" y="77"/>
                    </a:moveTo>
                    <a:cubicBezTo>
                      <a:pt x="0" y="77"/>
                      <a:pt x="0" y="31"/>
                      <a:pt x="25" y="18"/>
                    </a:cubicBezTo>
                    <a:cubicBezTo>
                      <a:pt x="65" y="0"/>
                      <a:pt x="65" y="0"/>
                      <a:pt x="65" y="0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560" name="Freeform 77">
                <a:extLst>
                  <a:ext uri="{FF2B5EF4-FFF2-40B4-BE49-F238E27FC236}">
                    <a16:creationId xmlns:a16="http://schemas.microsoft.com/office/drawing/2014/main" id="{EFA28CB1-22E2-48FC-AAA1-4D8F9873C1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315" y="4347474"/>
                <a:ext cx="91451" cy="81654"/>
              </a:xfrm>
              <a:custGeom>
                <a:avLst/>
                <a:gdLst>
                  <a:gd name="T0" fmla="*/ 25 w 28"/>
                  <a:gd name="T1" fmla="*/ 0 h 25"/>
                  <a:gd name="T2" fmla="*/ 28 w 28"/>
                  <a:gd name="T3" fmla="*/ 25 h 25"/>
                  <a:gd name="T4" fmla="*/ 0 w 28"/>
                  <a:gd name="T5" fmla="*/ 6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8" h="25">
                    <a:moveTo>
                      <a:pt x="25" y="0"/>
                    </a:moveTo>
                    <a:cubicBezTo>
                      <a:pt x="28" y="25"/>
                      <a:pt x="28" y="25"/>
                      <a:pt x="28" y="25"/>
                    </a:cubicBezTo>
                    <a:cubicBezTo>
                      <a:pt x="8" y="20"/>
                      <a:pt x="0" y="6"/>
                      <a:pt x="0" y="6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561" name="Freeform 78">
                <a:extLst>
                  <a:ext uri="{FF2B5EF4-FFF2-40B4-BE49-F238E27FC236}">
                    <a16:creationId xmlns:a16="http://schemas.microsoft.com/office/drawing/2014/main" id="{1971F839-F0D6-40A7-B99B-58E604867C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6670" y="4347474"/>
                <a:ext cx="91451" cy="81654"/>
              </a:xfrm>
              <a:custGeom>
                <a:avLst/>
                <a:gdLst>
                  <a:gd name="T0" fmla="*/ 3 w 28"/>
                  <a:gd name="T1" fmla="*/ 0 h 25"/>
                  <a:gd name="T2" fmla="*/ 0 w 28"/>
                  <a:gd name="T3" fmla="*/ 25 h 25"/>
                  <a:gd name="T4" fmla="*/ 28 w 28"/>
                  <a:gd name="T5" fmla="*/ 6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8" h="25">
                    <a:moveTo>
                      <a:pt x="3" y="0"/>
                    </a:moveTo>
                    <a:cubicBezTo>
                      <a:pt x="0" y="25"/>
                      <a:pt x="0" y="25"/>
                      <a:pt x="0" y="25"/>
                    </a:cubicBezTo>
                    <a:cubicBezTo>
                      <a:pt x="20" y="20"/>
                      <a:pt x="28" y="6"/>
                      <a:pt x="28" y="6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562" name="Freeform 79">
                <a:extLst>
                  <a:ext uri="{FF2B5EF4-FFF2-40B4-BE49-F238E27FC236}">
                    <a16:creationId xmlns:a16="http://schemas.microsoft.com/office/drawing/2014/main" id="{61DE40DC-22A4-462C-9FA8-8465EC110D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315" y="4367071"/>
                <a:ext cx="26129" cy="211210"/>
              </a:xfrm>
              <a:custGeom>
                <a:avLst/>
                <a:gdLst>
                  <a:gd name="T0" fmla="*/ 0 w 8"/>
                  <a:gd name="T1" fmla="*/ 0 h 65"/>
                  <a:gd name="T2" fmla="*/ 0 w 8"/>
                  <a:gd name="T3" fmla="*/ 19 h 65"/>
                  <a:gd name="T4" fmla="*/ 6 w 8"/>
                  <a:gd name="T5" fmla="*/ 65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" h="65">
                    <a:moveTo>
                      <a:pt x="0" y="0"/>
                    </a:moveTo>
                    <a:cubicBezTo>
                      <a:pt x="0" y="0"/>
                      <a:pt x="8" y="11"/>
                      <a:pt x="0" y="19"/>
                    </a:cubicBezTo>
                    <a:cubicBezTo>
                      <a:pt x="0" y="19"/>
                      <a:pt x="6" y="55"/>
                      <a:pt x="6" y="65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563" name="Freeform 80">
                <a:extLst>
                  <a:ext uri="{FF2B5EF4-FFF2-40B4-BE49-F238E27FC236}">
                    <a16:creationId xmlns:a16="http://schemas.microsoft.com/office/drawing/2014/main" id="{E21483C4-4675-4474-A4E7-DDBEB12674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1993" y="4367071"/>
                <a:ext cx="26129" cy="211210"/>
              </a:xfrm>
              <a:custGeom>
                <a:avLst/>
                <a:gdLst>
                  <a:gd name="T0" fmla="*/ 2 w 8"/>
                  <a:gd name="T1" fmla="*/ 65 h 65"/>
                  <a:gd name="T2" fmla="*/ 8 w 8"/>
                  <a:gd name="T3" fmla="*/ 19 h 65"/>
                  <a:gd name="T4" fmla="*/ 8 w 8"/>
                  <a:gd name="T5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" h="65">
                    <a:moveTo>
                      <a:pt x="2" y="65"/>
                    </a:moveTo>
                    <a:cubicBezTo>
                      <a:pt x="2" y="55"/>
                      <a:pt x="8" y="19"/>
                      <a:pt x="8" y="19"/>
                    </a:cubicBezTo>
                    <a:cubicBezTo>
                      <a:pt x="0" y="11"/>
                      <a:pt x="8" y="0"/>
                      <a:pt x="8" y="0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564" name="Freeform 81">
                <a:extLst>
                  <a:ext uri="{FF2B5EF4-FFF2-40B4-BE49-F238E27FC236}">
                    <a16:creationId xmlns:a16="http://schemas.microsoft.com/office/drawing/2014/main" id="{13C61A58-A9FB-4EC0-A94B-A0CE74C3A0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3404" y="4038281"/>
                <a:ext cx="228629" cy="260201"/>
              </a:xfrm>
              <a:custGeom>
                <a:avLst/>
                <a:gdLst>
                  <a:gd name="T0" fmla="*/ 47 w 70"/>
                  <a:gd name="T1" fmla="*/ 80 h 80"/>
                  <a:gd name="T2" fmla="*/ 68 w 70"/>
                  <a:gd name="T3" fmla="*/ 41 h 80"/>
                  <a:gd name="T4" fmla="*/ 66 w 70"/>
                  <a:gd name="T5" fmla="*/ 16 h 80"/>
                  <a:gd name="T6" fmla="*/ 48 w 70"/>
                  <a:gd name="T7" fmla="*/ 2 h 80"/>
                  <a:gd name="T8" fmla="*/ 35 w 70"/>
                  <a:gd name="T9" fmla="*/ 0 h 80"/>
                  <a:gd name="T10" fmla="*/ 22 w 70"/>
                  <a:gd name="T11" fmla="*/ 2 h 80"/>
                  <a:gd name="T12" fmla="*/ 4 w 70"/>
                  <a:gd name="T13" fmla="*/ 16 h 80"/>
                  <a:gd name="T14" fmla="*/ 2 w 70"/>
                  <a:gd name="T15" fmla="*/ 41 h 80"/>
                  <a:gd name="T16" fmla="*/ 23 w 70"/>
                  <a:gd name="T17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0" h="80">
                    <a:moveTo>
                      <a:pt x="47" y="80"/>
                    </a:moveTo>
                    <a:cubicBezTo>
                      <a:pt x="65" y="72"/>
                      <a:pt x="67" y="56"/>
                      <a:pt x="68" y="41"/>
                    </a:cubicBezTo>
                    <a:cubicBezTo>
                      <a:pt x="69" y="33"/>
                      <a:pt x="70" y="24"/>
                      <a:pt x="66" y="16"/>
                    </a:cubicBezTo>
                    <a:cubicBezTo>
                      <a:pt x="62" y="9"/>
                      <a:pt x="55" y="4"/>
                      <a:pt x="48" y="2"/>
                    </a:cubicBezTo>
                    <a:cubicBezTo>
                      <a:pt x="44" y="0"/>
                      <a:pt x="39" y="0"/>
                      <a:pt x="35" y="0"/>
                    </a:cubicBezTo>
                    <a:cubicBezTo>
                      <a:pt x="31" y="0"/>
                      <a:pt x="26" y="0"/>
                      <a:pt x="22" y="2"/>
                    </a:cubicBezTo>
                    <a:cubicBezTo>
                      <a:pt x="15" y="4"/>
                      <a:pt x="8" y="9"/>
                      <a:pt x="4" y="16"/>
                    </a:cubicBezTo>
                    <a:cubicBezTo>
                      <a:pt x="0" y="24"/>
                      <a:pt x="1" y="33"/>
                      <a:pt x="2" y="41"/>
                    </a:cubicBezTo>
                    <a:cubicBezTo>
                      <a:pt x="3" y="56"/>
                      <a:pt x="5" y="72"/>
                      <a:pt x="23" y="80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565" name="Freeform 82">
                <a:extLst>
                  <a:ext uri="{FF2B5EF4-FFF2-40B4-BE49-F238E27FC236}">
                    <a16:creationId xmlns:a16="http://schemas.microsoft.com/office/drawing/2014/main" id="{6B513F64-85B8-4C44-B79C-35906A2A0B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8928" y="4288684"/>
                <a:ext cx="117580" cy="78387"/>
              </a:xfrm>
              <a:custGeom>
                <a:avLst/>
                <a:gdLst>
                  <a:gd name="T0" fmla="*/ 36 w 36"/>
                  <a:gd name="T1" fmla="*/ 0 h 24"/>
                  <a:gd name="T2" fmla="*/ 36 w 36"/>
                  <a:gd name="T3" fmla="*/ 6 h 24"/>
                  <a:gd name="T4" fmla="*/ 18 w 36"/>
                  <a:gd name="T5" fmla="*/ 24 h 24"/>
                  <a:gd name="T6" fmla="*/ 18 w 36"/>
                  <a:gd name="T7" fmla="*/ 24 h 24"/>
                  <a:gd name="T8" fmla="*/ 0 w 36"/>
                  <a:gd name="T9" fmla="*/ 6 h 24"/>
                  <a:gd name="T10" fmla="*/ 0 w 36"/>
                  <a:gd name="T11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" h="24">
                    <a:moveTo>
                      <a:pt x="36" y="0"/>
                    </a:moveTo>
                    <a:cubicBezTo>
                      <a:pt x="36" y="6"/>
                      <a:pt x="36" y="6"/>
                      <a:pt x="36" y="6"/>
                    </a:cubicBezTo>
                    <a:cubicBezTo>
                      <a:pt x="36" y="16"/>
                      <a:pt x="2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8" y="24"/>
                      <a:pt x="0" y="16"/>
                      <a:pt x="0" y="6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566" name="Freeform 83">
                <a:extLst>
                  <a:ext uri="{FF2B5EF4-FFF2-40B4-BE49-F238E27FC236}">
                    <a16:creationId xmlns:a16="http://schemas.microsoft.com/office/drawing/2014/main" id="{C339E02F-1E14-434D-A832-1A179C190D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6347" y="4308281"/>
                <a:ext cx="161129" cy="120847"/>
              </a:xfrm>
              <a:custGeom>
                <a:avLst/>
                <a:gdLst>
                  <a:gd name="T0" fmla="*/ 49 w 49"/>
                  <a:gd name="T1" fmla="*/ 3 h 37"/>
                  <a:gd name="T2" fmla="*/ 33 w 49"/>
                  <a:gd name="T3" fmla="*/ 0 h 37"/>
                  <a:gd name="T4" fmla="*/ 12 w 49"/>
                  <a:gd name="T5" fmla="*/ 9 h 37"/>
                  <a:gd name="T6" fmla="*/ 0 w 49"/>
                  <a:gd name="T7" fmla="*/ 30 h 37"/>
                  <a:gd name="T8" fmla="*/ 0 w 49"/>
                  <a:gd name="T9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" h="37">
                    <a:moveTo>
                      <a:pt x="49" y="3"/>
                    </a:moveTo>
                    <a:cubicBezTo>
                      <a:pt x="40" y="3"/>
                      <a:pt x="33" y="0"/>
                      <a:pt x="33" y="0"/>
                    </a:cubicBezTo>
                    <a:cubicBezTo>
                      <a:pt x="12" y="9"/>
                      <a:pt x="12" y="9"/>
                      <a:pt x="12" y="9"/>
                    </a:cubicBezTo>
                    <a:cubicBezTo>
                      <a:pt x="0" y="15"/>
                      <a:pt x="0" y="30"/>
                      <a:pt x="0" y="30"/>
                    </a:cubicBezTo>
                    <a:cubicBezTo>
                      <a:pt x="0" y="37"/>
                      <a:pt x="0" y="37"/>
                      <a:pt x="0" y="37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567" name="Freeform 84">
                <a:extLst>
                  <a:ext uri="{FF2B5EF4-FFF2-40B4-BE49-F238E27FC236}">
                    <a16:creationId xmlns:a16="http://schemas.microsoft.com/office/drawing/2014/main" id="{5CB58A45-97EF-4F03-8667-EE86EF7ECF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1065" y="4126467"/>
                <a:ext cx="66411" cy="139354"/>
              </a:xfrm>
              <a:custGeom>
                <a:avLst/>
                <a:gdLst>
                  <a:gd name="T0" fmla="*/ 20 w 20"/>
                  <a:gd name="T1" fmla="*/ 0 h 43"/>
                  <a:gd name="T2" fmla="*/ 12 w 20"/>
                  <a:gd name="T3" fmla="*/ 2 h 43"/>
                  <a:gd name="T4" fmla="*/ 2 w 20"/>
                  <a:gd name="T5" fmla="*/ 10 h 43"/>
                  <a:gd name="T6" fmla="*/ 0 w 20"/>
                  <a:gd name="T7" fmla="*/ 24 h 43"/>
                  <a:gd name="T8" fmla="*/ 11 w 20"/>
                  <a:gd name="T9" fmla="*/ 4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43">
                    <a:moveTo>
                      <a:pt x="20" y="0"/>
                    </a:moveTo>
                    <a:cubicBezTo>
                      <a:pt x="17" y="0"/>
                      <a:pt x="15" y="1"/>
                      <a:pt x="12" y="2"/>
                    </a:cubicBezTo>
                    <a:cubicBezTo>
                      <a:pt x="8" y="3"/>
                      <a:pt x="4" y="6"/>
                      <a:pt x="2" y="10"/>
                    </a:cubicBezTo>
                    <a:cubicBezTo>
                      <a:pt x="0" y="14"/>
                      <a:pt x="0" y="19"/>
                      <a:pt x="0" y="24"/>
                    </a:cubicBezTo>
                    <a:cubicBezTo>
                      <a:pt x="2" y="33"/>
                      <a:pt x="1" y="37"/>
                      <a:pt x="11" y="43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568" name="Freeform 85">
                <a:extLst>
                  <a:ext uri="{FF2B5EF4-FFF2-40B4-BE49-F238E27FC236}">
                    <a16:creationId xmlns:a16="http://schemas.microsoft.com/office/drawing/2014/main" id="{404C149B-9CB5-4D82-A6AD-E09556A65C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7960" y="4308281"/>
                <a:ext cx="160041" cy="120847"/>
              </a:xfrm>
              <a:custGeom>
                <a:avLst/>
                <a:gdLst>
                  <a:gd name="T0" fmla="*/ 0 w 49"/>
                  <a:gd name="T1" fmla="*/ 3 h 37"/>
                  <a:gd name="T2" fmla="*/ 16 w 49"/>
                  <a:gd name="T3" fmla="*/ 0 h 37"/>
                  <a:gd name="T4" fmla="*/ 37 w 49"/>
                  <a:gd name="T5" fmla="*/ 9 h 37"/>
                  <a:gd name="T6" fmla="*/ 49 w 49"/>
                  <a:gd name="T7" fmla="*/ 30 h 37"/>
                  <a:gd name="T8" fmla="*/ 49 w 49"/>
                  <a:gd name="T9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" h="37">
                    <a:moveTo>
                      <a:pt x="0" y="3"/>
                    </a:moveTo>
                    <a:cubicBezTo>
                      <a:pt x="9" y="3"/>
                      <a:pt x="16" y="0"/>
                      <a:pt x="16" y="0"/>
                    </a:cubicBezTo>
                    <a:cubicBezTo>
                      <a:pt x="37" y="9"/>
                      <a:pt x="37" y="9"/>
                      <a:pt x="37" y="9"/>
                    </a:cubicBezTo>
                    <a:cubicBezTo>
                      <a:pt x="49" y="15"/>
                      <a:pt x="49" y="30"/>
                      <a:pt x="49" y="30"/>
                    </a:cubicBezTo>
                    <a:cubicBezTo>
                      <a:pt x="49" y="37"/>
                      <a:pt x="49" y="37"/>
                      <a:pt x="49" y="37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569" name="Freeform 86">
                <a:extLst>
                  <a:ext uri="{FF2B5EF4-FFF2-40B4-BE49-F238E27FC236}">
                    <a16:creationId xmlns:a16="http://schemas.microsoft.com/office/drawing/2014/main" id="{E2F5F709-DCE2-4F36-AAE9-BD9C834D82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7960" y="4126467"/>
                <a:ext cx="65322" cy="139354"/>
              </a:xfrm>
              <a:custGeom>
                <a:avLst/>
                <a:gdLst>
                  <a:gd name="T0" fmla="*/ 9 w 20"/>
                  <a:gd name="T1" fmla="*/ 43 h 43"/>
                  <a:gd name="T2" fmla="*/ 20 w 20"/>
                  <a:gd name="T3" fmla="*/ 24 h 43"/>
                  <a:gd name="T4" fmla="*/ 18 w 20"/>
                  <a:gd name="T5" fmla="*/ 10 h 43"/>
                  <a:gd name="T6" fmla="*/ 8 w 20"/>
                  <a:gd name="T7" fmla="*/ 2 h 43"/>
                  <a:gd name="T8" fmla="*/ 0 w 20"/>
                  <a:gd name="T9" fmla="*/ 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43">
                    <a:moveTo>
                      <a:pt x="9" y="43"/>
                    </a:moveTo>
                    <a:cubicBezTo>
                      <a:pt x="19" y="37"/>
                      <a:pt x="18" y="33"/>
                      <a:pt x="20" y="24"/>
                    </a:cubicBezTo>
                    <a:cubicBezTo>
                      <a:pt x="20" y="19"/>
                      <a:pt x="20" y="14"/>
                      <a:pt x="18" y="10"/>
                    </a:cubicBezTo>
                    <a:cubicBezTo>
                      <a:pt x="16" y="6"/>
                      <a:pt x="12" y="3"/>
                      <a:pt x="8" y="2"/>
                    </a:cubicBezTo>
                    <a:cubicBezTo>
                      <a:pt x="5" y="1"/>
                      <a:pt x="3" y="0"/>
                      <a:pt x="0" y="0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sp>
        <p:nvSpPr>
          <p:cNvPr id="2116954813" name="TextBox 2116954812"/>
          <p:cNvSpPr txBox="1"/>
          <p:nvPr/>
        </p:nvSpPr>
        <p:spPr>
          <a:xfrm>
            <a:off x="7260336" y="3685032"/>
            <a:ext cx="832104" cy="646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700" b="1" dirty="0">
                <a:solidFill>
                  <a:srgbClr val="000000"/>
                </a:solidFill>
              </a:rPr>
              <a:t>Ответственный за данные</a:t>
            </a:r>
            <a:r>
              <a:rPr sz="700" b="0" dirty="0" err="1">
                <a:solidFill>
                  <a:srgbClr val="000000"/>
                </a:solidFill>
              </a:rPr>
              <a:t> отслеживает качество источников и отключает неокупаемые</a:t>
            </a:r>
            <a:endParaRPr sz="700" b="0" dirty="0">
              <a:solidFill>
                <a:srgbClr val="000000"/>
              </a:solidFill>
            </a:endParaRPr>
          </a:p>
        </p:txBody>
      </p:sp>
      <p:sp>
        <p:nvSpPr>
          <p:cNvPr id="2116954814" name="TextBox 2116954813"/>
          <p:cNvSpPr txBox="1"/>
          <p:nvPr/>
        </p:nvSpPr>
        <p:spPr>
          <a:xfrm>
            <a:off x="8403336" y="2706624"/>
            <a:ext cx="3063240" cy="1371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900" b="1">
                <a:solidFill>
                  <a:srgbClr val="EF3124"/>
                </a:solidFill>
              </a:rPr>
              <a:t>Цифровой профиль клиента</a:t>
            </a:r>
          </a:p>
        </p:txBody>
      </p:sp>
      <p:sp>
        <p:nvSpPr>
          <p:cNvPr id="2116954815" name="Oval 2116954814"/>
          <p:cNvSpPr/>
          <p:nvPr/>
        </p:nvSpPr>
        <p:spPr>
          <a:xfrm>
            <a:off x="8403336" y="2916936"/>
            <a:ext cx="338328" cy="338328"/>
          </a:xfrm>
          <a:prstGeom prst="ellipse">
            <a:avLst/>
          </a:prstGeom>
          <a:noFill/>
          <a:ln w="635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6954816" name="Can 2116954815"/>
          <p:cNvSpPr/>
          <p:nvPr/>
        </p:nvSpPr>
        <p:spPr>
          <a:xfrm>
            <a:off x="8501451" y="3001518"/>
            <a:ext cx="142097" cy="169164"/>
          </a:xfrm>
          <a:prstGeom prst="can">
            <a:avLst>
              <a:gd name="adj" fmla="val 22000"/>
            </a:avLst>
          </a:prstGeom>
          <a:noFill/>
          <a:ln w="635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6954817" name="TextBox 2116954816"/>
          <p:cNvSpPr txBox="1"/>
          <p:nvPr/>
        </p:nvSpPr>
        <p:spPr>
          <a:xfrm>
            <a:off x="8814816" y="2916936"/>
            <a:ext cx="1033271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700" b="1" dirty="0" err="1">
                <a:solidFill>
                  <a:srgbClr val="000000"/>
                </a:solidFill>
              </a:rPr>
              <a:t>Платформа</a:t>
            </a:r>
            <a:r>
              <a:rPr sz="700" b="0" dirty="0">
                <a:solidFill>
                  <a:srgbClr val="000000"/>
                </a:solidFill>
              </a:rPr>
              <a:t> объединяет все данные о каждом клиенте и неклиенте в единый профиль</a:t>
            </a:r>
            <a:endParaRPr sz="700" b="0" dirty="0">
              <a:solidFill>
                <a:srgbClr val="000000"/>
              </a:solidFill>
            </a:endParaRPr>
          </a:p>
        </p:txBody>
      </p:sp>
      <p:grpSp>
        <p:nvGrpSpPr>
          <p:cNvPr id="301570" name="Группа 56">
            <a:extLst>
              <a:ext uri="{FF2B5EF4-FFF2-40B4-BE49-F238E27FC236}">
                <a16:creationId xmlns:a16="http://schemas.microsoft.com/office/drawing/2014/main" id="{9C571B3F-041A-4263-85F9-4C0DD0A441AA}"/>
              </a:ext>
            </a:extLst>
          </p:cNvPr>
          <p:cNvGrpSpPr/>
          <p:nvPr/>
        </p:nvGrpSpPr>
        <p:grpSpPr>
          <a:xfrm>
            <a:off x="9930384" y="2916936"/>
            <a:ext cx="338328" cy="338328"/>
            <a:chOff x="1290654" y="2031534"/>
            <a:chExt cx="342067" cy="342067"/>
          </a:xfrm>
        </p:grpSpPr>
        <p:sp>
          <p:nvSpPr>
            <p:cNvPr id="301571" name="Oval 3013"/>
            <p:cNvSpPr>
              <a:spLocks noChangeAspect="1"/>
            </p:cNvSpPr>
            <p:nvPr/>
          </p:nvSpPr>
          <p:spPr bwMode="auto">
            <a:xfrm>
              <a:off x="1290654" y="2031534"/>
              <a:ext cx="342067" cy="342067"/>
            </a:xfrm>
            <a:prstGeom prst="ellipse">
              <a:avLst/>
            </a:prstGeom>
            <a:solidFill>
              <a:schemeClr val="tx2"/>
            </a:solidFill>
            <a:ln w="6350" cap="sq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defRPr/>
              </a:pPr>
              <a:endParaRPr lang="en-NZ" sz="1600" b="0" i="0" u="none" strike="noStrike" cap="none" spc="0">
                <a:ln>
                  <a:noFill/>
                </a:ln>
                <a:solidFill>
                  <a:srgbClr val="051C2C"/>
                </a:solidFill>
                <a:ea typeface="Arial"/>
                <a:cs typeface="Arial"/>
              </a:endParaRPr>
            </a:p>
          </p:txBody>
        </p:sp>
        <p:grpSp>
          <p:nvGrpSpPr>
            <p:cNvPr id="301572" name="Group 4119">
              <a:extLst>
                <a:ext uri="{FF2B5EF4-FFF2-40B4-BE49-F238E27FC236}">
                  <a16:creationId xmlns:a16="http://schemas.microsoft.com/office/drawing/2014/main" id="{DA332F9F-1969-4964-9D2C-B36AC8B1F239}"/>
                </a:ext>
              </a:extLst>
            </p:cNvPr>
            <p:cNvGrpSpPr/>
            <p:nvPr/>
          </p:nvGrpSpPr>
          <p:grpSpPr>
            <a:xfrm>
              <a:off x="1351080" y="2106488"/>
              <a:ext cx="221215" cy="192158"/>
              <a:chOff x="506347" y="4038281"/>
              <a:chExt cx="621654" cy="540000"/>
            </a:xfrm>
          </p:grpSpPr>
          <p:sp>
            <p:nvSpPr>
              <p:cNvPr id="301573" name="Freeform 75">
                <a:extLst>
                  <a:ext uri="{FF2B5EF4-FFF2-40B4-BE49-F238E27FC236}">
                    <a16:creationId xmlns:a16="http://schemas.microsoft.com/office/drawing/2014/main" id="{81A2D3FD-0282-433E-B6D8-E99F315A46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6509" y="4327878"/>
                <a:ext cx="212299" cy="250403"/>
              </a:xfrm>
              <a:custGeom>
                <a:avLst/>
                <a:gdLst>
                  <a:gd name="T0" fmla="*/ 65 w 65"/>
                  <a:gd name="T1" fmla="*/ 77 h 77"/>
                  <a:gd name="T2" fmla="*/ 40 w 65"/>
                  <a:gd name="T3" fmla="*/ 18 h 77"/>
                  <a:gd name="T4" fmla="*/ 0 w 65"/>
                  <a:gd name="T5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5" h="77">
                    <a:moveTo>
                      <a:pt x="65" y="77"/>
                    </a:moveTo>
                    <a:cubicBezTo>
                      <a:pt x="65" y="77"/>
                      <a:pt x="65" y="31"/>
                      <a:pt x="40" y="18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574" name="Freeform 76">
                <a:extLst>
                  <a:ext uri="{FF2B5EF4-FFF2-40B4-BE49-F238E27FC236}">
                    <a16:creationId xmlns:a16="http://schemas.microsoft.com/office/drawing/2014/main" id="{595BA40D-39B3-43E8-A56C-CDA1FAA6CD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5541" y="4327878"/>
                <a:ext cx="213387" cy="250403"/>
              </a:xfrm>
              <a:custGeom>
                <a:avLst/>
                <a:gdLst>
                  <a:gd name="T0" fmla="*/ 0 w 65"/>
                  <a:gd name="T1" fmla="*/ 77 h 77"/>
                  <a:gd name="T2" fmla="*/ 25 w 65"/>
                  <a:gd name="T3" fmla="*/ 18 h 77"/>
                  <a:gd name="T4" fmla="*/ 65 w 65"/>
                  <a:gd name="T5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5" h="77">
                    <a:moveTo>
                      <a:pt x="0" y="77"/>
                    </a:moveTo>
                    <a:cubicBezTo>
                      <a:pt x="0" y="77"/>
                      <a:pt x="0" y="31"/>
                      <a:pt x="25" y="18"/>
                    </a:cubicBezTo>
                    <a:cubicBezTo>
                      <a:pt x="65" y="0"/>
                      <a:pt x="65" y="0"/>
                      <a:pt x="65" y="0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575" name="Freeform 77">
                <a:extLst>
                  <a:ext uri="{FF2B5EF4-FFF2-40B4-BE49-F238E27FC236}">
                    <a16:creationId xmlns:a16="http://schemas.microsoft.com/office/drawing/2014/main" id="{EFA28CB1-22E2-48FC-AAA1-4D8F9873C1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315" y="4347474"/>
                <a:ext cx="91451" cy="81654"/>
              </a:xfrm>
              <a:custGeom>
                <a:avLst/>
                <a:gdLst>
                  <a:gd name="T0" fmla="*/ 25 w 28"/>
                  <a:gd name="T1" fmla="*/ 0 h 25"/>
                  <a:gd name="T2" fmla="*/ 28 w 28"/>
                  <a:gd name="T3" fmla="*/ 25 h 25"/>
                  <a:gd name="T4" fmla="*/ 0 w 28"/>
                  <a:gd name="T5" fmla="*/ 6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8" h="25">
                    <a:moveTo>
                      <a:pt x="25" y="0"/>
                    </a:moveTo>
                    <a:cubicBezTo>
                      <a:pt x="28" y="25"/>
                      <a:pt x="28" y="25"/>
                      <a:pt x="28" y="25"/>
                    </a:cubicBezTo>
                    <a:cubicBezTo>
                      <a:pt x="8" y="20"/>
                      <a:pt x="0" y="6"/>
                      <a:pt x="0" y="6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576" name="Freeform 78">
                <a:extLst>
                  <a:ext uri="{FF2B5EF4-FFF2-40B4-BE49-F238E27FC236}">
                    <a16:creationId xmlns:a16="http://schemas.microsoft.com/office/drawing/2014/main" id="{1971F839-F0D6-40A7-B99B-58E604867C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6670" y="4347474"/>
                <a:ext cx="91451" cy="81654"/>
              </a:xfrm>
              <a:custGeom>
                <a:avLst/>
                <a:gdLst>
                  <a:gd name="T0" fmla="*/ 3 w 28"/>
                  <a:gd name="T1" fmla="*/ 0 h 25"/>
                  <a:gd name="T2" fmla="*/ 0 w 28"/>
                  <a:gd name="T3" fmla="*/ 25 h 25"/>
                  <a:gd name="T4" fmla="*/ 28 w 28"/>
                  <a:gd name="T5" fmla="*/ 6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8" h="25">
                    <a:moveTo>
                      <a:pt x="3" y="0"/>
                    </a:moveTo>
                    <a:cubicBezTo>
                      <a:pt x="0" y="25"/>
                      <a:pt x="0" y="25"/>
                      <a:pt x="0" y="25"/>
                    </a:cubicBezTo>
                    <a:cubicBezTo>
                      <a:pt x="20" y="20"/>
                      <a:pt x="28" y="6"/>
                      <a:pt x="28" y="6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577" name="Freeform 79">
                <a:extLst>
                  <a:ext uri="{FF2B5EF4-FFF2-40B4-BE49-F238E27FC236}">
                    <a16:creationId xmlns:a16="http://schemas.microsoft.com/office/drawing/2014/main" id="{61DE40DC-22A4-462C-9FA8-8465EC110D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315" y="4367071"/>
                <a:ext cx="26129" cy="211210"/>
              </a:xfrm>
              <a:custGeom>
                <a:avLst/>
                <a:gdLst>
                  <a:gd name="T0" fmla="*/ 0 w 8"/>
                  <a:gd name="T1" fmla="*/ 0 h 65"/>
                  <a:gd name="T2" fmla="*/ 0 w 8"/>
                  <a:gd name="T3" fmla="*/ 19 h 65"/>
                  <a:gd name="T4" fmla="*/ 6 w 8"/>
                  <a:gd name="T5" fmla="*/ 65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" h="65">
                    <a:moveTo>
                      <a:pt x="0" y="0"/>
                    </a:moveTo>
                    <a:cubicBezTo>
                      <a:pt x="0" y="0"/>
                      <a:pt x="8" y="11"/>
                      <a:pt x="0" y="19"/>
                    </a:cubicBezTo>
                    <a:cubicBezTo>
                      <a:pt x="0" y="19"/>
                      <a:pt x="6" y="55"/>
                      <a:pt x="6" y="65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578" name="Freeform 80">
                <a:extLst>
                  <a:ext uri="{FF2B5EF4-FFF2-40B4-BE49-F238E27FC236}">
                    <a16:creationId xmlns:a16="http://schemas.microsoft.com/office/drawing/2014/main" id="{E21483C4-4675-4474-A4E7-DDBEB12674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1993" y="4367071"/>
                <a:ext cx="26129" cy="211210"/>
              </a:xfrm>
              <a:custGeom>
                <a:avLst/>
                <a:gdLst>
                  <a:gd name="T0" fmla="*/ 2 w 8"/>
                  <a:gd name="T1" fmla="*/ 65 h 65"/>
                  <a:gd name="T2" fmla="*/ 8 w 8"/>
                  <a:gd name="T3" fmla="*/ 19 h 65"/>
                  <a:gd name="T4" fmla="*/ 8 w 8"/>
                  <a:gd name="T5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" h="65">
                    <a:moveTo>
                      <a:pt x="2" y="65"/>
                    </a:moveTo>
                    <a:cubicBezTo>
                      <a:pt x="2" y="55"/>
                      <a:pt x="8" y="19"/>
                      <a:pt x="8" y="19"/>
                    </a:cubicBezTo>
                    <a:cubicBezTo>
                      <a:pt x="0" y="11"/>
                      <a:pt x="8" y="0"/>
                      <a:pt x="8" y="0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579" name="Freeform 81">
                <a:extLst>
                  <a:ext uri="{FF2B5EF4-FFF2-40B4-BE49-F238E27FC236}">
                    <a16:creationId xmlns:a16="http://schemas.microsoft.com/office/drawing/2014/main" id="{13C61A58-A9FB-4EC0-A94B-A0CE74C3A0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3404" y="4038281"/>
                <a:ext cx="228629" cy="260201"/>
              </a:xfrm>
              <a:custGeom>
                <a:avLst/>
                <a:gdLst>
                  <a:gd name="T0" fmla="*/ 47 w 70"/>
                  <a:gd name="T1" fmla="*/ 80 h 80"/>
                  <a:gd name="T2" fmla="*/ 68 w 70"/>
                  <a:gd name="T3" fmla="*/ 41 h 80"/>
                  <a:gd name="T4" fmla="*/ 66 w 70"/>
                  <a:gd name="T5" fmla="*/ 16 h 80"/>
                  <a:gd name="T6" fmla="*/ 48 w 70"/>
                  <a:gd name="T7" fmla="*/ 2 h 80"/>
                  <a:gd name="T8" fmla="*/ 35 w 70"/>
                  <a:gd name="T9" fmla="*/ 0 h 80"/>
                  <a:gd name="T10" fmla="*/ 22 w 70"/>
                  <a:gd name="T11" fmla="*/ 2 h 80"/>
                  <a:gd name="T12" fmla="*/ 4 w 70"/>
                  <a:gd name="T13" fmla="*/ 16 h 80"/>
                  <a:gd name="T14" fmla="*/ 2 w 70"/>
                  <a:gd name="T15" fmla="*/ 41 h 80"/>
                  <a:gd name="T16" fmla="*/ 23 w 70"/>
                  <a:gd name="T17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0" h="80">
                    <a:moveTo>
                      <a:pt x="47" y="80"/>
                    </a:moveTo>
                    <a:cubicBezTo>
                      <a:pt x="65" y="72"/>
                      <a:pt x="67" y="56"/>
                      <a:pt x="68" y="41"/>
                    </a:cubicBezTo>
                    <a:cubicBezTo>
                      <a:pt x="69" y="33"/>
                      <a:pt x="70" y="24"/>
                      <a:pt x="66" y="16"/>
                    </a:cubicBezTo>
                    <a:cubicBezTo>
                      <a:pt x="62" y="9"/>
                      <a:pt x="55" y="4"/>
                      <a:pt x="48" y="2"/>
                    </a:cubicBezTo>
                    <a:cubicBezTo>
                      <a:pt x="44" y="0"/>
                      <a:pt x="39" y="0"/>
                      <a:pt x="35" y="0"/>
                    </a:cubicBezTo>
                    <a:cubicBezTo>
                      <a:pt x="31" y="0"/>
                      <a:pt x="26" y="0"/>
                      <a:pt x="22" y="2"/>
                    </a:cubicBezTo>
                    <a:cubicBezTo>
                      <a:pt x="15" y="4"/>
                      <a:pt x="8" y="9"/>
                      <a:pt x="4" y="16"/>
                    </a:cubicBezTo>
                    <a:cubicBezTo>
                      <a:pt x="0" y="24"/>
                      <a:pt x="1" y="33"/>
                      <a:pt x="2" y="41"/>
                    </a:cubicBezTo>
                    <a:cubicBezTo>
                      <a:pt x="3" y="56"/>
                      <a:pt x="5" y="72"/>
                      <a:pt x="23" y="80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580" name="Freeform 82">
                <a:extLst>
                  <a:ext uri="{FF2B5EF4-FFF2-40B4-BE49-F238E27FC236}">
                    <a16:creationId xmlns:a16="http://schemas.microsoft.com/office/drawing/2014/main" id="{6B513F64-85B8-4C44-B79C-35906A2A0B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8928" y="4288684"/>
                <a:ext cx="117580" cy="78387"/>
              </a:xfrm>
              <a:custGeom>
                <a:avLst/>
                <a:gdLst>
                  <a:gd name="T0" fmla="*/ 36 w 36"/>
                  <a:gd name="T1" fmla="*/ 0 h 24"/>
                  <a:gd name="T2" fmla="*/ 36 w 36"/>
                  <a:gd name="T3" fmla="*/ 6 h 24"/>
                  <a:gd name="T4" fmla="*/ 18 w 36"/>
                  <a:gd name="T5" fmla="*/ 24 h 24"/>
                  <a:gd name="T6" fmla="*/ 18 w 36"/>
                  <a:gd name="T7" fmla="*/ 24 h 24"/>
                  <a:gd name="T8" fmla="*/ 0 w 36"/>
                  <a:gd name="T9" fmla="*/ 6 h 24"/>
                  <a:gd name="T10" fmla="*/ 0 w 36"/>
                  <a:gd name="T11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" h="24">
                    <a:moveTo>
                      <a:pt x="36" y="0"/>
                    </a:moveTo>
                    <a:cubicBezTo>
                      <a:pt x="36" y="6"/>
                      <a:pt x="36" y="6"/>
                      <a:pt x="36" y="6"/>
                    </a:cubicBezTo>
                    <a:cubicBezTo>
                      <a:pt x="36" y="16"/>
                      <a:pt x="2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8" y="24"/>
                      <a:pt x="0" y="16"/>
                      <a:pt x="0" y="6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581" name="Freeform 83">
                <a:extLst>
                  <a:ext uri="{FF2B5EF4-FFF2-40B4-BE49-F238E27FC236}">
                    <a16:creationId xmlns:a16="http://schemas.microsoft.com/office/drawing/2014/main" id="{C339E02F-1E14-434D-A832-1A179C190D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6347" y="4308281"/>
                <a:ext cx="161129" cy="120847"/>
              </a:xfrm>
              <a:custGeom>
                <a:avLst/>
                <a:gdLst>
                  <a:gd name="T0" fmla="*/ 49 w 49"/>
                  <a:gd name="T1" fmla="*/ 3 h 37"/>
                  <a:gd name="T2" fmla="*/ 33 w 49"/>
                  <a:gd name="T3" fmla="*/ 0 h 37"/>
                  <a:gd name="T4" fmla="*/ 12 w 49"/>
                  <a:gd name="T5" fmla="*/ 9 h 37"/>
                  <a:gd name="T6" fmla="*/ 0 w 49"/>
                  <a:gd name="T7" fmla="*/ 30 h 37"/>
                  <a:gd name="T8" fmla="*/ 0 w 49"/>
                  <a:gd name="T9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" h="37">
                    <a:moveTo>
                      <a:pt x="49" y="3"/>
                    </a:moveTo>
                    <a:cubicBezTo>
                      <a:pt x="40" y="3"/>
                      <a:pt x="33" y="0"/>
                      <a:pt x="33" y="0"/>
                    </a:cubicBezTo>
                    <a:cubicBezTo>
                      <a:pt x="12" y="9"/>
                      <a:pt x="12" y="9"/>
                      <a:pt x="12" y="9"/>
                    </a:cubicBezTo>
                    <a:cubicBezTo>
                      <a:pt x="0" y="15"/>
                      <a:pt x="0" y="30"/>
                      <a:pt x="0" y="30"/>
                    </a:cubicBezTo>
                    <a:cubicBezTo>
                      <a:pt x="0" y="37"/>
                      <a:pt x="0" y="37"/>
                      <a:pt x="0" y="37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582" name="Freeform 84">
                <a:extLst>
                  <a:ext uri="{FF2B5EF4-FFF2-40B4-BE49-F238E27FC236}">
                    <a16:creationId xmlns:a16="http://schemas.microsoft.com/office/drawing/2014/main" id="{5CB58A45-97EF-4F03-8667-EE86EF7ECF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1065" y="4126467"/>
                <a:ext cx="66411" cy="139354"/>
              </a:xfrm>
              <a:custGeom>
                <a:avLst/>
                <a:gdLst>
                  <a:gd name="T0" fmla="*/ 20 w 20"/>
                  <a:gd name="T1" fmla="*/ 0 h 43"/>
                  <a:gd name="T2" fmla="*/ 12 w 20"/>
                  <a:gd name="T3" fmla="*/ 2 h 43"/>
                  <a:gd name="T4" fmla="*/ 2 w 20"/>
                  <a:gd name="T5" fmla="*/ 10 h 43"/>
                  <a:gd name="T6" fmla="*/ 0 w 20"/>
                  <a:gd name="T7" fmla="*/ 24 h 43"/>
                  <a:gd name="T8" fmla="*/ 11 w 20"/>
                  <a:gd name="T9" fmla="*/ 4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43">
                    <a:moveTo>
                      <a:pt x="20" y="0"/>
                    </a:moveTo>
                    <a:cubicBezTo>
                      <a:pt x="17" y="0"/>
                      <a:pt x="15" y="1"/>
                      <a:pt x="12" y="2"/>
                    </a:cubicBezTo>
                    <a:cubicBezTo>
                      <a:pt x="8" y="3"/>
                      <a:pt x="4" y="6"/>
                      <a:pt x="2" y="10"/>
                    </a:cubicBezTo>
                    <a:cubicBezTo>
                      <a:pt x="0" y="14"/>
                      <a:pt x="0" y="19"/>
                      <a:pt x="0" y="24"/>
                    </a:cubicBezTo>
                    <a:cubicBezTo>
                      <a:pt x="2" y="33"/>
                      <a:pt x="1" y="37"/>
                      <a:pt x="11" y="43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583" name="Freeform 85">
                <a:extLst>
                  <a:ext uri="{FF2B5EF4-FFF2-40B4-BE49-F238E27FC236}">
                    <a16:creationId xmlns:a16="http://schemas.microsoft.com/office/drawing/2014/main" id="{404C149B-9CB5-4D82-A6AD-E09556A65C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7960" y="4308281"/>
                <a:ext cx="160041" cy="120847"/>
              </a:xfrm>
              <a:custGeom>
                <a:avLst/>
                <a:gdLst>
                  <a:gd name="T0" fmla="*/ 0 w 49"/>
                  <a:gd name="T1" fmla="*/ 3 h 37"/>
                  <a:gd name="T2" fmla="*/ 16 w 49"/>
                  <a:gd name="T3" fmla="*/ 0 h 37"/>
                  <a:gd name="T4" fmla="*/ 37 w 49"/>
                  <a:gd name="T5" fmla="*/ 9 h 37"/>
                  <a:gd name="T6" fmla="*/ 49 w 49"/>
                  <a:gd name="T7" fmla="*/ 30 h 37"/>
                  <a:gd name="T8" fmla="*/ 49 w 49"/>
                  <a:gd name="T9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" h="37">
                    <a:moveTo>
                      <a:pt x="0" y="3"/>
                    </a:moveTo>
                    <a:cubicBezTo>
                      <a:pt x="9" y="3"/>
                      <a:pt x="16" y="0"/>
                      <a:pt x="16" y="0"/>
                    </a:cubicBezTo>
                    <a:cubicBezTo>
                      <a:pt x="37" y="9"/>
                      <a:pt x="37" y="9"/>
                      <a:pt x="37" y="9"/>
                    </a:cubicBezTo>
                    <a:cubicBezTo>
                      <a:pt x="49" y="15"/>
                      <a:pt x="49" y="30"/>
                      <a:pt x="49" y="30"/>
                    </a:cubicBezTo>
                    <a:cubicBezTo>
                      <a:pt x="49" y="37"/>
                      <a:pt x="49" y="37"/>
                      <a:pt x="49" y="37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584" name="Freeform 86">
                <a:extLst>
                  <a:ext uri="{FF2B5EF4-FFF2-40B4-BE49-F238E27FC236}">
                    <a16:creationId xmlns:a16="http://schemas.microsoft.com/office/drawing/2014/main" id="{E2F5F709-DCE2-4F36-AAE9-BD9C834D82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7960" y="4126467"/>
                <a:ext cx="65322" cy="139354"/>
              </a:xfrm>
              <a:custGeom>
                <a:avLst/>
                <a:gdLst>
                  <a:gd name="T0" fmla="*/ 9 w 20"/>
                  <a:gd name="T1" fmla="*/ 43 h 43"/>
                  <a:gd name="T2" fmla="*/ 20 w 20"/>
                  <a:gd name="T3" fmla="*/ 24 h 43"/>
                  <a:gd name="T4" fmla="*/ 18 w 20"/>
                  <a:gd name="T5" fmla="*/ 10 h 43"/>
                  <a:gd name="T6" fmla="*/ 8 w 20"/>
                  <a:gd name="T7" fmla="*/ 2 h 43"/>
                  <a:gd name="T8" fmla="*/ 0 w 20"/>
                  <a:gd name="T9" fmla="*/ 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43">
                    <a:moveTo>
                      <a:pt x="9" y="43"/>
                    </a:moveTo>
                    <a:cubicBezTo>
                      <a:pt x="19" y="37"/>
                      <a:pt x="18" y="33"/>
                      <a:pt x="20" y="24"/>
                    </a:cubicBezTo>
                    <a:cubicBezTo>
                      <a:pt x="20" y="19"/>
                      <a:pt x="20" y="14"/>
                      <a:pt x="18" y="10"/>
                    </a:cubicBezTo>
                    <a:cubicBezTo>
                      <a:pt x="16" y="6"/>
                      <a:pt x="12" y="3"/>
                      <a:pt x="8" y="2"/>
                    </a:cubicBezTo>
                    <a:cubicBezTo>
                      <a:pt x="5" y="1"/>
                      <a:pt x="3" y="0"/>
                      <a:pt x="0" y="0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sp>
        <p:nvSpPr>
          <p:cNvPr id="2116954818" name="TextBox 2116954817"/>
          <p:cNvSpPr txBox="1"/>
          <p:nvPr/>
        </p:nvSpPr>
        <p:spPr>
          <a:xfrm>
            <a:off x="10341864" y="2916936"/>
            <a:ext cx="1143000" cy="646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700" b="1" dirty="0">
                <a:solidFill>
                  <a:srgbClr val="000000"/>
                </a:solidFill>
              </a:rPr>
              <a:t>Ответственный за данные</a:t>
            </a:r>
            <a:r>
              <a:rPr sz="700" b="0" dirty="0" err="1">
                <a:solidFill>
                  <a:srgbClr val="000000"/>
                </a:solidFill>
              </a:rPr>
              <a:t> отвечает за полноту профиля и предлагает недостающие источники</a:t>
            </a:r>
            <a:endParaRPr sz="700" b="0" dirty="0">
              <a:solidFill>
                <a:srgbClr val="000000"/>
              </a:solidFill>
            </a:endParaRPr>
          </a:p>
        </p:txBody>
      </p:sp>
      <p:cxnSp>
        <p:nvCxnSpPr>
          <p:cNvPr id="301585" name="GreyLineSeparatorDefault 3092"/>
          <p:cNvCxnSpPr/>
          <p:nvPr/>
        </p:nvCxnSpPr>
        <p:spPr bwMode="auto">
          <a:xfrm>
            <a:off x="8403336" y="3575304"/>
            <a:ext cx="3063240" cy="0"/>
          </a:xfrm>
          <a:prstGeom prst="straightConnector1">
            <a:avLst/>
          </a:prstGeom>
          <a:ln w="6350" cap="sq">
            <a:solidFill>
              <a:srgbClr val="D0D0D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6954819" name="TextBox 2116954818"/>
          <p:cNvSpPr txBox="1"/>
          <p:nvPr/>
        </p:nvSpPr>
        <p:spPr>
          <a:xfrm>
            <a:off x="8403336" y="3648456"/>
            <a:ext cx="3063240" cy="1371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900" b="1">
                <a:solidFill>
                  <a:srgbClr val="EF3124"/>
                </a:solidFill>
              </a:rPr>
              <a:t>Решение по кредиту</a:t>
            </a:r>
          </a:p>
        </p:txBody>
      </p:sp>
      <p:grpSp>
        <p:nvGrpSpPr>
          <p:cNvPr id="301586" name="Группа 56">
            <a:extLst>
              <a:ext uri="{FF2B5EF4-FFF2-40B4-BE49-F238E27FC236}">
                <a16:creationId xmlns:a16="http://schemas.microsoft.com/office/drawing/2014/main" id="{9C571B3F-041A-4263-85F9-4C0DD0A441AA}"/>
              </a:ext>
            </a:extLst>
          </p:cNvPr>
          <p:cNvGrpSpPr/>
          <p:nvPr/>
        </p:nvGrpSpPr>
        <p:grpSpPr>
          <a:xfrm>
            <a:off x="8403336" y="3858768"/>
            <a:ext cx="338328" cy="338328"/>
            <a:chOff x="1290654" y="2031534"/>
            <a:chExt cx="342067" cy="342067"/>
          </a:xfrm>
        </p:grpSpPr>
        <p:sp>
          <p:nvSpPr>
            <p:cNvPr id="301587" name="Oval 3013"/>
            <p:cNvSpPr>
              <a:spLocks noChangeAspect="1"/>
            </p:cNvSpPr>
            <p:nvPr/>
          </p:nvSpPr>
          <p:spPr bwMode="auto">
            <a:xfrm>
              <a:off x="1290654" y="2031534"/>
              <a:ext cx="342067" cy="342067"/>
            </a:xfrm>
            <a:prstGeom prst="ellipse">
              <a:avLst/>
            </a:prstGeom>
            <a:solidFill>
              <a:schemeClr val="tx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defRPr/>
              </a:pPr>
              <a:endParaRPr lang="en-NZ" sz="1600" b="0" i="0" u="none" strike="noStrike" cap="none" spc="0">
                <a:ln>
                  <a:noFill/>
                </a:ln>
                <a:solidFill>
                  <a:srgbClr val="051C2C"/>
                </a:solidFill>
                <a:ea typeface="Arial"/>
                <a:cs typeface="Arial"/>
              </a:endParaRPr>
            </a:p>
          </p:txBody>
        </p:sp>
        <p:grpSp>
          <p:nvGrpSpPr>
            <p:cNvPr id="301588" name="Group 4119">
              <a:extLst>
                <a:ext uri="{FF2B5EF4-FFF2-40B4-BE49-F238E27FC236}">
                  <a16:creationId xmlns:a16="http://schemas.microsoft.com/office/drawing/2014/main" id="{DA332F9F-1969-4964-9D2C-B36AC8B1F239}"/>
                </a:ext>
              </a:extLst>
            </p:cNvPr>
            <p:cNvGrpSpPr/>
            <p:nvPr/>
          </p:nvGrpSpPr>
          <p:grpSpPr>
            <a:xfrm>
              <a:off x="1351080" y="2106488"/>
              <a:ext cx="221215" cy="192158"/>
              <a:chOff x="506347" y="4038281"/>
              <a:chExt cx="621654" cy="540000"/>
            </a:xfrm>
          </p:grpSpPr>
          <p:sp>
            <p:nvSpPr>
              <p:cNvPr id="301589" name="Freeform 75">
                <a:extLst>
                  <a:ext uri="{FF2B5EF4-FFF2-40B4-BE49-F238E27FC236}">
                    <a16:creationId xmlns:a16="http://schemas.microsoft.com/office/drawing/2014/main" id="{81A2D3FD-0282-433E-B6D8-E99F315A46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6509" y="4327878"/>
                <a:ext cx="212299" cy="250403"/>
              </a:xfrm>
              <a:custGeom>
                <a:avLst/>
                <a:gdLst>
                  <a:gd name="T0" fmla="*/ 65 w 65"/>
                  <a:gd name="T1" fmla="*/ 77 h 77"/>
                  <a:gd name="T2" fmla="*/ 40 w 65"/>
                  <a:gd name="T3" fmla="*/ 18 h 77"/>
                  <a:gd name="T4" fmla="*/ 0 w 65"/>
                  <a:gd name="T5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5" h="77">
                    <a:moveTo>
                      <a:pt x="65" y="77"/>
                    </a:moveTo>
                    <a:cubicBezTo>
                      <a:pt x="65" y="77"/>
                      <a:pt x="65" y="31"/>
                      <a:pt x="40" y="18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590" name="Freeform 76">
                <a:extLst>
                  <a:ext uri="{FF2B5EF4-FFF2-40B4-BE49-F238E27FC236}">
                    <a16:creationId xmlns:a16="http://schemas.microsoft.com/office/drawing/2014/main" id="{595BA40D-39B3-43E8-A56C-CDA1FAA6CD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5541" y="4327878"/>
                <a:ext cx="213387" cy="250403"/>
              </a:xfrm>
              <a:custGeom>
                <a:avLst/>
                <a:gdLst>
                  <a:gd name="T0" fmla="*/ 0 w 65"/>
                  <a:gd name="T1" fmla="*/ 77 h 77"/>
                  <a:gd name="T2" fmla="*/ 25 w 65"/>
                  <a:gd name="T3" fmla="*/ 18 h 77"/>
                  <a:gd name="T4" fmla="*/ 65 w 65"/>
                  <a:gd name="T5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5" h="77">
                    <a:moveTo>
                      <a:pt x="0" y="77"/>
                    </a:moveTo>
                    <a:cubicBezTo>
                      <a:pt x="0" y="77"/>
                      <a:pt x="0" y="31"/>
                      <a:pt x="25" y="18"/>
                    </a:cubicBezTo>
                    <a:cubicBezTo>
                      <a:pt x="65" y="0"/>
                      <a:pt x="65" y="0"/>
                      <a:pt x="65" y="0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591" name="Freeform 77">
                <a:extLst>
                  <a:ext uri="{FF2B5EF4-FFF2-40B4-BE49-F238E27FC236}">
                    <a16:creationId xmlns:a16="http://schemas.microsoft.com/office/drawing/2014/main" id="{EFA28CB1-22E2-48FC-AAA1-4D8F9873C1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315" y="4347474"/>
                <a:ext cx="91451" cy="81654"/>
              </a:xfrm>
              <a:custGeom>
                <a:avLst/>
                <a:gdLst>
                  <a:gd name="T0" fmla="*/ 25 w 28"/>
                  <a:gd name="T1" fmla="*/ 0 h 25"/>
                  <a:gd name="T2" fmla="*/ 28 w 28"/>
                  <a:gd name="T3" fmla="*/ 25 h 25"/>
                  <a:gd name="T4" fmla="*/ 0 w 28"/>
                  <a:gd name="T5" fmla="*/ 6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8" h="25">
                    <a:moveTo>
                      <a:pt x="25" y="0"/>
                    </a:moveTo>
                    <a:cubicBezTo>
                      <a:pt x="28" y="25"/>
                      <a:pt x="28" y="25"/>
                      <a:pt x="28" y="25"/>
                    </a:cubicBezTo>
                    <a:cubicBezTo>
                      <a:pt x="8" y="20"/>
                      <a:pt x="0" y="6"/>
                      <a:pt x="0" y="6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592" name="Freeform 78">
                <a:extLst>
                  <a:ext uri="{FF2B5EF4-FFF2-40B4-BE49-F238E27FC236}">
                    <a16:creationId xmlns:a16="http://schemas.microsoft.com/office/drawing/2014/main" id="{1971F839-F0D6-40A7-B99B-58E604867C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6670" y="4347474"/>
                <a:ext cx="91451" cy="81654"/>
              </a:xfrm>
              <a:custGeom>
                <a:avLst/>
                <a:gdLst>
                  <a:gd name="T0" fmla="*/ 3 w 28"/>
                  <a:gd name="T1" fmla="*/ 0 h 25"/>
                  <a:gd name="T2" fmla="*/ 0 w 28"/>
                  <a:gd name="T3" fmla="*/ 25 h 25"/>
                  <a:gd name="T4" fmla="*/ 28 w 28"/>
                  <a:gd name="T5" fmla="*/ 6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8" h="25">
                    <a:moveTo>
                      <a:pt x="3" y="0"/>
                    </a:moveTo>
                    <a:cubicBezTo>
                      <a:pt x="0" y="25"/>
                      <a:pt x="0" y="25"/>
                      <a:pt x="0" y="25"/>
                    </a:cubicBezTo>
                    <a:cubicBezTo>
                      <a:pt x="20" y="20"/>
                      <a:pt x="28" y="6"/>
                      <a:pt x="28" y="6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593" name="Freeform 79">
                <a:extLst>
                  <a:ext uri="{FF2B5EF4-FFF2-40B4-BE49-F238E27FC236}">
                    <a16:creationId xmlns:a16="http://schemas.microsoft.com/office/drawing/2014/main" id="{61DE40DC-22A4-462C-9FA8-8465EC110D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315" y="4367071"/>
                <a:ext cx="26129" cy="211210"/>
              </a:xfrm>
              <a:custGeom>
                <a:avLst/>
                <a:gdLst>
                  <a:gd name="T0" fmla="*/ 0 w 8"/>
                  <a:gd name="T1" fmla="*/ 0 h 65"/>
                  <a:gd name="T2" fmla="*/ 0 w 8"/>
                  <a:gd name="T3" fmla="*/ 19 h 65"/>
                  <a:gd name="T4" fmla="*/ 6 w 8"/>
                  <a:gd name="T5" fmla="*/ 65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" h="65">
                    <a:moveTo>
                      <a:pt x="0" y="0"/>
                    </a:moveTo>
                    <a:cubicBezTo>
                      <a:pt x="0" y="0"/>
                      <a:pt x="8" y="11"/>
                      <a:pt x="0" y="19"/>
                    </a:cubicBezTo>
                    <a:cubicBezTo>
                      <a:pt x="0" y="19"/>
                      <a:pt x="6" y="55"/>
                      <a:pt x="6" y="65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594" name="Freeform 80">
                <a:extLst>
                  <a:ext uri="{FF2B5EF4-FFF2-40B4-BE49-F238E27FC236}">
                    <a16:creationId xmlns:a16="http://schemas.microsoft.com/office/drawing/2014/main" id="{E21483C4-4675-4474-A4E7-DDBEB12674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1993" y="4367071"/>
                <a:ext cx="26129" cy="211210"/>
              </a:xfrm>
              <a:custGeom>
                <a:avLst/>
                <a:gdLst>
                  <a:gd name="T0" fmla="*/ 2 w 8"/>
                  <a:gd name="T1" fmla="*/ 65 h 65"/>
                  <a:gd name="T2" fmla="*/ 8 w 8"/>
                  <a:gd name="T3" fmla="*/ 19 h 65"/>
                  <a:gd name="T4" fmla="*/ 8 w 8"/>
                  <a:gd name="T5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" h="65">
                    <a:moveTo>
                      <a:pt x="2" y="65"/>
                    </a:moveTo>
                    <a:cubicBezTo>
                      <a:pt x="2" y="55"/>
                      <a:pt x="8" y="19"/>
                      <a:pt x="8" y="19"/>
                    </a:cubicBezTo>
                    <a:cubicBezTo>
                      <a:pt x="0" y="11"/>
                      <a:pt x="8" y="0"/>
                      <a:pt x="8" y="0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595" name="Freeform 81">
                <a:extLst>
                  <a:ext uri="{FF2B5EF4-FFF2-40B4-BE49-F238E27FC236}">
                    <a16:creationId xmlns:a16="http://schemas.microsoft.com/office/drawing/2014/main" id="{13C61A58-A9FB-4EC0-A94B-A0CE74C3A0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3404" y="4038281"/>
                <a:ext cx="228629" cy="260201"/>
              </a:xfrm>
              <a:custGeom>
                <a:avLst/>
                <a:gdLst>
                  <a:gd name="T0" fmla="*/ 47 w 70"/>
                  <a:gd name="T1" fmla="*/ 80 h 80"/>
                  <a:gd name="T2" fmla="*/ 68 w 70"/>
                  <a:gd name="T3" fmla="*/ 41 h 80"/>
                  <a:gd name="T4" fmla="*/ 66 w 70"/>
                  <a:gd name="T5" fmla="*/ 16 h 80"/>
                  <a:gd name="T6" fmla="*/ 48 w 70"/>
                  <a:gd name="T7" fmla="*/ 2 h 80"/>
                  <a:gd name="T8" fmla="*/ 35 w 70"/>
                  <a:gd name="T9" fmla="*/ 0 h 80"/>
                  <a:gd name="T10" fmla="*/ 22 w 70"/>
                  <a:gd name="T11" fmla="*/ 2 h 80"/>
                  <a:gd name="T12" fmla="*/ 4 w 70"/>
                  <a:gd name="T13" fmla="*/ 16 h 80"/>
                  <a:gd name="T14" fmla="*/ 2 w 70"/>
                  <a:gd name="T15" fmla="*/ 41 h 80"/>
                  <a:gd name="T16" fmla="*/ 23 w 70"/>
                  <a:gd name="T17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0" h="80">
                    <a:moveTo>
                      <a:pt x="47" y="80"/>
                    </a:moveTo>
                    <a:cubicBezTo>
                      <a:pt x="65" y="72"/>
                      <a:pt x="67" y="56"/>
                      <a:pt x="68" y="41"/>
                    </a:cubicBezTo>
                    <a:cubicBezTo>
                      <a:pt x="69" y="33"/>
                      <a:pt x="70" y="24"/>
                      <a:pt x="66" y="16"/>
                    </a:cubicBezTo>
                    <a:cubicBezTo>
                      <a:pt x="62" y="9"/>
                      <a:pt x="55" y="4"/>
                      <a:pt x="48" y="2"/>
                    </a:cubicBezTo>
                    <a:cubicBezTo>
                      <a:pt x="44" y="0"/>
                      <a:pt x="39" y="0"/>
                      <a:pt x="35" y="0"/>
                    </a:cubicBezTo>
                    <a:cubicBezTo>
                      <a:pt x="31" y="0"/>
                      <a:pt x="26" y="0"/>
                      <a:pt x="22" y="2"/>
                    </a:cubicBezTo>
                    <a:cubicBezTo>
                      <a:pt x="15" y="4"/>
                      <a:pt x="8" y="9"/>
                      <a:pt x="4" y="16"/>
                    </a:cubicBezTo>
                    <a:cubicBezTo>
                      <a:pt x="0" y="24"/>
                      <a:pt x="1" y="33"/>
                      <a:pt x="2" y="41"/>
                    </a:cubicBezTo>
                    <a:cubicBezTo>
                      <a:pt x="3" y="56"/>
                      <a:pt x="5" y="72"/>
                      <a:pt x="23" y="80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596" name="Freeform 82">
                <a:extLst>
                  <a:ext uri="{FF2B5EF4-FFF2-40B4-BE49-F238E27FC236}">
                    <a16:creationId xmlns:a16="http://schemas.microsoft.com/office/drawing/2014/main" id="{6B513F64-85B8-4C44-B79C-35906A2A0B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8928" y="4288684"/>
                <a:ext cx="117580" cy="78387"/>
              </a:xfrm>
              <a:custGeom>
                <a:avLst/>
                <a:gdLst>
                  <a:gd name="T0" fmla="*/ 36 w 36"/>
                  <a:gd name="T1" fmla="*/ 0 h 24"/>
                  <a:gd name="T2" fmla="*/ 36 w 36"/>
                  <a:gd name="T3" fmla="*/ 6 h 24"/>
                  <a:gd name="T4" fmla="*/ 18 w 36"/>
                  <a:gd name="T5" fmla="*/ 24 h 24"/>
                  <a:gd name="T6" fmla="*/ 18 w 36"/>
                  <a:gd name="T7" fmla="*/ 24 h 24"/>
                  <a:gd name="T8" fmla="*/ 0 w 36"/>
                  <a:gd name="T9" fmla="*/ 6 h 24"/>
                  <a:gd name="T10" fmla="*/ 0 w 36"/>
                  <a:gd name="T11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" h="24">
                    <a:moveTo>
                      <a:pt x="36" y="0"/>
                    </a:moveTo>
                    <a:cubicBezTo>
                      <a:pt x="36" y="6"/>
                      <a:pt x="36" y="6"/>
                      <a:pt x="36" y="6"/>
                    </a:cubicBezTo>
                    <a:cubicBezTo>
                      <a:pt x="36" y="16"/>
                      <a:pt x="2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8" y="24"/>
                      <a:pt x="0" y="16"/>
                      <a:pt x="0" y="6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597" name="Freeform 83">
                <a:extLst>
                  <a:ext uri="{FF2B5EF4-FFF2-40B4-BE49-F238E27FC236}">
                    <a16:creationId xmlns:a16="http://schemas.microsoft.com/office/drawing/2014/main" id="{C339E02F-1E14-434D-A832-1A179C190D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6347" y="4308281"/>
                <a:ext cx="161129" cy="120847"/>
              </a:xfrm>
              <a:custGeom>
                <a:avLst/>
                <a:gdLst>
                  <a:gd name="T0" fmla="*/ 49 w 49"/>
                  <a:gd name="T1" fmla="*/ 3 h 37"/>
                  <a:gd name="T2" fmla="*/ 33 w 49"/>
                  <a:gd name="T3" fmla="*/ 0 h 37"/>
                  <a:gd name="T4" fmla="*/ 12 w 49"/>
                  <a:gd name="T5" fmla="*/ 9 h 37"/>
                  <a:gd name="T6" fmla="*/ 0 w 49"/>
                  <a:gd name="T7" fmla="*/ 30 h 37"/>
                  <a:gd name="T8" fmla="*/ 0 w 49"/>
                  <a:gd name="T9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" h="37">
                    <a:moveTo>
                      <a:pt x="49" y="3"/>
                    </a:moveTo>
                    <a:cubicBezTo>
                      <a:pt x="40" y="3"/>
                      <a:pt x="33" y="0"/>
                      <a:pt x="33" y="0"/>
                    </a:cubicBezTo>
                    <a:cubicBezTo>
                      <a:pt x="12" y="9"/>
                      <a:pt x="12" y="9"/>
                      <a:pt x="12" y="9"/>
                    </a:cubicBezTo>
                    <a:cubicBezTo>
                      <a:pt x="0" y="15"/>
                      <a:pt x="0" y="30"/>
                      <a:pt x="0" y="30"/>
                    </a:cubicBezTo>
                    <a:cubicBezTo>
                      <a:pt x="0" y="37"/>
                      <a:pt x="0" y="37"/>
                      <a:pt x="0" y="37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598" name="Freeform 84">
                <a:extLst>
                  <a:ext uri="{FF2B5EF4-FFF2-40B4-BE49-F238E27FC236}">
                    <a16:creationId xmlns:a16="http://schemas.microsoft.com/office/drawing/2014/main" id="{5CB58A45-97EF-4F03-8667-EE86EF7ECF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1065" y="4126467"/>
                <a:ext cx="66411" cy="139354"/>
              </a:xfrm>
              <a:custGeom>
                <a:avLst/>
                <a:gdLst>
                  <a:gd name="T0" fmla="*/ 20 w 20"/>
                  <a:gd name="T1" fmla="*/ 0 h 43"/>
                  <a:gd name="T2" fmla="*/ 12 w 20"/>
                  <a:gd name="T3" fmla="*/ 2 h 43"/>
                  <a:gd name="T4" fmla="*/ 2 w 20"/>
                  <a:gd name="T5" fmla="*/ 10 h 43"/>
                  <a:gd name="T6" fmla="*/ 0 w 20"/>
                  <a:gd name="T7" fmla="*/ 24 h 43"/>
                  <a:gd name="T8" fmla="*/ 11 w 20"/>
                  <a:gd name="T9" fmla="*/ 4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43">
                    <a:moveTo>
                      <a:pt x="20" y="0"/>
                    </a:moveTo>
                    <a:cubicBezTo>
                      <a:pt x="17" y="0"/>
                      <a:pt x="15" y="1"/>
                      <a:pt x="12" y="2"/>
                    </a:cubicBezTo>
                    <a:cubicBezTo>
                      <a:pt x="8" y="3"/>
                      <a:pt x="4" y="6"/>
                      <a:pt x="2" y="10"/>
                    </a:cubicBezTo>
                    <a:cubicBezTo>
                      <a:pt x="0" y="14"/>
                      <a:pt x="0" y="19"/>
                      <a:pt x="0" y="24"/>
                    </a:cubicBezTo>
                    <a:cubicBezTo>
                      <a:pt x="2" y="33"/>
                      <a:pt x="1" y="37"/>
                      <a:pt x="11" y="43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599" name="Freeform 85">
                <a:extLst>
                  <a:ext uri="{FF2B5EF4-FFF2-40B4-BE49-F238E27FC236}">
                    <a16:creationId xmlns:a16="http://schemas.microsoft.com/office/drawing/2014/main" id="{404C149B-9CB5-4D82-A6AD-E09556A65C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7960" y="4308281"/>
                <a:ext cx="160041" cy="120847"/>
              </a:xfrm>
              <a:custGeom>
                <a:avLst/>
                <a:gdLst>
                  <a:gd name="T0" fmla="*/ 0 w 49"/>
                  <a:gd name="T1" fmla="*/ 3 h 37"/>
                  <a:gd name="T2" fmla="*/ 16 w 49"/>
                  <a:gd name="T3" fmla="*/ 0 h 37"/>
                  <a:gd name="T4" fmla="*/ 37 w 49"/>
                  <a:gd name="T5" fmla="*/ 9 h 37"/>
                  <a:gd name="T6" fmla="*/ 49 w 49"/>
                  <a:gd name="T7" fmla="*/ 30 h 37"/>
                  <a:gd name="T8" fmla="*/ 49 w 49"/>
                  <a:gd name="T9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" h="37">
                    <a:moveTo>
                      <a:pt x="0" y="3"/>
                    </a:moveTo>
                    <a:cubicBezTo>
                      <a:pt x="9" y="3"/>
                      <a:pt x="16" y="0"/>
                      <a:pt x="16" y="0"/>
                    </a:cubicBezTo>
                    <a:cubicBezTo>
                      <a:pt x="37" y="9"/>
                      <a:pt x="37" y="9"/>
                      <a:pt x="37" y="9"/>
                    </a:cubicBezTo>
                    <a:cubicBezTo>
                      <a:pt x="49" y="15"/>
                      <a:pt x="49" y="30"/>
                      <a:pt x="49" y="30"/>
                    </a:cubicBezTo>
                    <a:cubicBezTo>
                      <a:pt x="49" y="37"/>
                      <a:pt x="49" y="37"/>
                      <a:pt x="49" y="37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600" name="Freeform 86">
                <a:extLst>
                  <a:ext uri="{FF2B5EF4-FFF2-40B4-BE49-F238E27FC236}">
                    <a16:creationId xmlns:a16="http://schemas.microsoft.com/office/drawing/2014/main" id="{E2F5F709-DCE2-4F36-AAE9-BD9C834D82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7960" y="4126467"/>
                <a:ext cx="65322" cy="139354"/>
              </a:xfrm>
              <a:custGeom>
                <a:avLst/>
                <a:gdLst>
                  <a:gd name="T0" fmla="*/ 9 w 20"/>
                  <a:gd name="T1" fmla="*/ 43 h 43"/>
                  <a:gd name="T2" fmla="*/ 20 w 20"/>
                  <a:gd name="T3" fmla="*/ 24 h 43"/>
                  <a:gd name="T4" fmla="*/ 18 w 20"/>
                  <a:gd name="T5" fmla="*/ 10 h 43"/>
                  <a:gd name="T6" fmla="*/ 8 w 20"/>
                  <a:gd name="T7" fmla="*/ 2 h 43"/>
                  <a:gd name="T8" fmla="*/ 0 w 20"/>
                  <a:gd name="T9" fmla="*/ 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43">
                    <a:moveTo>
                      <a:pt x="9" y="43"/>
                    </a:moveTo>
                    <a:cubicBezTo>
                      <a:pt x="19" y="37"/>
                      <a:pt x="18" y="33"/>
                      <a:pt x="20" y="24"/>
                    </a:cubicBezTo>
                    <a:cubicBezTo>
                      <a:pt x="20" y="19"/>
                      <a:pt x="20" y="14"/>
                      <a:pt x="18" y="10"/>
                    </a:cubicBezTo>
                    <a:cubicBezTo>
                      <a:pt x="16" y="6"/>
                      <a:pt x="12" y="3"/>
                      <a:pt x="8" y="2"/>
                    </a:cubicBezTo>
                    <a:cubicBezTo>
                      <a:pt x="5" y="1"/>
                      <a:pt x="3" y="0"/>
                      <a:pt x="0" y="0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sp>
        <p:nvSpPr>
          <p:cNvPr id="2116954820" name="TextBox 2116954819"/>
          <p:cNvSpPr txBox="1"/>
          <p:nvPr/>
        </p:nvSpPr>
        <p:spPr>
          <a:xfrm>
            <a:off x="8814816" y="3858768"/>
            <a:ext cx="1033271" cy="5386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700" b="1" dirty="0" err="1">
                <a:solidFill>
                  <a:srgbClr val="000000"/>
                </a:solidFill>
              </a:rPr>
              <a:t>Риски</a:t>
            </a:r>
            <a:r>
              <a:rPr sz="700" b="0" dirty="0">
                <a:solidFill>
                  <a:srgbClr val="000000"/>
                </a:solidFill>
              </a:rPr>
              <a:t> точнее определяют лимит предодобренного кредита за счёт моделей и правил на профиле</a:t>
            </a:r>
            <a:endParaRPr sz="700" b="0" dirty="0">
              <a:solidFill>
                <a:srgbClr val="000000"/>
              </a:solidFill>
            </a:endParaRPr>
          </a:p>
        </p:txBody>
      </p:sp>
      <p:sp>
        <p:nvSpPr>
          <p:cNvPr id="2116954821" name="Oval 2116954820"/>
          <p:cNvSpPr/>
          <p:nvPr/>
        </p:nvSpPr>
        <p:spPr>
          <a:xfrm>
            <a:off x="9930384" y="3858768"/>
            <a:ext cx="338328" cy="338328"/>
          </a:xfrm>
          <a:prstGeom prst="ellipse">
            <a:avLst/>
          </a:prstGeom>
          <a:noFill/>
          <a:ln w="635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6954822" name="Can 2116954821"/>
          <p:cNvSpPr/>
          <p:nvPr/>
        </p:nvSpPr>
        <p:spPr>
          <a:xfrm>
            <a:off x="10028499" y="3943350"/>
            <a:ext cx="142097" cy="169164"/>
          </a:xfrm>
          <a:prstGeom prst="can">
            <a:avLst>
              <a:gd name="adj" fmla="val 22000"/>
            </a:avLst>
          </a:prstGeom>
          <a:noFill/>
          <a:ln w="635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6954823" name="TextBox 2116954822"/>
          <p:cNvSpPr txBox="1"/>
          <p:nvPr/>
        </p:nvSpPr>
        <p:spPr>
          <a:xfrm>
            <a:off x="10341864" y="3858768"/>
            <a:ext cx="1143000" cy="646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700" b="1" dirty="0" err="1">
                <a:solidFill>
                  <a:srgbClr val="000000"/>
                </a:solidFill>
              </a:rPr>
              <a:t>Система принятия решений</a:t>
            </a:r>
            <a:r>
              <a:rPr sz="700" b="0" dirty="0" err="1">
                <a:solidFill>
                  <a:srgbClr val="000000"/>
                </a:solidFill>
              </a:rPr>
              <a:t> рассчитывает предложение и заявку на едином профиле и сразу получает новые модели</a:t>
            </a:r>
            <a:endParaRPr sz="700" b="0" dirty="0">
              <a:solidFill>
                <a:srgbClr val="000000"/>
              </a:solidFill>
            </a:endParaRPr>
          </a:p>
        </p:txBody>
      </p:sp>
      <p:cxnSp>
        <p:nvCxnSpPr>
          <p:cNvPr id="301601" name="GreyLineSeparatorDefault 3092"/>
          <p:cNvCxnSpPr/>
          <p:nvPr/>
        </p:nvCxnSpPr>
        <p:spPr bwMode="auto">
          <a:xfrm>
            <a:off x="8403336" y="4517136"/>
            <a:ext cx="3063240" cy="0"/>
          </a:xfrm>
          <a:prstGeom prst="straightConnector1">
            <a:avLst/>
          </a:prstGeom>
          <a:ln w="6350" cap="sq">
            <a:solidFill>
              <a:srgbClr val="D0D0D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6954824" name="TextBox 2116954823"/>
          <p:cNvSpPr txBox="1"/>
          <p:nvPr/>
        </p:nvSpPr>
        <p:spPr>
          <a:xfrm>
            <a:off x="8403336" y="4590288"/>
            <a:ext cx="3063240" cy="1371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900" b="1">
                <a:solidFill>
                  <a:srgbClr val="EF3124"/>
                </a:solidFill>
              </a:rPr>
              <a:t>Оперативный мониторинг</a:t>
            </a:r>
          </a:p>
        </p:txBody>
      </p:sp>
      <p:sp>
        <p:nvSpPr>
          <p:cNvPr id="2116954825" name="Oval 2116954824"/>
          <p:cNvSpPr/>
          <p:nvPr/>
        </p:nvSpPr>
        <p:spPr>
          <a:xfrm>
            <a:off x="8403336" y="4800600"/>
            <a:ext cx="338328" cy="338328"/>
          </a:xfrm>
          <a:prstGeom prst="ellipse">
            <a:avLst/>
          </a:prstGeom>
          <a:noFill/>
          <a:ln w="635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6954826" name="Can 2116954825"/>
          <p:cNvSpPr/>
          <p:nvPr/>
        </p:nvSpPr>
        <p:spPr>
          <a:xfrm>
            <a:off x="8501451" y="4885182"/>
            <a:ext cx="142097" cy="169164"/>
          </a:xfrm>
          <a:prstGeom prst="can">
            <a:avLst>
              <a:gd name="adj" fmla="val 22000"/>
            </a:avLst>
          </a:prstGeom>
          <a:noFill/>
          <a:ln w="635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6954827" name="TextBox 2116954826"/>
          <p:cNvSpPr txBox="1"/>
          <p:nvPr/>
        </p:nvSpPr>
        <p:spPr>
          <a:xfrm>
            <a:off x="8814816" y="4800600"/>
            <a:ext cx="1033271" cy="5386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700" b="1" dirty="0" err="1">
                <a:solidFill>
                  <a:srgbClr val="000000"/>
                </a:solidFill>
              </a:rPr>
              <a:t>Платформа</a:t>
            </a:r>
            <a:r>
              <a:rPr sz="700" b="0" dirty="0">
                <a:solidFill>
                  <a:srgbClr val="000000"/>
                </a:solidFill>
              </a:rPr>
              <a:t> ежедневно проверяет профиль и фиксирует триггеры изменения риска клиента</a:t>
            </a:r>
            <a:endParaRPr sz="700" b="0" dirty="0">
              <a:solidFill>
                <a:srgbClr val="000000"/>
              </a:solidFill>
            </a:endParaRPr>
          </a:p>
        </p:txBody>
      </p:sp>
      <p:grpSp>
        <p:nvGrpSpPr>
          <p:cNvPr id="301602" name="Группа 56">
            <a:extLst>
              <a:ext uri="{FF2B5EF4-FFF2-40B4-BE49-F238E27FC236}">
                <a16:creationId xmlns:a16="http://schemas.microsoft.com/office/drawing/2014/main" id="{9C571B3F-041A-4263-85F9-4C0DD0A441AA}"/>
              </a:ext>
            </a:extLst>
          </p:cNvPr>
          <p:cNvGrpSpPr/>
          <p:nvPr/>
        </p:nvGrpSpPr>
        <p:grpSpPr>
          <a:xfrm>
            <a:off x="9930384" y="4800600"/>
            <a:ext cx="338328" cy="338328"/>
            <a:chOff x="1290654" y="2031534"/>
            <a:chExt cx="342067" cy="342067"/>
          </a:xfrm>
        </p:grpSpPr>
        <p:sp>
          <p:nvSpPr>
            <p:cNvPr id="301603" name="Oval 3013"/>
            <p:cNvSpPr>
              <a:spLocks noChangeAspect="1"/>
            </p:cNvSpPr>
            <p:nvPr/>
          </p:nvSpPr>
          <p:spPr bwMode="auto">
            <a:xfrm>
              <a:off x="1290654" y="2031534"/>
              <a:ext cx="342067" cy="342067"/>
            </a:xfrm>
            <a:prstGeom prst="ellipse">
              <a:avLst/>
            </a:prstGeom>
            <a:solidFill>
              <a:schemeClr val="tx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defRPr/>
              </a:pPr>
              <a:endParaRPr lang="en-NZ" sz="1600" b="0" i="0" u="none" strike="noStrike" cap="none" spc="0">
                <a:ln>
                  <a:noFill/>
                </a:ln>
                <a:solidFill>
                  <a:srgbClr val="051C2C"/>
                </a:solidFill>
                <a:ea typeface="Arial"/>
                <a:cs typeface="Arial"/>
              </a:endParaRPr>
            </a:p>
          </p:txBody>
        </p:sp>
        <p:grpSp>
          <p:nvGrpSpPr>
            <p:cNvPr id="301604" name="Group 4119">
              <a:extLst>
                <a:ext uri="{FF2B5EF4-FFF2-40B4-BE49-F238E27FC236}">
                  <a16:creationId xmlns:a16="http://schemas.microsoft.com/office/drawing/2014/main" id="{DA332F9F-1969-4964-9D2C-B36AC8B1F239}"/>
                </a:ext>
              </a:extLst>
            </p:cNvPr>
            <p:cNvGrpSpPr/>
            <p:nvPr/>
          </p:nvGrpSpPr>
          <p:grpSpPr>
            <a:xfrm>
              <a:off x="1351080" y="2106488"/>
              <a:ext cx="221215" cy="192158"/>
              <a:chOff x="506347" y="4038281"/>
              <a:chExt cx="621654" cy="540000"/>
            </a:xfrm>
          </p:grpSpPr>
          <p:sp>
            <p:nvSpPr>
              <p:cNvPr id="301605" name="Freeform 75">
                <a:extLst>
                  <a:ext uri="{FF2B5EF4-FFF2-40B4-BE49-F238E27FC236}">
                    <a16:creationId xmlns:a16="http://schemas.microsoft.com/office/drawing/2014/main" id="{81A2D3FD-0282-433E-B6D8-E99F315A46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6509" y="4327878"/>
                <a:ext cx="212299" cy="250403"/>
              </a:xfrm>
              <a:custGeom>
                <a:avLst/>
                <a:gdLst>
                  <a:gd name="T0" fmla="*/ 65 w 65"/>
                  <a:gd name="T1" fmla="*/ 77 h 77"/>
                  <a:gd name="T2" fmla="*/ 40 w 65"/>
                  <a:gd name="T3" fmla="*/ 18 h 77"/>
                  <a:gd name="T4" fmla="*/ 0 w 65"/>
                  <a:gd name="T5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5" h="77">
                    <a:moveTo>
                      <a:pt x="65" y="77"/>
                    </a:moveTo>
                    <a:cubicBezTo>
                      <a:pt x="65" y="77"/>
                      <a:pt x="65" y="31"/>
                      <a:pt x="40" y="18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606" name="Freeform 76">
                <a:extLst>
                  <a:ext uri="{FF2B5EF4-FFF2-40B4-BE49-F238E27FC236}">
                    <a16:creationId xmlns:a16="http://schemas.microsoft.com/office/drawing/2014/main" id="{595BA40D-39B3-43E8-A56C-CDA1FAA6CD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5541" y="4327878"/>
                <a:ext cx="213387" cy="250403"/>
              </a:xfrm>
              <a:custGeom>
                <a:avLst/>
                <a:gdLst>
                  <a:gd name="T0" fmla="*/ 0 w 65"/>
                  <a:gd name="T1" fmla="*/ 77 h 77"/>
                  <a:gd name="T2" fmla="*/ 25 w 65"/>
                  <a:gd name="T3" fmla="*/ 18 h 77"/>
                  <a:gd name="T4" fmla="*/ 65 w 65"/>
                  <a:gd name="T5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5" h="77">
                    <a:moveTo>
                      <a:pt x="0" y="77"/>
                    </a:moveTo>
                    <a:cubicBezTo>
                      <a:pt x="0" y="77"/>
                      <a:pt x="0" y="31"/>
                      <a:pt x="25" y="18"/>
                    </a:cubicBezTo>
                    <a:cubicBezTo>
                      <a:pt x="65" y="0"/>
                      <a:pt x="65" y="0"/>
                      <a:pt x="65" y="0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607" name="Freeform 77">
                <a:extLst>
                  <a:ext uri="{FF2B5EF4-FFF2-40B4-BE49-F238E27FC236}">
                    <a16:creationId xmlns:a16="http://schemas.microsoft.com/office/drawing/2014/main" id="{EFA28CB1-22E2-48FC-AAA1-4D8F9873C1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315" y="4347474"/>
                <a:ext cx="91451" cy="81654"/>
              </a:xfrm>
              <a:custGeom>
                <a:avLst/>
                <a:gdLst>
                  <a:gd name="T0" fmla="*/ 25 w 28"/>
                  <a:gd name="T1" fmla="*/ 0 h 25"/>
                  <a:gd name="T2" fmla="*/ 28 w 28"/>
                  <a:gd name="T3" fmla="*/ 25 h 25"/>
                  <a:gd name="T4" fmla="*/ 0 w 28"/>
                  <a:gd name="T5" fmla="*/ 6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8" h="25">
                    <a:moveTo>
                      <a:pt x="25" y="0"/>
                    </a:moveTo>
                    <a:cubicBezTo>
                      <a:pt x="28" y="25"/>
                      <a:pt x="28" y="25"/>
                      <a:pt x="28" y="25"/>
                    </a:cubicBezTo>
                    <a:cubicBezTo>
                      <a:pt x="8" y="20"/>
                      <a:pt x="0" y="6"/>
                      <a:pt x="0" y="6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608" name="Freeform 78">
                <a:extLst>
                  <a:ext uri="{FF2B5EF4-FFF2-40B4-BE49-F238E27FC236}">
                    <a16:creationId xmlns:a16="http://schemas.microsoft.com/office/drawing/2014/main" id="{1971F839-F0D6-40A7-B99B-58E604867C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6670" y="4347474"/>
                <a:ext cx="91451" cy="81654"/>
              </a:xfrm>
              <a:custGeom>
                <a:avLst/>
                <a:gdLst>
                  <a:gd name="T0" fmla="*/ 3 w 28"/>
                  <a:gd name="T1" fmla="*/ 0 h 25"/>
                  <a:gd name="T2" fmla="*/ 0 w 28"/>
                  <a:gd name="T3" fmla="*/ 25 h 25"/>
                  <a:gd name="T4" fmla="*/ 28 w 28"/>
                  <a:gd name="T5" fmla="*/ 6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8" h="25">
                    <a:moveTo>
                      <a:pt x="3" y="0"/>
                    </a:moveTo>
                    <a:cubicBezTo>
                      <a:pt x="0" y="25"/>
                      <a:pt x="0" y="25"/>
                      <a:pt x="0" y="25"/>
                    </a:cubicBezTo>
                    <a:cubicBezTo>
                      <a:pt x="20" y="20"/>
                      <a:pt x="28" y="6"/>
                      <a:pt x="28" y="6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609" name="Freeform 79">
                <a:extLst>
                  <a:ext uri="{FF2B5EF4-FFF2-40B4-BE49-F238E27FC236}">
                    <a16:creationId xmlns:a16="http://schemas.microsoft.com/office/drawing/2014/main" id="{61DE40DC-22A4-462C-9FA8-8465EC110D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315" y="4367071"/>
                <a:ext cx="26129" cy="211210"/>
              </a:xfrm>
              <a:custGeom>
                <a:avLst/>
                <a:gdLst>
                  <a:gd name="T0" fmla="*/ 0 w 8"/>
                  <a:gd name="T1" fmla="*/ 0 h 65"/>
                  <a:gd name="T2" fmla="*/ 0 w 8"/>
                  <a:gd name="T3" fmla="*/ 19 h 65"/>
                  <a:gd name="T4" fmla="*/ 6 w 8"/>
                  <a:gd name="T5" fmla="*/ 65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" h="65">
                    <a:moveTo>
                      <a:pt x="0" y="0"/>
                    </a:moveTo>
                    <a:cubicBezTo>
                      <a:pt x="0" y="0"/>
                      <a:pt x="8" y="11"/>
                      <a:pt x="0" y="19"/>
                    </a:cubicBezTo>
                    <a:cubicBezTo>
                      <a:pt x="0" y="19"/>
                      <a:pt x="6" y="55"/>
                      <a:pt x="6" y="65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610" name="Freeform 80">
                <a:extLst>
                  <a:ext uri="{FF2B5EF4-FFF2-40B4-BE49-F238E27FC236}">
                    <a16:creationId xmlns:a16="http://schemas.microsoft.com/office/drawing/2014/main" id="{E21483C4-4675-4474-A4E7-DDBEB12674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1993" y="4367071"/>
                <a:ext cx="26129" cy="211210"/>
              </a:xfrm>
              <a:custGeom>
                <a:avLst/>
                <a:gdLst>
                  <a:gd name="T0" fmla="*/ 2 w 8"/>
                  <a:gd name="T1" fmla="*/ 65 h 65"/>
                  <a:gd name="T2" fmla="*/ 8 w 8"/>
                  <a:gd name="T3" fmla="*/ 19 h 65"/>
                  <a:gd name="T4" fmla="*/ 8 w 8"/>
                  <a:gd name="T5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" h="65">
                    <a:moveTo>
                      <a:pt x="2" y="65"/>
                    </a:moveTo>
                    <a:cubicBezTo>
                      <a:pt x="2" y="55"/>
                      <a:pt x="8" y="19"/>
                      <a:pt x="8" y="19"/>
                    </a:cubicBezTo>
                    <a:cubicBezTo>
                      <a:pt x="0" y="11"/>
                      <a:pt x="8" y="0"/>
                      <a:pt x="8" y="0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611" name="Freeform 81">
                <a:extLst>
                  <a:ext uri="{FF2B5EF4-FFF2-40B4-BE49-F238E27FC236}">
                    <a16:creationId xmlns:a16="http://schemas.microsoft.com/office/drawing/2014/main" id="{13C61A58-A9FB-4EC0-A94B-A0CE74C3A0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3404" y="4038281"/>
                <a:ext cx="228629" cy="260201"/>
              </a:xfrm>
              <a:custGeom>
                <a:avLst/>
                <a:gdLst>
                  <a:gd name="T0" fmla="*/ 47 w 70"/>
                  <a:gd name="T1" fmla="*/ 80 h 80"/>
                  <a:gd name="T2" fmla="*/ 68 w 70"/>
                  <a:gd name="T3" fmla="*/ 41 h 80"/>
                  <a:gd name="T4" fmla="*/ 66 w 70"/>
                  <a:gd name="T5" fmla="*/ 16 h 80"/>
                  <a:gd name="T6" fmla="*/ 48 w 70"/>
                  <a:gd name="T7" fmla="*/ 2 h 80"/>
                  <a:gd name="T8" fmla="*/ 35 w 70"/>
                  <a:gd name="T9" fmla="*/ 0 h 80"/>
                  <a:gd name="T10" fmla="*/ 22 w 70"/>
                  <a:gd name="T11" fmla="*/ 2 h 80"/>
                  <a:gd name="T12" fmla="*/ 4 w 70"/>
                  <a:gd name="T13" fmla="*/ 16 h 80"/>
                  <a:gd name="T14" fmla="*/ 2 w 70"/>
                  <a:gd name="T15" fmla="*/ 41 h 80"/>
                  <a:gd name="T16" fmla="*/ 23 w 70"/>
                  <a:gd name="T17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0" h="80">
                    <a:moveTo>
                      <a:pt x="47" y="80"/>
                    </a:moveTo>
                    <a:cubicBezTo>
                      <a:pt x="65" y="72"/>
                      <a:pt x="67" y="56"/>
                      <a:pt x="68" y="41"/>
                    </a:cubicBezTo>
                    <a:cubicBezTo>
                      <a:pt x="69" y="33"/>
                      <a:pt x="70" y="24"/>
                      <a:pt x="66" y="16"/>
                    </a:cubicBezTo>
                    <a:cubicBezTo>
                      <a:pt x="62" y="9"/>
                      <a:pt x="55" y="4"/>
                      <a:pt x="48" y="2"/>
                    </a:cubicBezTo>
                    <a:cubicBezTo>
                      <a:pt x="44" y="0"/>
                      <a:pt x="39" y="0"/>
                      <a:pt x="35" y="0"/>
                    </a:cubicBezTo>
                    <a:cubicBezTo>
                      <a:pt x="31" y="0"/>
                      <a:pt x="26" y="0"/>
                      <a:pt x="22" y="2"/>
                    </a:cubicBezTo>
                    <a:cubicBezTo>
                      <a:pt x="15" y="4"/>
                      <a:pt x="8" y="9"/>
                      <a:pt x="4" y="16"/>
                    </a:cubicBezTo>
                    <a:cubicBezTo>
                      <a:pt x="0" y="24"/>
                      <a:pt x="1" y="33"/>
                      <a:pt x="2" y="41"/>
                    </a:cubicBezTo>
                    <a:cubicBezTo>
                      <a:pt x="3" y="56"/>
                      <a:pt x="5" y="72"/>
                      <a:pt x="23" y="80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612" name="Freeform 82">
                <a:extLst>
                  <a:ext uri="{FF2B5EF4-FFF2-40B4-BE49-F238E27FC236}">
                    <a16:creationId xmlns:a16="http://schemas.microsoft.com/office/drawing/2014/main" id="{6B513F64-85B8-4C44-B79C-35906A2A0B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8928" y="4288684"/>
                <a:ext cx="117580" cy="78387"/>
              </a:xfrm>
              <a:custGeom>
                <a:avLst/>
                <a:gdLst>
                  <a:gd name="T0" fmla="*/ 36 w 36"/>
                  <a:gd name="T1" fmla="*/ 0 h 24"/>
                  <a:gd name="T2" fmla="*/ 36 w 36"/>
                  <a:gd name="T3" fmla="*/ 6 h 24"/>
                  <a:gd name="T4" fmla="*/ 18 w 36"/>
                  <a:gd name="T5" fmla="*/ 24 h 24"/>
                  <a:gd name="T6" fmla="*/ 18 w 36"/>
                  <a:gd name="T7" fmla="*/ 24 h 24"/>
                  <a:gd name="T8" fmla="*/ 0 w 36"/>
                  <a:gd name="T9" fmla="*/ 6 h 24"/>
                  <a:gd name="T10" fmla="*/ 0 w 36"/>
                  <a:gd name="T11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" h="24">
                    <a:moveTo>
                      <a:pt x="36" y="0"/>
                    </a:moveTo>
                    <a:cubicBezTo>
                      <a:pt x="36" y="6"/>
                      <a:pt x="36" y="6"/>
                      <a:pt x="36" y="6"/>
                    </a:cubicBezTo>
                    <a:cubicBezTo>
                      <a:pt x="36" y="16"/>
                      <a:pt x="2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8" y="24"/>
                      <a:pt x="0" y="16"/>
                      <a:pt x="0" y="6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613" name="Freeform 83">
                <a:extLst>
                  <a:ext uri="{FF2B5EF4-FFF2-40B4-BE49-F238E27FC236}">
                    <a16:creationId xmlns:a16="http://schemas.microsoft.com/office/drawing/2014/main" id="{C339E02F-1E14-434D-A832-1A179C190D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6347" y="4308281"/>
                <a:ext cx="161129" cy="120847"/>
              </a:xfrm>
              <a:custGeom>
                <a:avLst/>
                <a:gdLst>
                  <a:gd name="T0" fmla="*/ 49 w 49"/>
                  <a:gd name="T1" fmla="*/ 3 h 37"/>
                  <a:gd name="T2" fmla="*/ 33 w 49"/>
                  <a:gd name="T3" fmla="*/ 0 h 37"/>
                  <a:gd name="T4" fmla="*/ 12 w 49"/>
                  <a:gd name="T5" fmla="*/ 9 h 37"/>
                  <a:gd name="T6" fmla="*/ 0 w 49"/>
                  <a:gd name="T7" fmla="*/ 30 h 37"/>
                  <a:gd name="T8" fmla="*/ 0 w 49"/>
                  <a:gd name="T9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" h="37">
                    <a:moveTo>
                      <a:pt x="49" y="3"/>
                    </a:moveTo>
                    <a:cubicBezTo>
                      <a:pt x="40" y="3"/>
                      <a:pt x="33" y="0"/>
                      <a:pt x="33" y="0"/>
                    </a:cubicBezTo>
                    <a:cubicBezTo>
                      <a:pt x="12" y="9"/>
                      <a:pt x="12" y="9"/>
                      <a:pt x="12" y="9"/>
                    </a:cubicBezTo>
                    <a:cubicBezTo>
                      <a:pt x="0" y="15"/>
                      <a:pt x="0" y="30"/>
                      <a:pt x="0" y="30"/>
                    </a:cubicBezTo>
                    <a:cubicBezTo>
                      <a:pt x="0" y="37"/>
                      <a:pt x="0" y="37"/>
                      <a:pt x="0" y="37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614" name="Freeform 84">
                <a:extLst>
                  <a:ext uri="{FF2B5EF4-FFF2-40B4-BE49-F238E27FC236}">
                    <a16:creationId xmlns:a16="http://schemas.microsoft.com/office/drawing/2014/main" id="{5CB58A45-97EF-4F03-8667-EE86EF7ECF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1065" y="4126467"/>
                <a:ext cx="66411" cy="139354"/>
              </a:xfrm>
              <a:custGeom>
                <a:avLst/>
                <a:gdLst>
                  <a:gd name="T0" fmla="*/ 20 w 20"/>
                  <a:gd name="T1" fmla="*/ 0 h 43"/>
                  <a:gd name="T2" fmla="*/ 12 w 20"/>
                  <a:gd name="T3" fmla="*/ 2 h 43"/>
                  <a:gd name="T4" fmla="*/ 2 w 20"/>
                  <a:gd name="T5" fmla="*/ 10 h 43"/>
                  <a:gd name="T6" fmla="*/ 0 w 20"/>
                  <a:gd name="T7" fmla="*/ 24 h 43"/>
                  <a:gd name="T8" fmla="*/ 11 w 20"/>
                  <a:gd name="T9" fmla="*/ 4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43">
                    <a:moveTo>
                      <a:pt x="20" y="0"/>
                    </a:moveTo>
                    <a:cubicBezTo>
                      <a:pt x="17" y="0"/>
                      <a:pt x="15" y="1"/>
                      <a:pt x="12" y="2"/>
                    </a:cubicBezTo>
                    <a:cubicBezTo>
                      <a:pt x="8" y="3"/>
                      <a:pt x="4" y="6"/>
                      <a:pt x="2" y="10"/>
                    </a:cubicBezTo>
                    <a:cubicBezTo>
                      <a:pt x="0" y="14"/>
                      <a:pt x="0" y="19"/>
                      <a:pt x="0" y="24"/>
                    </a:cubicBezTo>
                    <a:cubicBezTo>
                      <a:pt x="2" y="33"/>
                      <a:pt x="1" y="37"/>
                      <a:pt x="11" y="43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615" name="Freeform 85">
                <a:extLst>
                  <a:ext uri="{FF2B5EF4-FFF2-40B4-BE49-F238E27FC236}">
                    <a16:creationId xmlns:a16="http://schemas.microsoft.com/office/drawing/2014/main" id="{404C149B-9CB5-4D82-A6AD-E09556A65C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7960" y="4308281"/>
                <a:ext cx="160041" cy="120847"/>
              </a:xfrm>
              <a:custGeom>
                <a:avLst/>
                <a:gdLst>
                  <a:gd name="T0" fmla="*/ 0 w 49"/>
                  <a:gd name="T1" fmla="*/ 3 h 37"/>
                  <a:gd name="T2" fmla="*/ 16 w 49"/>
                  <a:gd name="T3" fmla="*/ 0 h 37"/>
                  <a:gd name="T4" fmla="*/ 37 w 49"/>
                  <a:gd name="T5" fmla="*/ 9 h 37"/>
                  <a:gd name="T6" fmla="*/ 49 w 49"/>
                  <a:gd name="T7" fmla="*/ 30 h 37"/>
                  <a:gd name="T8" fmla="*/ 49 w 49"/>
                  <a:gd name="T9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" h="37">
                    <a:moveTo>
                      <a:pt x="0" y="3"/>
                    </a:moveTo>
                    <a:cubicBezTo>
                      <a:pt x="9" y="3"/>
                      <a:pt x="16" y="0"/>
                      <a:pt x="16" y="0"/>
                    </a:cubicBezTo>
                    <a:cubicBezTo>
                      <a:pt x="37" y="9"/>
                      <a:pt x="37" y="9"/>
                      <a:pt x="37" y="9"/>
                    </a:cubicBezTo>
                    <a:cubicBezTo>
                      <a:pt x="49" y="15"/>
                      <a:pt x="49" y="30"/>
                      <a:pt x="49" y="30"/>
                    </a:cubicBezTo>
                    <a:cubicBezTo>
                      <a:pt x="49" y="37"/>
                      <a:pt x="49" y="37"/>
                      <a:pt x="49" y="37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616" name="Freeform 86">
                <a:extLst>
                  <a:ext uri="{FF2B5EF4-FFF2-40B4-BE49-F238E27FC236}">
                    <a16:creationId xmlns:a16="http://schemas.microsoft.com/office/drawing/2014/main" id="{E2F5F709-DCE2-4F36-AAE9-BD9C834D82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7960" y="4126467"/>
                <a:ext cx="65322" cy="139354"/>
              </a:xfrm>
              <a:custGeom>
                <a:avLst/>
                <a:gdLst>
                  <a:gd name="T0" fmla="*/ 9 w 20"/>
                  <a:gd name="T1" fmla="*/ 43 h 43"/>
                  <a:gd name="T2" fmla="*/ 20 w 20"/>
                  <a:gd name="T3" fmla="*/ 24 h 43"/>
                  <a:gd name="T4" fmla="*/ 18 w 20"/>
                  <a:gd name="T5" fmla="*/ 10 h 43"/>
                  <a:gd name="T6" fmla="*/ 8 w 20"/>
                  <a:gd name="T7" fmla="*/ 2 h 43"/>
                  <a:gd name="T8" fmla="*/ 0 w 20"/>
                  <a:gd name="T9" fmla="*/ 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43">
                    <a:moveTo>
                      <a:pt x="9" y="43"/>
                    </a:moveTo>
                    <a:cubicBezTo>
                      <a:pt x="19" y="37"/>
                      <a:pt x="18" y="33"/>
                      <a:pt x="20" y="24"/>
                    </a:cubicBezTo>
                    <a:cubicBezTo>
                      <a:pt x="20" y="19"/>
                      <a:pt x="20" y="14"/>
                      <a:pt x="18" y="10"/>
                    </a:cubicBezTo>
                    <a:cubicBezTo>
                      <a:pt x="16" y="6"/>
                      <a:pt x="12" y="3"/>
                      <a:pt x="8" y="2"/>
                    </a:cubicBezTo>
                    <a:cubicBezTo>
                      <a:pt x="5" y="1"/>
                      <a:pt x="3" y="0"/>
                      <a:pt x="0" y="0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sp>
        <p:nvSpPr>
          <p:cNvPr id="2116954828" name="TextBox 2116954827"/>
          <p:cNvSpPr txBox="1"/>
          <p:nvPr/>
        </p:nvSpPr>
        <p:spPr>
          <a:xfrm>
            <a:off x="10341864" y="4800600"/>
            <a:ext cx="1143000" cy="5386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700" b="1" dirty="0" err="1">
                <a:solidFill>
                  <a:srgbClr val="000000"/>
                </a:solidFill>
              </a:rPr>
              <a:t>Риски</a:t>
            </a:r>
            <a:r>
              <a:rPr sz="700" b="0" dirty="0" err="1">
                <a:solidFill>
                  <a:srgbClr val="000000"/>
                </a:solidFill>
              </a:rPr>
              <a:t> в зависимости от сработавшего триггера выполняют разные действия, от снижения лимита до отзыва предложения</a:t>
            </a:r>
            <a:endParaRPr sz="700" b="0" dirty="0">
              <a:solidFill>
                <a:srgbClr val="000000"/>
              </a:solidFill>
            </a:endParaRPr>
          </a:p>
        </p:txBody>
      </p:sp>
      <p:sp>
        <p:nvSpPr>
          <p:cNvPr id="2116954832" name="TextBox 2116954831"/>
          <p:cNvSpPr txBox="1"/>
          <p:nvPr/>
        </p:nvSpPr>
        <p:spPr>
          <a:xfrm>
            <a:off x="557784" y="1233377"/>
            <a:ext cx="457200" cy="1371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750" b="1">
                <a:solidFill>
                  <a:srgbClr val="000000"/>
                </a:solidFill>
              </a:rPr>
              <a:t>Роли:</a:t>
            </a:r>
          </a:p>
        </p:txBody>
      </p:sp>
      <p:grpSp>
        <p:nvGrpSpPr>
          <p:cNvPr id="301648" name="Группа 56">
            <a:extLst>
              <a:ext uri="{FF2B5EF4-FFF2-40B4-BE49-F238E27FC236}">
                <a16:creationId xmlns:a16="http://schemas.microsoft.com/office/drawing/2014/main" id="{9C571B3F-041A-4263-85F9-4C0DD0A441AA}"/>
              </a:ext>
            </a:extLst>
          </p:cNvPr>
          <p:cNvGrpSpPr/>
          <p:nvPr/>
        </p:nvGrpSpPr>
        <p:grpSpPr>
          <a:xfrm>
            <a:off x="969264" y="1192229"/>
            <a:ext cx="219456" cy="219456"/>
            <a:chOff x="1290654" y="2031534"/>
            <a:chExt cx="342067" cy="342067"/>
          </a:xfrm>
        </p:grpSpPr>
        <p:sp>
          <p:nvSpPr>
            <p:cNvPr id="301649" name="Oval 3013"/>
            <p:cNvSpPr>
              <a:spLocks noChangeAspect="1"/>
            </p:cNvSpPr>
            <p:nvPr/>
          </p:nvSpPr>
          <p:spPr bwMode="auto">
            <a:xfrm>
              <a:off x="1290654" y="2031534"/>
              <a:ext cx="342067" cy="342067"/>
            </a:xfrm>
            <a:prstGeom prst="ellipse">
              <a:avLst/>
            </a:prstGeom>
            <a:solidFill>
              <a:schemeClr val="tx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defRPr/>
              </a:pPr>
              <a:endParaRPr lang="en-NZ" sz="1600" b="0" i="0" u="none" strike="noStrike" cap="none" spc="0">
                <a:ln>
                  <a:noFill/>
                </a:ln>
                <a:solidFill>
                  <a:srgbClr val="051C2C"/>
                </a:solidFill>
                <a:ea typeface="Arial"/>
                <a:cs typeface="Arial"/>
              </a:endParaRPr>
            </a:p>
          </p:txBody>
        </p:sp>
        <p:grpSp>
          <p:nvGrpSpPr>
            <p:cNvPr id="301650" name="Group 4119">
              <a:extLst>
                <a:ext uri="{FF2B5EF4-FFF2-40B4-BE49-F238E27FC236}">
                  <a16:creationId xmlns:a16="http://schemas.microsoft.com/office/drawing/2014/main" id="{DA332F9F-1969-4964-9D2C-B36AC8B1F239}"/>
                </a:ext>
              </a:extLst>
            </p:cNvPr>
            <p:cNvGrpSpPr/>
            <p:nvPr/>
          </p:nvGrpSpPr>
          <p:grpSpPr>
            <a:xfrm>
              <a:off x="1351080" y="2106488"/>
              <a:ext cx="221215" cy="192158"/>
              <a:chOff x="506347" y="4038281"/>
              <a:chExt cx="621654" cy="540000"/>
            </a:xfrm>
          </p:grpSpPr>
          <p:sp>
            <p:nvSpPr>
              <p:cNvPr id="301651" name="Freeform 75">
                <a:extLst>
                  <a:ext uri="{FF2B5EF4-FFF2-40B4-BE49-F238E27FC236}">
                    <a16:creationId xmlns:a16="http://schemas.microsoft.com/office/drawing/2014/main" id="{81A2D3FD-0282-433E-B6D8-E99F315A46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6509" y="4327878"/>
                <a:ext cx="212299" cy="250403"/>
              </a:xfrm>
              <a:custGeom>
                <a:avLst/>
                <a:gdLst>
                  <a:gd name="T0" fmla="*/ 65 w 65"/>
                  <a:gd name="T1" fmla="*/ 77 h 77"/>
                  <a:gd name="T2" fmla="*/ 40 w 65"/>
                  <a:gd name="T3" fmla="*/ 18 h 77"/>
                  <a:gd name="T4" fmla="*/ 0 w 65"/>
                  <a:gd name="T5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5" h="77">
                    <a:moveTo>
                      <a:pt x="65" y="77"/>
                    </a:moveTo>
                    <a:cubicBezTo>
                      <a:pt x="65" y="77"/>
                      <a:pt x="65" y="31"/>
                      <a:pt x="40" y="18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652" name="Freeform 76">
                <a:extLst>
                  <a:ext uri="{FF2B5EF4-FFF2-40B4-BE49-F238E27FC236}">
                    <a16:creationId xmlns:a16="http://schemas.microsoft.com/office/drawing/2014/main" id="{595BA40D-39B3-43E8-A56C-CDA1FAA6CD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5541" y="4327878"/>
                <a:ext cx="213387" cy="250403"/>
              </a:xfrm>
              <a:custGeom>
                <a:avLst/>
                <a:gdLst>
                  <a:gd name="T0" fmla="*/ 0 w 65"/>
                  <a:gd name="T1" fmla="*/ 77 h 77"/>
                  <a:gd name="T2" fmla="*/ 25 w 65"/>
                  <a:gd name="T3" fmla="*/ 18 h 77"/>
                  <a:gd name="T4" fmla="*/ 65 w 65"/>
                  <a:gd name="T5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5" h="77">
                    <a:moveTo>
                      <a:pt x="0" y="77"/>
                    </a:moveTo>
                    <a:cubicBezTo>
                      <a:pt x="0" y="77"/>
                      <a:pt x="0" y="31"/>
                      <a:pt x="25" y="18"/>
                    </a:cubicBezTo>
                    <a:cubicBezTo>
                      <a:pt x="65" y="0"/>
                      <a:pt x="65" y="0"/>
                      <a:pt x="65" y="0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653" name="Freeform 77">
                <a:extLst>
                  <a:ext uri="{FF2B5EF4-FFF2-40B4-BE49-F238E27FC236}">
                    <a16:creationId xmlns:a16="http://schemas.microsoft.com/office/drawing/2014/main" id="{EFA28CB1-22E2-48FC-AAA1-4D8F9873C1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315" y="4347474"/>
                <a:ext cx="91451" cy="81654"/>
              </a:xfrm>
              <a:custGeom>
                <a:avLst/>
                <a:gdLst>
                  <a:gd name="T0" fmla="*/ 25 w 28"/>
                  <a:gd name="T1" fmla="*/ 0 h 25"/>
                  <a:gd name="T2" fmla="*/ 28 w 28"/>
                  <a:gd name="T3" fmla="*/ 25 h 25"/>
                  <a:gd name="T4" fmla="*/ 0 w 28"/>
                  <a:gd name="T5" fmla="*/ 6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8" h="25">
                    <a:moveTo>
                      <a:pt x="25" y="0"/>
                    </a:moveTo>
                    <a:cubicBezTo>
                      <a:pt x="28" y="25"/>
                      <a:pt x="28" y="25"/>
                      <a:pt x="28" y="25"/>
                    </a:cubicBezTo>
                    <a:cubicBezTo>
                      <a:pt x="8" y="20"/>
                      <a:pt x="0" y="6"/>
                      <a:pt x="0" y="6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654" name="Freeform 78">
                <a:extLst>
                  <a:ext uri="{FF2B5EF4-FFF2-40B4-BE49-F238E27FC236}">
                    <a16:creationId xmlns:a16="http://schemas.microsoft.com/office/drawing/2014/main" id="{1971F839-F0D6-40A7-B99B-58E604867C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6670" y="4347474"/>
                <a:ext cx="91451" cy="81654"/>
              </a:xfrm>
              <a:custGeom>
                <a:avLst/>
                <a:gdLst>
                  <a:gd name="T0" fmla="*/ 3 w 28"/>
                  <a:gd name="T1" fmla="*/ 0 h 25"/>
                  <a:gd name="T2" fmla="*/ 0 w 28"/>
                  <a:gd name="T3" fmla="*/ 25 h 25"/>
                  <a:gd name="T4" fmla="*/ 28 w 28"/>
                  <a:gd name="T5" fmla="*/ 6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8" h="25">
                    <a:moveTo>
                      <a:pt x="3" y="0"/>
                    </a:moveTo>
                    <a:cubicBezTo>
                      <a:pt x="0" y="25"/>
                      <a:pt x="0" y="25"/>
                      <a:pt x="0" y="25"/>
                    </a:cubicBezTo>
                    <a:cubicBezTo>
                      <a:pt x="20" y="20"/>
                      <a:pt x="28" y="6"/>
                      <a:pt x="28" y="6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655" name="Freeform 79">
                <a:extLst>
                  <a:ext uri="{FF2B5EF4-FFF2-40B4-BE49-F238E27FC236}">
                    <a16:creationId xmlns:a16="http://schemas.microsoft.com/office/drawing/2014/main" id="{61DE40DC-22A4-462C-9FA8-8465EC110D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315" y="4367071"/>
                <a:ext cx="26129" cy="211210"/>
              </a:xfrm>
              <a:custGeom>
                <a:avLst/>
                <a:gdLst>
                  <a:gd name="T0" fmla="*/ 0 w 8"/>
                  <a:gd name="T1" fmla="*/ 0 h 65"/>
                  <a:gd name="T2" fmla="*/ 0 w 8"/>
                  <a:gd name="T3" fmla="*/ 19 h 65"/>
                  <a:gd name="T4" fmla="*/ 6 w 8"/>
                  <a:gd name="T5" fmla="*/ 65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" h="65">
                    <a:moveTo>
                      <a:pt x="0" y="0"/>
                    </a:moveTo>
                    <a:cubicBezTo>
                      <a:pt x="0" y="0"/>
                      <a:pt x="8" y="11"/>
                      <a:pt x="0" y="19"/>
                    </a:cubicBezTo>
                    <a:cubicBezTo>
                      <a:pt x="0" y="19"/>
                      <a:pt x="6" y="55"/>
                      <a:pt x="6" y="65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656" name="Freeform 80">
                <a:extLst>
                  <a:ext uri="{FF2B5EF4-FFF2-40B4-BE49-F238E27FC236}">
                    <a16:creationId xmlns:a16="http://schemas.microsoft.com/office/drawing/2014/main" id="{E21483C4-4675-4474-A4E7-DDBEB12674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1993" y="4367071"/>
                <a:ext cx="26129" cy="211210"/>
              </a:xfrm>
              <a:custGeom>
                <a:avLst/>
                <a:gdLst>
                  <a:gd name="T0" fmla="*/ 2 w 8"/>
                  <a:gd name="T1" fmla="*/ 65 h 65"/>
                  <a:gd name="T2" fmla="*/ 8 w 8"/>
                  <a:gd name="T3" fmla="*/ 19 h 65"/>
                  <a:gd name="T4" fmla="*/ 8 w 8"/>
                  <a:gd name="T5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" h="65">
                    <a:moveTo>
                      <a:pt x="2" y="65"/>
                    </a:moveTo>
                    <a:cubicBezTo>
                      <a:pt x="2" y="55"/>
                      <a:pt x="8" y="19"/>
                      <a:pt x="8" y="19"/>
                    </a:cubicBezTo>
                    <a:cubicBezTo>
                      <a:pt x="0" y="11"/>
                      <a:pt x="8" y="0"/>
                      <a:pt x="8" y="0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657" name="Freeform 81">
                <a:extLst>
                  <a:ext uri="{FF2B5EF4-FFF2-40B4-BE49-F238E27FC236}">
                    <a16:creationId xmlns:a16="http://schemas.microsoft.com/office/drawing/2014/main" id="{13C61A58-A9FB-4EC0-A94B-A0CE74C3A0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3404" y="4038281"/>
                <a:ext cx="228629" cy="260201"/>
              </a:xfrm>
              <a:custGeom>
                <a:avLst/>
                <a:gdLst>
                  <a:gd name="T0" fmla="*/ 47 w 70"/>
                  <a:gd name="T1" fmla="*/ 80 h 80"/>
                  <a:gd name="T2" fmla="*/ 68 w 70"/>
                  <a:gd name="T3" fmla="*/ 41 h 80"/>
                  <a:gd name="T4" fmla="*/ 66 w 70"/>
                  <a:gd name="T5" fmla="*/ 16 h 80"/>
                  <a:gd name="T6" fmla="*/ 48 w 70"/>
                  <a:gd name="T7" fmla="*/ 2 h 80"/>
                  <a:gd name="T8" fmla="*/ 35 w 70"/>
                  <a:gd name="T9" fmla="*/ 0 h 80"/>
                  <a:gd name="T10" fmla="*/ 22 w 70"/>
                  <a:gd name="T11" fmla="*/ 2 h 80"/>
                  <a:gd name="T12" fmla="*/ 4 w 70"/>
                  <a:gd name="T13" fmla="*/ 16 h 80"/>
                  <a:gd name="T14" fmla="*/ 2 w 70"/>
                  <a:gd name="T15" fmla="*/ 41 h 80"/>
                  <a:gd name="T16" fmla="*/ 23 w 70"/>
                  <a:gd name="T17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0" h="80">
                    <a:moveTo>
                      <a:pt x="47" y="80"/>
                    </a:moveTo>
                    <a:cubicBezTo>
                      <a:pt x="65" y="72"/>
                      <a:pt x="67" y="56"/>
                      <a:pt x="68" y="41"/>
                    </a:cubicBezTo>
                    <a:cubicBezTo>
                      <a:pt x="69" y="33"/>
                      <a:pt x="70" y="24"/>
                      <a:pt x="66" y="16"/>
                    </a:cubicBezTo>
                    <a:cubicBezTo>
                      <a:pt x="62" y="9"/>
                      <a:pt x="55" y="4"/>
                      <a:pt x="48" y="2"/>
                    </a:cubicBezTo>
                    <a:cubicBezTo>
                      <a:pt x="44" y="0"/>
                      <a:pt x="39" y="0"/>
                      <a:pt x="35" y="0"/>
                    </a:cubicBezTo>
                    <a:cubicBezTo>
                      <a:pt x="31" y="0"/>
                      <a:pt x="26" y="0"/>
                      <a:pt x="22" y="2"/>
                    </a:cubicBezTo>
                    <a:cubicBezTo>
                      <a:pt x="15" y="4"/>
                      <a:pt x="8" y="9"/>
                      <a:pt x="4" y="16"/>
                    </a:cubicBezTo>
                    <a:cubicBezTo>
                      <a:pt x="0" y="24"/>
                      <a:pt x="1" y="33"/>
                      <a:pt x="2" y="41"/>
                    </a:cubicBezTo>
                    <a:cubicBezTo>
                      <a:pt x="3" y="56"/>
                      <a:pt x="5" y="72"/>
                      <a:pt x="23" y="80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658" name="Freeform 82">
                <a:extLst>
                  <a:ext uri="{FF2B5EF4-FFF2-40B4-BE49-F238E27FC236}">
                    <a16:creationId xmlns:a16="http://schemas.microsoft.com/office/drawing/2014/main" id="{6B513F64-85B8-4C44-B79C-35906A2A0B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8928" y="4288684"/>
                <a:ext cx="117580" cy="78387"/>
              </a:xfrm>
              <a:custGeom>
                <a:avLst/>
                <a:gdLst>
                  <a:gd name="T0" fmla="*/ 36 w 36"/>
                  <a:gd name="T1" fmla="*/ 0 h 24"/>
                  <a:gd name="T2" fmla="*/ 36 w 36"/>
                  <a:gd name="T3" fmla="*/ 6 h 24"/>
                  <a:gd name="T4" fmla="*/ 18 w 36"/>
                  <a:gd name="T5" fmla="*/ 24 h 24"/>
                  <a:gd name="T6" fmla="*/ 18 w 36"/>
                  <a:gd name="T7" fmla="*/ 24 h 24"/>
                  <a:gd name="T8" fmla="*/ 0 w 36"/>
                  <a:gd name="T9" fmla="*/ 6 h 24"/>
                  <a:gd name="T10" fmla="*/ 0 w 36"/>
                  <a:gd name="T11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" h="24">
                    <a:moveTo>
                      <a:pt x="36" y="0"/>
                    </a:moveTo>
                    <a:cubicBezTo>
                      <a:pt x="36" y="6"/>
                      <a:pt x="36" y="6"/>
                      <a:pt x="36" y="6"/>
                    </a:cubicBezTo>
                    <a:cubicBezTo>
                      <a:pt x="36" y="16"/>
                      <a:pt x="2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8" y="24"/>
                      <a:pt x="0" y="16"/>
                      <a:pt x="0" y="6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659" name="Freeform 83">
                <a:extLst>
                  <a:ext uri="{FF2B5EF4-FFF2-40B4-BE49-F238E27FC236}">
                    <a16:creationId xmlns:a16="http://schemas.microsoft.com/office/drawing/2014/main" id="{C339E02F-1E14-434D-A832-1A179C190D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6347" y="4308281"/>
                <a:ext cx="161129" cy="120847"/>
              </a:xfrm>
              <a:custGeom>
                <a:avLst/>
                <a:gdLst>
                  <a:gd name="T0" fmla="*/ 49 w 49"/>
                  <a:gd name="T1" fmla="*/ 3 h 37"/>
                  <a:gd name="T2" fmla="*/ 33 w 49"/>
                  <a:gd name="T3" fmla="*/ 0 h 37"/>
                  <a:gd name="T4" fmla="*/ 12 w 49"/>
                  <a:gd name="T5" fmla="*/ 9 h 37"/>
                  <a:gd name="T6" fmla="*/ 0 w 49"/>
                  <a:gd name="T7" fmla="*/ 30 h 37"/>
                  <a:gd name="T8" fmla="*/ 0 w 49"/>
                  <a:gd name="T9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" h="37">
                    <a:moveTo>
                      <a:pt x="49" y="3"/>
                    </a:moveTo>
                    <a:cubicBezTo>
                      <a:pt x="40" y="3"/>
                      <a:pt x="33" y="0"/>
                      <a:pt x="33" y="0"/>
                    </a:cubicBezTo>
                    <a:cubicBezTo>
                      <a:pt x="12" y="9"/>
                      <a:pt x="12" y="9"/>
                      <a:pt x="12" y="9"/>
                    </a:cubicBezTo>
                    <a:cubicBezTo>
                      <a:pt x="0" y="15"/>
                      <a:pt x="0" y="30"/>
                      <a:pt x="0" y="30"/>
                    </a:cubicBezTo>
                    <a:cubicBezTo>
                      <a:pt x="0" y="37"/>
                      <a:pt x="0" y="37"/>
                      <a:pt x="0" y="37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660" name="Freeform 84">
                <a:extLst>
                  <a:ext uri="{FF2B5EF4-FFF2-40B4-BE49-F238E27FC236}">
                    <a16:creationId xmlns:a16="http://schemas.microsoft.com/office/drawing/2014/main" id="{5CB58A45-97EF-4F03-8667-EE86EF7ECF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1065" y="4126467"/>
                <a:ext cx="66411" cy="139354"/>
              </a:xfrm>
              <a:custGeom>
                <a:avLst/>
                <a:gdLst>
                  <a:gd name="T0" fmla="*/ 20 w 20"/>
                  <a:gd name="T1" fmla="*/ 0 h 43"/>
                  <a:gd name="T2" fmla="*/ 12 w 20"/>
                  <a:gd name="T3" fmla="*/ 2 h 43"/>
                  <a:gd name="T4" fmla="*/ 2 w 20"/>
                  <a:gd name="T5" fmla="*/ 10 h 43"/>
                  <a:gd name="T6" fmla="*/ 0 w 20"/>
                  <a:gd name="T7" fmla="*/ 24 h 43"/>
                  <a:gd name="T8" fmla="*/ 11 w 20"/>
                  <a:gd name="T9" fmla="*/ 4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43">
                    <a:moveTo>
                      <a:pt x="20" y="0"/>
                    </a:moveTo>
                    <a:cubicBezTo>
                      <a:pt x="17" y="0"/>
                      <a:pt x="15" y="1"/>
                      <a:pt x="12" y="2"/>
                    </a:cubicBezTo>
                    <a:cubicBezTo>
                      <a:pt x="8" y="3"/>
                      <a:pt x="4" y="6"/>
                      <a:pt x="2" y="10"/>
                    </a:cubicBezTo>
                    <a:cubicBezTo>
                      <a:pt x="0" y="14"/>
                      <a:pt x="0" y="19"/>
                      <a:pt x="0" y="24"/>
                    </a:cubicBezTo>
                    <a:cubicBezTo>
                      <a:pt x="2" y="33"/>
                      <a:pt x="1" y="37"/>
                      <a:pt x="11" y="43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661" name="Freeform 85">
                <a:extLst>
                  <a:ext uri="{FF2B5EF4-FFF2-40B4-BE49-F238E27FC236}">
                    <a16:creationId xmlns:a16="http://schemas.microsoft.com/office/drawing/2014/main" id="{404C149B-9CB5-4D82-A6AD-E09556A65C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7960" y="4308281"/>
                <a:ext cx="160041" cy="120847"/>
              </a:xfrm>
              <a:custGeom>
                <a:avLst/>
                <a:gdLst>
                  <a:gd name="T0" fmla="*/ 0 w 49"/>
                  <a:gd name="T1" fmla="*/ 3 h 37"/>
                  <a:gd name="T2" fmla="*/ 16 w 49"/>
                  <a:gd name="T3" fmla="*/ 0 h 37"/>
                  <a:gd name="T4" fmla="*/ 37 w 49"/>
                  <a:gd name="T5" fmla="*/ 9 h 37"/>
                  <a:gd name="T6" fmla="*/ 49 w 49"/>
                  <a:gd name="T7" fmla="*/ 30 h 37"/>
                  <a:gd name="T8" fmla="*/ 49 w 49"/>
                  <a:gd name="T9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" h="37">
                    <a:moveTo>
                      <a:pt x="0" y="3"/>
                    </a:moveTo>
                    <a:cubicBezTo>
                      <a:pt x="9" y="3"/>
                      <a:pt x="16" y="0"/>
                      <a:pt x="16" y="0"/>
                    </a:cubicBezTo>
                    <a:cubicBezTo>
                      <a:pt x="37" y="9"/>
                      <a:pt x="37" y="9"/>
                      <a:pt x="37" y="9"/>
                    </a:cubicBezTo>
                    <a:cubicBezTo>
                      <a:pt x="49" y="15"/>
                      <a:pt x="49" y="30"/>
                      <a:pt x="49" y="30"/>
                    </a:cubicBezTo>
                    <a:cubicBezTo>
                      <a:pt x="49" y="37"/>
                      <a:pt x="49" y="37"/>
                      <a:pt x="49" y="37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662" name="Freeform 86">
                <a:extLst>
                  <a:ext uri="{FF2B5EF4-FFF2-40B4-BE49-F238E27FC236}">
                    <a16:creationId xmlns:a16="http://schemas.microsoft.com/office/drawing/2014/main" id="{E2F5F709-DCE2-4F36-AAE9-BD9C834D82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7960" y="4126467"/>
                <a:ext cx="65322" cy="139354"/>
              </a:xfrm>
              <a:custGeom>
                <a:avLst/>
                <a:gdLst>
                  <a:gd name="T0" fmla="*/ 9 w 20"/>
                  <a:gd name="T1" fmla="*/ 43 h 43"/>
                  <a:gd name="T2" fmla="*/ 20 w 20"/>
                  <a:gd name="T3" fmla="*/ 24 h 43"/>
                  <a:gd name="T4" fmla="*/ 18 w 20"/>
                  <a:gd name="T5" fmla="*/ 10 h 43"/>
                  <a:gd name="T6" fmla="*/ 8 w 20"/>
                  <a:gd name="T7" fmla="*/ 2 h 43"/>
                  <a:gd name="T8" fmla="*/ 0 w 20"/>
                  <a:gd name="T9" fmla="*/ 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43">
                    <a:moveTo>
                      <a:pt x="9" y="43"/>
                    </a:moveTo>
                    <a:cubicBezTo>
                      <a:pt x="19" y="37"/>
                      <a:pt x="18" y="33"/>
                      <a:pt x="20" y="24"/>
                    </a:cubicBezTo>
                    <a:cubicBezTo>
                      <a:pt x="20" y="19"/>
                      <a:pt x="20" y="14"/>
                      <a:pt x="18" y="10"/>
                    </a:cubicBezTo>
                    <a:cubicBezTo>
                      <a:pt x="16" y="6"/>
                      <a:pt x="12" y="3"/>
                      <a:pt x="8" y="2"/>
                    </a:cubicBezTo>
                    <a:cubicBezTo>
                      <a:pt x="5" y="1"/>
                      <a:pt x="3" y="0"/>
                      <a:pt x="0" y="0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sp>
        <p:nvSpPr>
          <p:cNvPr id="2116954833" name="TextBox 2116954832"/>
          <p:cNvSpPr txBox="1"/>
          <p:nvPr/>
        </p:nvSpPr>
        <p:spPr>
          <a:xfrm>
            <a:off x="1243584" y="1233377"/>
            <a:ext cx="930859" cy="1371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750" b="0">
                <a:solidFill>
                  <a:srgbClr val="000000"/>
                </a:solidFill>
              </a:rPr>
              <a:t>Бизнес и риски</a:t>
            </a:r>
          </a:p>
        </p:txBody>
      </p:sp>
      <p:grpSp>
        <p:nvGrpSpPr>
          <p:cNvPr id="301663" name="Группа 56">
            <a:extLst>
              <a:ext uri="{FF2B5EF4-FFF2-40B4-BE49-F238E27FC236}">
                <a16:creationId xmlns:a16="http://schemas.microsoft.com/office/drawing/2014/main" id="{9C571B3F-041A-4263-85F9-4C0DD0A441AA}"/>
              </a:ext>
            </a:extLst>
          </p:cNvPr>
          <p:cNvGrpSpPr/>
          <p:nvPr/>
        </p:nvGrpSpPr>
        <p:grpSpPr>
          <a:xfrm>
            <a:off x="2375611" y="1192229"/>
            <a:ext cx="219456" cy="219456"/>
            <a:chOff x="1290654" y="2031534"/>
            <a:chExt cx="342067" cy="342067"/>
          </a:xfrm>
        </p:grpSpPr>
        <p:sp>
          <p:nvSpPr>
            <p:cNvPr id="301664" name="Oval 3013"/>
            <p:cNvSpPr>
              <a:spLocks noChangeAspect="1"/>
            </p:cNvSpPr>
            <p:nvPr/>
          </p:nvSpPr>
          <p:spPr bwMode="auto">
            <a:xfrm>
              <a:off x="1290654" y="2031534"/>
              <a:ext cx="342067" cy="342067"/>
            </a:xfrm>
            <a:prstGeom prst="ellipse">
              <a:avLst/>
            </a:prstGeom>
            <a:solidFill>
              <a:schemeClr val="tx2"/>
            </a:solidFill>
            <a:ln w="6350" cap="sq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defRPr/>
              </a:pPr>
              <a:endParaRPr lang="en-NZ" sz="1600" b="0" i="0" u="none" strike="noStrike" cap="none" spc="0">
                <a:ln>
                  <a:noFill/>
                </a:ln>
                <a:solidFill>
                  <a:srgbClr val="051C2C"/>
                </a:solidFill>
                <a:ea typeface="Arial"/>
                <a:cs typeface="Arial"/>
              </a:endParaRPr>
            </a:p>
          </p:txBody>
        </p:sp>
        <p:grpSp>
          <p:nvGrpSpPr>
            <p:cNvPr id="301665" name="Group 4119">
              <a:extLst>
                <a:ext uri="{FF2B5EF4-FFF2-40B4-BE49-F238E27FC236}">
                  <a16:creationId xmlns:a16="http://schemas.microsoft.com/office/drawing/2014/main" id="{DA332F9F-1969-4964-9D2C-B36AC8B1F239}"/>
                </a:ext>
              </a:extLst>
            </p:cNvPr>
            <p:cNvGrpSpPr/>
            <p:nvPr/>
          </p:nvGrpSpPr>
          <p:grpSpPr>
            <a:xfrm>
              <a:off x="1351080" y="2106488"/>
              <a:ext cx="221215" cy="192158"/>
              <a:chOff x="506347" y="4038281"/>
              <a:chExt cx="621654" cy="540000"/>
            </a:xfrm>
          </p:grpSpPr>
          <p:sp>
            <p:nvSpPr>
              <p:cNvPr id="301666" name="Freeform 75">
                <a:extLst>
                  <a:ext uri="{FF2B5EF4-FFF2-40B4-BE49-F238E27FC236}">
                    <a16:creationId xmlns:a16="http://schemas.microsoft.com/office/drawing/2014/main" id="{81A2D3FD-0282-433E-B6D8-E99F315A46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6509" y="4327878"/>
                <a:ext cx="212299" cy="250403"/>
              </a:xfrm>
              <a:custGeom>
                <a:avLst/>
                <a:gdLst>
                  <a:gd name="T0" fmla="*/ 65 w 65"/>
                  <a:gd name="T1" fmla="*/ 77 h 77"/>
                  <a:gd name="T2" fmla="*/ 40 w 65"/>
                  <a:gd name="T3" fmla="*/ 18 h 77"/>
                  <a:gd name="T4" fmla="*/ 0 w 65"/>
                  <a:gd name="T5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5" h="77">
                    <a:moveTo>
                      <a:pt x="65" y="77"/>
                    </a:moveTo>
                    <a:cubicBezTo>
                      <a:pt x="65" y="77"/>
                      <a:pt x="65" y="31"/>
                      <a:pt x="40" y="18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667" name="Freeform 76">
                <a:extLst>
                  <a:ext uri="{FF2B5EF4-FFF2-40B4-BE49-F238E27FC236}">
                    <a16:creationId xmlns:a16="http://schemas.microsoft.com/office/drawing/2014/main" id="{595BA40D-39B3-43E8-A56C-CDA1FAA6CD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5541" y="4327878"/>
                <a:ext cx="213387" cy="250403"/>
              </a:xfrm>
              <a:custGeom>
                <a:avLst/>
                <a:gdLst>
                  <a:gd name="T0" fmla="*/ 0 w 65"/>
                  <a:gd name="T1" fmla="*/ 77 h 77"/>
                  <a:gd name="T2" fmla="*/ 25 w 65"/>
                  <a:gd name="T3" fmla="*/ 18 h 77"/>
                  <a:gd name="T4" fmla="*/ 65 w 65"/>
                  <a:gd name="T5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5" h="77">
                    <a:moveTo>
                      <a:pt x="0" y="77"/>
                    </a:moveTo>
                    <a:cubicBezTo>
                      <a:pt x="0" y="77"/>
                      <a:pt x="0" y="31"/>
                      <a:pt x="25" y="18"/>
                    </a:cubicBezTo>
                    <a:cubicBezTo>
                      <a:pt x="65" y="0"/>
                      <a:pt x="65" y="0"/>
                      <a:pt x="65" y="0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668" name="Freeform 77">
                <a:extLst>
                  <a:ext uri="{FF2B5EF4-FFF2-40B4-BE49-F238E27FC236}">
                    <a16:creationId xmlns:a16="http://schemas.microsoft.com/office/drawing/2014/main" id="{EFA28CB1-22E2-48FC-AAA1-4D8F9873C1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315" y="4347474"/>
                <a:ext cx="91451" cy="81654"/>
              </a:xfrm>
              <a:custGeom>
                <a:avLst/>
                <a:gdLst>
                  <a:gd name="T0" fmla="*/ 25 w 28"/>
                  <a:gd name="T1" fmla="*/ 0 h 25"/>
                  <a:gd name="T2" fmla="*/ 28 w 28"/>
                  <a:gd name="T3" fmla="*/ 25 h 25"/>
                  <a:gd name="T4" fmla="*/ 0 w 28"/>
                  <a:gd name="T5" fmla="*/ 6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8" h="25">
                    <a:moveTo>
                      <a:pt x="25" y="0"/>
                    </a:moveTo>
                    <a:cubicBezTo>
                      <a:pt x="28" y="25"/>
                      <a:pt x="28" y="25"/>
                      <a:pt x="28" y="25"/>
                    </a:cubicBezTo>
                    <a:cubicBezTo>
                      <a:pt x="8" y="20"/>
                      <a:pt x="0" y="6"/>
                      <a:pt x="0" y="6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669" name="Freeform 78">
                <a:extLst>
                  <a:ext uri="{FF2B5EF4-FFF2-40B4-BE49-F238E27FC236}">
                    <a16:creationId xmlns:a16="http://schemas.microsoft.com/office/drawing/2014/main" id="{1971F839-F0D6-40A7-B99B-58E604867C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6670" y="4347474"/>
                <a:ext cx="91451" cy="81654"/>
              </a:xfrm>
              <a:custGeom>
                <a:avLst/>
                <a:gdLst>
                  <a:gd name="T0" fmla="*/ 3 w 28"/>
                  <a:gd name="T1" fmla="*/ 0 h 25"/>
                  <a:gd name="T2" fmla="*/ 0 w 28"/>
                  <a:gd name="T3" fmla="*/ 25 h 25"/>
                  <a:gd name="T4" fmla="*/ 28 w 28"/>
                  <a:gd name="T5" fmla="*/ 6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8" h="25">
                    <a:moveTo>
                      <a:pt x="3" y="0"/>
                    </a:moveTo>
                    <a:cubicBezTo>
                      <a:pt x="0" y="25"/>
                      <a:pt x="0" y="25"/>
                      <a:pt x="0" y="25"/>
                    </a:cubicBezTo>
                    <a:cubicBezTo>
                      <a:pt x="20" y="20"/>
                      <a:pt x="28" y="6"/>
                      <a:pt x="28" y="6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670" name="Freeform 79">
                <a:extLst>
                  <a:ext uri="{FF2B5EF4-FFF2-40B4-BE49-F238E27FC236}">
                    <a16:creationId xmlns:a16="http://schemas.microsoft.com/office/drawing/2014/main" id="{61DE40DC-22A4-462C-9FA8-8465EC110D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315" y="4367071"/>
                <a:ext cx="26129" cy="211210"/>
              </a:xfrm>
              <a:custGeom>
                <a:avLst/>
                <a:gdLst>
                  <a:gd name="T0" fmla="*/ 0 w 8"/>
                  <a:gd name="T1" fmla="*/ 0 h 65"/>
                  <a:gd name="T2" fmla="*/ 0 w 8"/>
                  <a:gd name="T3" fmla="*/ 19 h 65"/>
                  <a:gd name="T4" fmla="*/ 6 w 8"/>
                  <a:gd name="T5" fmla="*/ 65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" h="65">
                    <a:moveTo>
                      <a:pt x="0" y="0"/>
                    </a:moveTo>
                    <a:cubicBezTo>
                      <a:pt x="0" y="0"/>
                      <a:pt x="8" y="11"/>
                      <a:pt x="0" y="19"/>
                    </a:cubicBezTo>
                    <a:cubicBezTo>
                      <a:pt x="0" y="19"/>
                      <a:pt x="6" y="55"/>
                      <a:pt x="6" y="65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671" name="Freeform 80">
                <a:extLst>
                  <a:ext uri="{FF2B5EF4-FFF2-40B4-BE49-F238E27FC236}">
                    <a16:creationId xmlns:a16="http://schemas.microsoft.com/office/drawing/2014/main" id="{E21483C4-4675-4474-A4E7-DDBEB12674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1993" y="4367071"/>
                <a:ext cx="26129" cy="211210"/>
              </a:xfrm>
              <a:custGeom>
                <a:avLst/>
                <a:gdLst>
                  <a:gd name="T0" fmla="*/ 2 w 8"/>
                  <a:gd name="T1" fmla="*/ 65 h 65"/>
                  <a:gd name="T2" fmla="*/ 8 w 8"/>
                  <a:gd name="T3" fmla="*/ 19 h 65"/>
                  <a:gd name="T4" fmla="*/ 8 w 8"/>
                  <a:gd name="T5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" h="65">
                    <a:moveTo>
                      <a:pt x="2" y="65"/>
                    </a:moveTo>
                    <a:cubicBezTo>
                      <a:pt x="2" y="55"/>
                      <a:pt x="8" y="19"/>
                      <a:pt x="8" y="19"/>
                    </a:cubicBezTo>
                    <a:cubicBezTo>
                      <a:pt x="0" y="11"/>
                      <a:pt x="8" y="0"/>
                      <a:pt x="8" y="0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672" name="Freeform 81">
                <a:extLst>
                  <a:ext uri="{FF2B5EF4-FFF2-40B4-BE49-F238E27FC236}">
                    <a16:creationId xmlns:a16="http://schemas.microsoft.com/office/drawing/2014/main" id="{13C61A58-A9FB-4EC0-A94B-A0CE74C3A0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3404" y="4038281"/>
                <a:ext cx="228629" cy="260201"/>
              </a:xfrm>
              <a:custGeom>
                <a:avLst/>
                <a:gdLst>
                  <a:gd name="T0" fmla="*/ 47 w 70"/>
                  <a:gd name="T1" fmla="*/ 80 h 80"/>
                  <a:gd name="T2" fmla="*/ 68 w 70"/>
                  <a:gd name="T3" fmla="*/ 41 h 80"/>
                  <a:gd name="T4" fmla="*/ 66 w 70"/>
                  <a:gd name="T5" fmla="*/ 16 h 80"/>
                  <a:gd name="T6" fmla="*/ 48 w 70"/>
                  <a:gd name="T7" fmla="*/ 2 h 80"/>
                  <a:gd name="T8" fmla="*/ 35 w 70"/>
                  <a:gd name="T9" fmla="*/ 0 h 80"/>
                  <a:gd name="T10" fmla="*/ 22 w 70"/>
                  <a:gd name="T11" fmla="*/ 2 h 80"/>
                  <a:gd name="T12" fmla="*/ 4 w 70"/>
                  <a:gd name="T13" fmla="*/ 16 h 80"/>
                  <a:gd name="T14" fmla="*/ 2 w 70"/>
                  <a:gd name="T15" fmla="*/ 41 h 80"/>
                  <a:gd name="T16" fmla="*/ 23 w 70"/>
                  <a:gd name="T17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0" h="80">
                    <a:moveTo>
                      <a:pt x="47" y="80"/>
                    </a:moveTo>
                    <a:cubicBezTo>
                      <a:pt x="65" y="72"/>
                      <a:pt x="67" y="56"/>
                      <a:pt x="68" y="41"/>
                    </a:cubicBezTo>
                    <a:cubicBezTo>
                      <a:pt x="69" y="33"/>
                      <a:pt x="70" y="24"/>
                      <a:pt x="66" y="16"/>
                    </a:cubicBezTo>
                    <a:cubicBezTo>
                      <a:pt x="62" y="9"/>
                      <a:pt x="55" y="4"/>
                      <a:pt x="48" y="2"/>
                    </a:cubicBezTo>
                    <a:cubicBezTo>
                      <a:pt x="44" y="0"/>
                      <a:pt x="39" y="0"/>
                      <a:pt x="35" y="0"/>
                    </a:cubicBezTo>
                    <a:cubicBezTo>
                      <a:pt x="31" y="0"/>
                      <a:pt x="26" y="0"/>
                      <a:pt x="22" y="2"/>
                    </a:cubicBezTo>
                    <a:cubicBezTo>
                      <a:pt x="15" y="4"/>
                      <a:pt x="8" y="9"/>
                      <a:pt x="4" y="16"/>
                    </a:cubicBezTo>
                    <a:cubicBezTo>
                      <a:pt x="0" y="24"/>
                      <a:pt x="1" y="33"/>
                      <a:pt x="2" y="41"/>
                    </a:cubicBezTo>
                    <a:cubicBezTo>
                      <a:pt x="3" y="56"/>
                      <a:pt x="5" y="72"/>
                      <a:pt x="23" y="80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673" name="Freeform 82">
                <a:extLst>
                  <a:ext uri="{FF2B5EF4-FFF2-40B4-BE49-F238E27FC236}">
                    <a16:creationId xmlns:a16="http://schemas.microsoft.com/office/drawing/2014/main" id="{6B513F64-85B8-4C44-B79C-35906A2A0B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8928" y="4288684"/>
                <a:ext cx="117580" cy="78387"/>
              </a:xfrm>
              <a:custGeom>
                <a:avLst/>
                <a:gdLst>
                  <a:gd name="T0" fmla="*/ 36 w 36"/>
                  <a:gd name="T1" fmla="*/ 0 h 24"/>
                  <a:gd name="T2" fmla="*/ 36 w 36"/>
                  <a:gd name="T3" fmla="*/ 6 h 24"/>
                  <a:gd name="T4" fmla="*/ 18 w 36"/>
                  <a:gd name="T5" fmla="*/ 24 h 24"/>
                  <a:gd name="T6" fmla="*/ 18 w 36"/>
                  <a:gd name="T7" fmla="*/ 24 h 24"/>
                  <a:gd name="T8" fmla="*/ 0 w 36"/>
                  <a:gd name="T9" fmla="*/ 6 h 24"/>
                  <a:gd name="T10" fmla="*/ 0 w 36"/>
                  <a:gd name="T11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" h="24">
                    <a:moveTo>
                      <a:pt x="36" y="0"/>
                    </a:moveTo>
                    <a:cubicBezTo>
                      <a:pt x="36" y="6"/>
                      <a:pt x="36" y="6"/>
                      <a:pt x="36" y="6"/>
                    </a:cubicBezTo>
                    <a:cubicBezTo>
                      <a:pt x="36" y="16"/>
                      <a:pt x="2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8" y="24"/>
                      <a:pt x="0" y="16"/>
                      <a:pt x="0" y="6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674" name="Freeform 83">
                <a:extLst>
                  <a:ext uri="{FF2B5EF4-FFF2-40B4-BE49-F238E27FC236}">
                    <a16:creationId xmlns:a16="http://schemas.microsoft.com/office/drawing/2014/main" id="{C339E02F-1E14-434D-A832-1A179C190D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6347" y="4308281"/>
                <a:ext cx="161129" cy="120847"/>
              </a:xfrm>
              <a:custGeom>
                <a:avLst/>
                <a:gdLst>
                  <a:gd name="T0" fmla="*/ 49 w 49"/>
                  <a:gd name="T1" fmla="*/ 3 h 37"/>
                  <a:gd name="T2" fmla="*/ 33 w 49"/>
                  <a:gd name="T3" fmla="*/ 0 h 37"/>
                  <a:gd name="T4" fmla="*/ 12 w 49"/>
                  <a:gd name="T5" fmla="*/ 9 h 37"/>
                  <a:gd name="T6" fmla="*/ 0 w 49"/>
                  <a:gd name="T7" fmla="*/ 30 h 37"/>
                  <a:gd name="T8" fmla="*/ 0 w 49"/>
                  <a:gd name="T9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" h="37">
                    <a:moveTo>
                      <a:pt x="49" y="3"/>
                    </a:moveTo>
                    <a:cubicBezTo>
                      <a:pt x="40" y="3"/>
                      <a:pt x="33" y="0"/>
                      <a:pt x="33" y="0"/>
                    </a:cubicBezTo>
                    <a:cubicBezTo>
                      <a:pt x="12" y="9"/>
                      <a:pt x="12" y="9"/>
                      <a:pt x="12" y="9"/>
                    </a:cubicBezTo>
                    <a:cubicBezTo>
                      <a:pt x="0" y="15"/>
                      <a:pt x="0" y="30"/>
                      <a:pt x="0" y="30"/>
                    </a:cubicBezTo>
                    <a:cubicBezTo>
                      <a:pt x="0" y="37"/>
                      <a:pt x="0" y="37"/>
                      <a:pt x="0" y="37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675" name="Freeform 84">
                <a:extLst>
                  <a:ext uri="{FF2B5EF4-FFF2-40B4-BE49-F238E27FC236}">
                    <a16:creationId xmlns:a16="http://schemas.microsoft.com/office/drawing/2014/main" id="{5CB58A45-97EF-4F03-8667-EE86EF7ECF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1065" y="4126467"/>
                <a:ext cx="66411" cy="139354"/>
              </a:xfrm>
              <a:custGeom>
                <a:avLst/>
                <a:gdLst>
                  <a:gd name="T0" fmla="*/ 20 w 20"/>
                  <a:gd name="T1" fmla="*/ 0 h 43"/>
                  <a:gd name="T2" fmla="*/ 12 w 20"/>
                  <a:gd name="T3" fmla="*/ 2 h 43"/>
                  <a:gd name="T4" fmla="*/ 2 w 20"/>
                  <a:gd name="T5" fmla="*/ 10 h 43"/>
                  <a:gd name="T6" fmla="*/ 0 w 20"/>
                  <a:gd name="T7" fmla="*/ 24 h 43"/>
                  <a:gd name="T8" fmla="*/ 11 w 20"/>
                  <a:gd name="T9" fmla="*/ 4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43">
                    <a:moveTo>
                      <a:pt x="20" y="0"/>
                    </a:moveTo>
                    <a:cubicBezTo>
                      <a:pt x="17" y="0"/>
                      <a:pt x="15" y="1"/>
                      <a:pt x="12" y="2"/>
                    </a:cubicBezTo>
                    <a:cubicBezTo>
                      <a:pt x="8" y="3"/>
                      <a:pt x="4" y="6"/>
                      <a:pt x="2" y="10"/>
                    </a:cubicBezTo>
                    <a:cubicBezTo>
                      <a:pt x="0" y="14"/>
                      <a:pt x="0" y="19"/>
                      <a:pt x="0" y="24"/>
                    </a:cubicBezTo>
                    <a:cubicBezTo>
                      <a:pt x="2" y="33"/>
                      <a:pt x="1" y="37"/>
                      <a:pt x="11" y="43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676" name="Freeform 85">
                <a:extLst>
                  <a:ext uri="{FF2B5EF4-FFF2-40B4-BE49-F238E27FC236}">
                    <a16:creationId xmlns:a16="http://schemas.microsoft.com/office/drawing/2014/main" id="{404C149B-9CB5-4D82-A6AD-E09556A65C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7960" y="4308281"/>
                <a:ext cx="160041" cy="120847"/>
              </a:xfrm>
              <a:custGeom>
                <a:avLst/>
                <a:gdLst>
                  <a:gd name="T0" fmla="*/ 0 w 49"/>
                  <a:gd name="T1" fmla="*/ 3 h 37"/>
                  <a:gd name="T2" fmla="*/ 16 w 49"/>
                  <a:gd name="T3" fmla="*/ 0 h 37"/>
                  <a:gd name="T4" fmla="*/ 37 w 49"/>
                  <a:gd name="T5" fmla="*/ 9 h 37"/>
                  <a:gd name="T6" fmla="*/ 49 w 49"/>
                  <a:gd name="T7" fmla="*/ 30 h 37"/>
                  <a:gd name="T8" fmla="*/ 49 w 49"/>
                  <a:gd name="T9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" h="37">
                    <a:moveTo>
                      <a:pt x="0" y="3"/>
                    </a:moveTo>
                    <a:cubicBezTo>
                      <a:pt x="9" y="3"/>
                      <a:pt x="16" y="0"/>
                      <a:pt x="16" y="0"/>
                    </a:cubicBezTo>
                    <a:cubicBezTo>
                      <a:pt x="37" y="9"/>
                      <a:pt x="37" y="9"/>
                      <a:pt x="37" y="9"/>
                    </a:cubicBezTo>
                    <a:cubicBezTo>
                      <a:pt x="49" y="15"/>
                      <a:pt x="49" y="30"/>
                      <a:pt x="49" y="30"/>
                    </a:cubicBezTo>
                    <a:cubicBezTo>
                      <a:pt x="49" y="37"/>
                      <a:pt x="49" y="37"/>
                      <a:pt x="49" y="37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1677" name="Freeform 86">
                <a:extLst>
                  <a:ext uri="{FF2B5EF4-FFF2-40B4-BE49-F238E27FC236}">
                    <a16:creationId xmlns:a16="http://schemas.microsoft.com/office/drawing/2014/main" id="{E2F5F709-DCE2-4F36-AAE9-BD9C834D82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7960" y="4126467"/>
                <a:ext cx="65322" cy="139354"/>
              </a:xfrm>
              <a:custGeom>
                <a:avLst/>
                <a:gdLst>
                  <a:gd name="T0" fmla="*/ 9 w 20"/>
                  <a:gd name="T1" fmla="*/ 43 h 43"/>
                  <a:gd name="T2" fmla="*/ 20 w 20"/>
                  <a:gd name="T3" fmla="*/ 24 h 43"/>
                  <a:gd name="T4" fmla="*/ 18 w 20"/>
                  <a:gd name="T5" fmla="*/ 10 h 43"/>
                  <a:gd name="T6" fmla="*/ 8 w 20"/>
                  <a:gd name="T7" fmla="*/ 2 h 43"/>
                  <a:gd name="T8" fmla="*/ 0 w 20"/>
                  <a:gd name="T9" fmla="*/ 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43">
                    <a:moveTo>
                      <a:pt x="9" y="43"/>
                    </a:moveTo>
                    <a:cubicBezTo>
                      <a:pt x="19" y="37"/>
                      <a:pt x="18" y="33"/>
                      <a:pt x="20" y="24"/>
                    </a:cubicBezTo>
                    <a:cubicBezTo>
                      <a:pt x="20" y="19"/>
                      <a:pt x="20" y="14"/>
                      <a:pt x="18" y="10"/>
                    </a:cubicBezTo>
                    <a:cubicBezTo>
                      <a:pt x="16" y="6"/>
                      <a:pt x="12" y="3"/>
                      <a:pt x="8" y="2"/>
                    </a:cubicBezTo>
                    <a:cubicBezTo>
                      <a:pt x="5" y="1"/>
                      <a:pt x="3" y="0"/>
                      <a:pt x="0" y="0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sp>
        <p:nvSpPr>
          <p:cNvPr id="2116954834" name="TextBox 2116954833"/>
          <p:cNvSpPr txBox="1"/>
          <p:nvPr/>
        </p:nvSpPr>
        <p:spPr>
          <a:xfrm>
            <a:off x="2649931" y="1233377"/>
            <a:ext cx="1481328" cy="1371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ru-RU" sz="750" dirty="0">
                <a:solidFill>
                  <a:srgbClr val="000000"/>
                </a:solidFill>
              </a:rPr>
              <a:t>Ответственный за данные</a:t>
            </a:r>
            <a:endParaRPr sz="750" b="0" dirty="0">
              <a:solidFill>
                <a:srgbClr val="000000"/>
              </a:solidFill>
            </a:endParaRPr>
          </a:p>
        </p:txBody>
      </p:sp>
      <p:sp>
        <p:nvSpPr>
          <p:cNvPr id="2116954835" name="Oval 2116954834"/>
          <p:cNvSpPr/>
          <p:nvPr/>
        </p:nvSpPr>
        <p:spPr>
          <a:xfrm>
            <a:off x="4178807" y="1192229"/>
            <a:ext cx="219456" cy="219456"/>
          </a:xfrm>
          <a:prstGeom prst="ellipse">
            <a:avLst/>
          </a:prstGeom>
          <a:noFill/>
          <a:ln w="635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6954836" name="Can 2116954835"/>
          <p:cNvSpPr/>
          <p:nvPr/>
        </p:nvSpPr>
        <p:spPr>
          <a:xfrm>
            <a:off x="4242450" y="1247093"/>
            <a:ext cx="92171" cy="109728"/>
          </a:xfrm>
          <a:prstGeom prst="can">
            <a:avLst>
              <a:gd name="adj" fmla="val 22000"/>
            </a:avLst>
          </a:prstGeom>
          <a:noFill/>
          <a:ln w="635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6954837" name="TextBox 2116954836"/>
          <p:cNvSpPr txBox="1"/>
          <p:nvPr/>
        </p:nvSpPr>
        <p:spPr>
          <a:xfrm>
            <a:off x="4453127" y="1233377"/>
            <a:ext cx="2574950" cy="1371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750" b="0" dirty="0" err="1">
                <a:solidFill>
                  <a:srgbClr val="000000"/>
                </a:solidFill>
              </a:rPr>
              <a:t>Платформа</a:t>
            </a:r>
            <a:r>
              <a:rPr sz="750" b="0" dirty="0">
                <a:solidFill>
                  <a:srgbClr val="000000"/>
                </a:solidFill>
              </a:rPr>
              <a:t> </a:t>
            </a:r>
            <a:r>
              <a:rPr sz="750" b="0" dirty="0" err="1">
                <a:solidFill>
                  <a:srgbClr val="000000"/>
                </a:solidFill>
              </a:rPr>
              <a:t>данных</a:t>
            </a:r>
            <a:r>
              <a:rPr sz="750" b="0" dirty="0">
                <a:solidFill>
                  <a:srgbClr val="000000"/>
                </a:solidFill>
              </a:rPr>
              <a:t> и </a:t>
            </a:r>
            <a:r>
              <a:rPr sz="750" b="0" dirty="0" err="1">
                <a:solidFill>
                  <a:srgbClr val="000000"/>
                </a:solidFill>
              </a:rPr>
              <a:t>система</a:t>
            </a:r>
            <a:r>
              <a:rPr sz="750" b="0" dirty="0">
                <a:solidFill>
                  <a:srgbClr val="000000"/>
                </a:solidFill>
              </a:rPr>
              <a:t> </a:t>
            </a:r>
            <a:r>
              <a:rPr sz="750" b="0" dirty="0" err="1">
                <a:solidFill>
                  <a:srgbClr val="000000"/>
                </a:solidFill>
              </a:rPr>
              <a:t>принятия</a:t>
            </a:r>
            <a:r>
              <a:rPr sz="750" b="0" dirty="0">
                <a:solidFill>
                  <a:srgbClr val="000000"/>
                </a:solidFill>
              </a:rPr>
              <a:t> </a:t>
            </a:r>
            <a:r>
              <a:rPr sz="750" b="0" dirty="0" err="1">
                <a:solidFill>
                  <a:srgbClr val="000000"/>
                </a:solidFill>
              </a:rPr>
              <a:t>решений</a:t>
            </a:r>
            <a:endParaRPr sz="750" b="0" dirty="0">
              <a:solidFill>
                <a:srgbClr val="000000"/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21B1B9E-2D6C-48D2-978D-97E079923001}"/>
              </a:ext>
            </a:extLst>
          </p:cNvPr>
          <p:cNvSpPr/>
          <p:nvPr/>
        </p:nvSpPr>
        <p:spPr>
          <a:xfrm>
            <a:off x="7168896" y="4741350"/>
            <a:ext cx="886968" cy="164423"/>
          </a:xfrm>
          <a:prstGeom prst="roundRect">
            <a:avLst>
              <a:gd name="adj" fmla="val 50000"/>
            </a:avLst>
          </a:prstGeom>
          <a:noFill/>
          <a:ln w="12700" cap="sq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800" b="1" dirty="0">
                <a:solidFill>
                  <a:schemeClr val="accent1"/>
                </a:solidFill>
              </a:rPr>
              <a:t>XX</a:t>
            </a:r>
            <a:r>
              <a:rPr lang="en-US" sz="800" dirty="0">
                <a:solidFill>
                  <a:schemeClr val="accent1"/>
                </a:solidFill>
              </a:rPr>
              <a:t> </a:t>
            </a:r>
            <a:r>
              <a:rPr lang="ru-RU" sz="800" dirty="0">
                <a:solidFill>
                  <a:schemeClr val="accent1"/>
                </a:solidFill>
              </a:rPr>
              <a:t>недель</a:t>
            </a:r>
            <a:endParaRPr lang="en-NZ" sz="800" dirty="0" err="1">
              <a:solidFill>
                <a:schemeClr val="accent1"/>
              </a:solidFill>
            </a:endParaRPr>
          </a:p>
        </p:txBody>
      </p:sp>
      <p:sp>
        <p:nvSpPr>
          <p:cNvPr id="381" name="Rectangle: Rounded Corners 380">
            <a:extLst>
              <a:ext uri="{FF2B5EF4-FFF2-40B4-BE49-F238E27FC236}">
                <a16:creationId xmlns:a16="http://schemas.microsoft.com/office/drawing/2014/main" id="{076CF28D-439C-41B1-89DB-1EF04DEB18C6}"/>
              </a:ext>
            </a:extLst>
          </p:cNvPr>
          <p:cNvSpPr/>
          <p:nvPr/>
        </p:nvSpPr>
        <p:spPr bwMode="auto">
          <a:xfrm>
            <a:off x="7168896" y="3481055"/>
            <a:ext cx="886968" cy="164423"/>
          </a:xfrm>
          <a:prstGeom prst="roundRect">
            <a:avLst>
              <a:gd name="adj" fmla="val 50000"/>
            </a:avLst>
          </a:prstGeom>
          <a:noFill/>
          <a:ln w="12700" cap="sq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800" b="1" dirty="0">
                <a:solidFill>
                  <a:schemeClr val="accent1"/>
                </a:solidFill>
              </a:rPr>
              <a:t>XX</a:t>
            </a:r>
            <a:r>
              <a:rPr lang="en-US" sz="800" dirty="0">
                <a:solidFill>
                  <a:schemeClr val="accent1"/>
                </a:solidFill>
              </a:rPr>
              <a:t> </a:t>
            </a:r>
            <a:r>
              <a:rPr lang="ru-RU" sz="800" dirty="0">
                <a:solidFill>
                  <a:schemeClr val="accent1"/>
                </a:solidFill>
              </a:rPr>
              <a:t>недель</a:t>
            </a:r>
            <a:endParaRPr lang="en-NZ" sz="800" dirty="0" err="1">
              <a:solidFill>
                <a:schemeClr val="accen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c90ee1e1-c015-415f-8aa1-dd21303cc84c"/>
  <p:tag name="NEWVI" val="true"/>
  <p:tag name="TEMPLATELASTEDITTED" val="2019-02-25 12:05 PM"/>
  <p:tag name="TEMPLATECREATED" val="2019-02-27 01:18 PM"/>
  <p:tag name="TEMPLATEVERSION" val="3"/>
  <p:tag name="BLUEONEFOURTHTITLEFONTCOLORFIXED" val="true"/>
  <p:tag name="DARKLAYOUTNAMESCHANGEDTOCONTRAST" val="true"/>
  <p:tag name="CTFIXED" val="Yes"/>
  <p:tag name="TSCLIENT" val="True"/>
  <p:tag name="THINKCELLPRESENTATIONDONOTDELETE" val="&lt;?xml version=&quot;1.0&quot; encoding=&quot;UTF-16&quot; standalone=&quot;yes&quot;?&gt;&lt;root reqver=&quot;27037&quot;&gt;&lt;version val=&quot;32922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 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1&quot;/&gt;&lt;m_chDecimalSymbol17909&gt;,&lt;/m_chDecimalSymbol17909&gt;&lt;m_nGroupingDigits17909 val=&quot;3&quot;/&gt;&lt;m_chGroupingSymbol17909&gt; 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-%1-%Y&lt;/m_strFormatTime&gt;&lt;m_yearfmt&gt;&lt;begin val=&quot;0&quot;/&gt;&lt;end val=&quot;0&quot;/&gt;&lt;/m_yearfmt&gt;&lt;/m_precDefaultDate&gt;&lt;m_precDefaultDay&gt;&lt;m_bNumberIsYear val=&quot;0&quot;/&gt;&lt;m_strFormatTime&gt;%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3&quot;&gt;&lt;elem m_fUsage=&quot;1.00000000000000000000E+00&quot;&gt;&lt;m_msothmcolidx val=&quot;0&quot;/&gt;&lt;m_rgb r=&quot;20&quot; g=&quot;4F&quot; b=&quot;EE&quot;/&gt;&lt;/elem&gt;&lt;elem m_fUsage=&quot;9.00000000000000022204E-01&quot;&gt;&lt;m_msothmcolidx val=&quot;0&quot;/&gt;&lt;m_rgb r=&quot;00&quot; g=&quot;DA&quot; b=&quot;C5&quot;/&gt;&lt;/elem&gt;&lt;elem m_fUsage=&quot;8.10000000000000053291E-01&quot;&gt;&lt;m_msothmcolidx val=&quot;0&quot;/&gt;&lt;m_rgb r=&quot;31&quot; g=&quot;5A&quot; b=&quot;C8&quot;/&gt;&lt;/elem&gt;&lt;/m_vecMRU&gt;&lt;/m_mruColor&gt;&lt;m_eweekdayFirstOfWeek val=&quot;2&quot;/&gt;&lt;m_eweekdayFirstOfWorkweek val=&quot;2&quot;/&gt;&lt;m_eweekdayFirstOfWeekend val=&quot;7&quot;/&gt;&lt;/CPresentation&gt;&lt;/root&gt;"/>
  <p:tag name="TEMPLATELASTEDITED" val="2024-01-17 05:59 "/>
  <p:tag name="ICONFILLBACKGROUND" val="Color [A=255, R=239, G=49, B=36]"/>
  <p:tag name="ICONFILLBACKGROUNDTHEME" val="Accent 1"/>
  <p:tag name="ICONENCLOSURE" val="False"/>
  <p:tag name="THINKCELLUNDODONOTDELETE" val="0"/>
  <p:tag name="ICONLINEFILL" val="Color [A=255, R=255, G=255, B=255]"/>
  <p:tag name="ICONLINEFILLTHEME" val="Background 1"/>
  <p:tag name="MTBTACCENT" val="Accent1ColorBoldText"/>
  <p:tag name="BULLETPOINTACTIVEGAP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AlphaWhi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AlphaBl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Whi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Empty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Quat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3Quat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heme/theme1.xml><?xml version="1.0" encoding="utf-8"?>
<a:theme xmlns:a="http://schemas.openxmlformats.org/drawingml/2006/main" name="Альфа_16x9 (2024)">
  <a:themeElements>
    <a:clrScheme name="Client">
      <a:dk1>
        <a:srgbClr val="000000"/>
      </a:dk1>
      <a:lt1>
        <a:srgbClr val="FFFFFF"/>
      </a:lt1>
      <a:dk2>
        <a:srgbClr val="FFFFFF"/>
      </a:dk2>
      <a:lt2>
        <a:srgbClr val="000000"/>
      </a:lt2>
      <a:accent1>
        <a:srgbClr val="EF3124"/>
      </a:accent1>
      <a:accent2>
        <a:srgbClr val="000000"/>
      </a:accent2>
      <a:accent3>
        <a:srgbClr val="505759"/>
      </a:accent3>
      <a:accent4>
        <a:srgbClr val="D9D9D6"/>
      </a:accent4>
      <a:accent5>
        <a:srgbClr val="6727CC"/>
      </a:accent5>
      <a:accent6>
        <a:srgbClr val="07E2E2"/>
      </a:accent6>
      <a:hlink>
        <a:srgbClr val="EF3124"/>
      </a:hlink>
      <a:folHlink>
        <a:srgbClr val="6727CC"/>
      </a:folHlink>
    </a:clrScheme>
    <a:fontScheme name="Другая 8">
      <a:majorFont>
        <a:latin typeface="Verdana"/>
        <a:ea typeface=""/>
        <a:cs typeface=""/>
      </a:majorFont>
      <a:minorFont>
        <a:latin typeface="Segoe UI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Client">
        <a:dk1>
          <a:srgbClr val="000000"/>
        </a:dk1>
        <a:lt1>
          <a:srgbClr val="FFFFFF"/>
        </a:lt1>
        <a:dk2>
          <a:srgbClr val="FFFFFF"/>
        </a:dk2>
        <a:lt2>
          <a:srgbClr val="000000"/>
        </a:lt2>
        <a:accent1>
          <a:srgbClr val="EF3124"/>
        </a:accent1>
        <a:accent2>
          <a:srgbClr val="000000"/>
        </a:accent2>
        <a:accent3>
          <a:srgbClr val="505759"/>
        </a:accent3>
        <a:accent4>
          <a:srgbClr val="D9D9D6"/>
        </a:accent4>
        <a:accent5>
          <a:srgbClr val="6727CC"/>
        </a:accent5>
        <a:accent6>
          <a:srgbClr val="07E2E2"/>
        </a:accent6>
        <a:hlink>
          <a:srgbClr val="EF3124"/>
        </a:hlink>
        <a:folHlink>
          <a:srgbClr val="6727CC"/>
        </a:folHlink>
      </a:clrScheme>
    </a:extraClrScheme>
  </a:extraClrSchemeLst>
  <a:custClrLst>
    <a:custClr name="Custom 1">
      <a:srgbClr val="4D4D4D"/>
    </a:custClr>
    <a:custClr name="Custom 2">
      <a:srgbClr val="7F7F7F"/>
    </a:custClr>
    <a:custClr name="Custom 3">
      <a:srgbClr val="B3B3B3"/>
    </a:custClr>
    <a:custClr name="Custom 4">
      <a:srgbClr val="D0D0D0"/>
    </a:custClr>
    <a:custClr name="Custom 5">
      <a:srgbClr val="E6E6E6"/>
    </a:custClr>
    <a:custClr name="Custom 6">
      <a:srgbClr val="F2F2F2"/>
    </a:custClr>
  </a:custClrLst>
  <a:extLst>
    <a:ext uri="{05A4C25C-085E-4340-85A3-A5531E510DB2}">
      <thm15:themeFamily xmlns:thm15="http://schemas.microsoft.com/office/thememl/2012/main" name="Альфа_16x9 (2024).potx" id="{B394C60F-8F1D-4B14-AAA4-8CEA2F4439EE}" vid="{42C45501-FFE4-4781-8AD7-D5FC3949E144}"/>
    </a:ext>
  </a:extLst>
</a:theme>
</file>

<file path=ppt/theme/theme2.xml><?xml version="1.0" encoding="utf-8"?>
<a:theme xmlns:a="http://schemas.openxmlformats.org/drawingml/2006/main" name="Office Theme">
  <a:themeElements>
    <a:clrScheme name="Custom Scheme">
      <a:dk1>
        <a:srgbClr val="000000"/>
      </a:dk1>
      <a:lt1>
        <a:srgbClr val="FFFFFF"/>
      </a:lt1>
      <a:dk2>
        <a:srgbClr val="051C2C"/>
      </a:dk2>
      <a:lt2>
        <a:srgbClr val="FFFFFF"/>
      </a:lt2>
      <a:accent1>
        <a:srgbClr val="051C2C"/>
      </a:accent1>
      <a:accent2>
        <a:srgbClr val="00A9F4"/>
      </a:accent2>
      <a:accent3>
        <a:srgbClr val="1F40E6"/>
      </a:accent3>
      <a:accent4>
        <a:srgbClr val="AAE6F0"/>
      </a:accent4>
      <a:accent5>
        <a:srgbClr val="3C96B4"/>
      </a:accent5>
      <a:accent6>
        <a:srgbClr val="AFC3FF"/>
      </a:accent6>
      <a:hlink>
        <a:srgbClr val="00A9F4"/>
      </a:hlink>
      <a:folHlink>
        <a:srgbClr val="00A9F4"/>
      </a:folHlink>
    </a:clrScheme>
    <a:fontScheme name="Custom Schem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Custom Scheme">
      <a:dk1>
        <a:srgbClr val="000000"/>
      </a:dk1>
      <a:lt1>
        <a:srgbClr val="FFFFFF"/>
      </a:lt1>
      <a:dk2>
        <a:srgbClr val="051C2C"/>
      </a:dk2>
      <a:lt2>
        <a:srgbClr val="FFFFFF"/>
      </a:lt2>
      <a:accent1>
        <a:srgbClr val="051C2C"/>
      </a:accent1>
      <a:accent2>
        <a:srgbClr val="00A9F4"/>
      </a:accent2>
      <a:accent3>
        <a:srgbClr val="1F40E6"/>
      </a:accent3>
      <a:accent4>
        <a:srgbClr val="AAE6F0"/>
      </a:accent4>
      <a:accent5>
        <a:srgbClr val="3C96B4"/>
      </a:accent5>
      <a:accent6>
        <a:srgbClr val="AFC3FF"/>
      </a:accent6>
      <a:hlink>
        <a:srgbClr val="00A9F4"/>
      </a:hlink>
      <a:folHlink>
        <a:srgbClr val="00A9F4"/>
      </a:folHlink>
    </a:clrScheme>
    <a:fontScheme name="Custom Scheme2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Альфа_16x9 (2024)</Template>
  <TotalTime>79998</TotalTime>
  <Words>407</Words>
  <Application>Microsoft Office PowerPoint</Application>
  <PresentationFormat>Widescreen</PresentationFormat>
  <Paragraphs>52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Georgia</vt:lpstr>
      <vt:lpstr>Segoe UI</vt:lpstr>
      <vt:lpstr>Verdana</vt:lpstr>
      <vt:lpstr>Wingdings</vt:lpstr>
      <vt:lpstr>Альфа_16x9 (2024)</vt:lpstr>
      <vt:lpstr>think-cell Slide</vt:lpstr>
      <vt:lpstr>Целевой процесс по данным: Для построение полного цифрового профиля клиента банку требуется построить новые процессы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Samoylenko, Vladislav</dc:creator>
  <cp:keywords/>
  <dc:description/>
  <cp:lastModifiedBy>Alexander Voytsev</cp:lastModifiedBy>
  <cp:revision>2996</cp:revision>
  <cp:lastPrinted>2024-10-23T08:54:01Z</cp:lastPrinted>
  <dcterms:created xsi:type="dcterms:W3CDTF">2024-01-18T08:29:10Z</dcterms:created>
  <dcterms:modified xsi:type="dcterms:W3CDTF">2026-09-02T14:18:55Z</dcterms:modified>
  <cp:category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1628964</vt:lpwstr>
  </property>
  <property fmtid="{D5CDD505-2E9C-101B-9397-08002B2CF9AE}" pid="3" name="NXPowerLiteSettings">
    <vt:lpwstr>C9000A38044001</vt:lpwstr>
  </property>
  <property fmtid="{D5CDD505-2E9C-101B-9397-08002B2CF9AE}" pid="4" name="NXPowerLiteVersion">
    <vt:lpwstr>D7.1.14</vt:lpwstr>
  </property>
  <property fmtid="{D5CDD505-2E9C-101B-9397-08002B2CF9AE}" pid="5" name="PPT">
    <vt:lpwstr>Hello</vt:lpwstr>
  </property>
  <property fmtid="{D5CDD505-2E9C-101B-9397-08002B2CF9AE}" pid="6" name="TemplateVersion">
    <vt:lpwstr>4</vt:lpwstr>
  </property>
  <property fmtid="{D5CDD505-2E9C-101B-9397-08002B2CF9AE}" pid="7" name="TemplateLastEdited">
    <vt:lpwstr>2024-01-17 05:59 </vt:lpwstr>
  </property>
  <property fmtid="{D5CDD505-2E9C-101B-9397-08002B2CF9AE}" pid="8" name="TemplateCreated">
    <vt:lpwstr>2019-02-27 01:18 PM</vt:lpwstr>
  </property>
</Properties>
</file>