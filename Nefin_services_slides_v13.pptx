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15.vml" ContentType="application/vnd.openxmlformats-officedocument.vmlDrawing"/>
  <Override PartName="/ppt/drawings/vmlDrawing16.vml" ContentType="application/vnd.openxmlformats-officedocument.vmlDrawing"/>
  <Override PartName="/ppt/drawings/vmlDrawing17.vml" ContentType="application/vnd.openxmlformats-officedocument.vmlDrawing"/>
  <Override PartName="/ppt/drawings/vmlDrawing18.vml" ContentType="application/vnd.openxmlformats-officedocument.vmlDrawing"/>
  <Override PartName="/ppt/drawings/vmlDrawing19.vml" ContentType="application/vnd.openxmlformats-officedocument.vmlDrawing"/>
  <Override PartName="/ppt/drawings/vmlDrawing2.vml" ContentType="application/vnd.openxmlformats-officedocument.vmlDrawing"/>
  <Override PartName="/ppt/drawings/vmlDrawing20.vml" ContentType="application/vnd.openxmlformats-officedocument.vmlDrawing"/>
  <Override PartName="/ppt/drawings/vmlDrawing21.vml" ContentType="application/vnd.openxmlformats-officedocument.vmlDrawing"/>
  <Override PartName="/ppt/drawings/vmlDrawing22.vml" ContentType="application/vnd.openxmlformats-officedocument.vmlDrawing"/>
  <Override PartName="/ppt/drawings/vmlDrawing23.vml" ContentType="application/vnd.openxmlformats-officedocument.vmlDrawing"/>
  <Override PartName="/ppt/drawings/vmlDrawing24.vml" ContentType="application/vnd.openxmlformats-officedocument.vmlDrawing"/>
  <Override PartName="/ppt/drawings/vmlDrawing25.vml" ContentType="application/vnd.openxmlformats-officedocument.vmlDrawing"/>
  <Override PartName="/ppt/drawings/vmlDrawing26.vml" ContentType="application/vnd.openxmlformats-officedocument.vmlDrawing"/>
  <Override PartName="/ppt/drawings/vmlDrawing27.vml" ContentType="application/vnd.openxmlformats-officedocument.vmlDrawing"/>
  <Override PartName="/ppt/drawings/vmlDrawing28.vml" ContentType="application/vnd.openxmlformats-officedocument.vmlDrawing"/>
  <Override PartName="/ppt/drawings/vmlDrawing29.vml" ContentType="application/vnd.openxmlformats-officedocument.vmlDrawing"/>
  <Override PartName="/ppt/drawings/vmlDrawing3.vml" ContentType="application/vnd.openxmlformats-officedocument.vmlDrawing"/>
  <Override PartName="/ppt/drawings/vmlDrawing30.vml" ContentType="application/vnd.openxmlformats-officedocument.vmlDrawing"/>
  <Override PartName="/ppt/drawings/vmlDrawing31.vml" ContentType="application/vnd.openxmlformats-officedocument.vmlDrawing"/>
  <Override PartName="/ppt/drawings/vmlDrawing32.vml" ContentType="application/vnd.openxmlformats-officedocument.vmlDrawing"/>
  <Override PartName="/ppt/drawings/vmlDrawing33.vml" ContentType="application/vnd.openxmlformats-officedocument.vmlDrawing"/>
  <Override PartName="/ppt/drawings/vmlDrawing34.vml" ContentType="application/vnd.openxmlformats-officedocument.vmlDrawing"/>
  <Override PartName="/ppt/drawings/vmlDrawing35.vml" ContentType="application/vnd.openxmlformats-officedocument.vmlDrawing"/>
  <Override PartName="/ppt/drawings/vmlDrawing36.vml" ContentType="application/vnd.openxmlformats-officedocument.vmlDrawing"/>
  <Override PartName="/ppt/drawings/vmlDrawing37.vml" ContentType="application/vnd.openxmlformats-officedocument.vmlDrawing"/>
  <Override PartName="/ppt/drawings/vmlDrawing38.vml" ContentType="application/vnd.openxmlformats-officedocument.vmlDrawing"/>
  <Override PartName="/ppt/drawings/vmlDrawing39.vml" ContentType="application/vnd.openxmlformats-officedocument.vmlDrawing"/>
  <Override PartName="/ppt/drawings/vmlDrawing4.vml" ContentType="application/vnd.openxmlformats-officedocument.vmlDrawing"/>
  <Override PartName="/ppt/drawings/vmlDrawing40.vml" ContentType="application/vnd.openxmlformats-officedocument.vmlDrawing"/>
  <Override PartName="/ppt/drawings/vmlDrawing41.vml" ContentType="application/vnd.openxmlformats-officedocument.vmlDrawing"/>
  <Override PartName="/ppt/drawings/vmlDrawing42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1.svg" ContentType="image/svg+xml"/>
  <Override PartName="/ppt/media/image14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96" r:id="rId2"/>
  </p:sldMasterIdLst>
  <p:notesMasterIdLst>
    <p:notesMasterId r:id="rId5"/>
  </p:notesMasterIdLst>
  <p:handoutMasterIdLst>
    <p:handoutMasterId r:id="rId6"/>
  </p:handoutMasterIdLst>
  <p:sldIdLst>
    <p:sldId id="269" r:id="rId3"/>
    <p:sldId id="303" r:id="rId4"/>
  </p:sldIdLst>
  <p:sldSz cx="12192000" cy="6858000"/>
  <p:notesSz cx="7102475" cy="9388475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  <p:cmAuthor id="2" name="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2F3"/>
    <a:srgbClr val="E2E5E6"/>
    <a:srgbClr val="505759"/>
    <a:srgbClr val="F36D64"/>
    <a:srgbClr val="7E130B"/>
    <a:srgbClr val="370C09"/>
    <a:srgbClr val="D72519"/>
    <a:srgbClr val="C0190E"/>
    <a:srgbClr val="F5F5F5"/>
    <a:srgbClr val="CE20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4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397" y="5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2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7.vml.rels><?xml version='1.0' encoding='UTF-8' standalone='yes'?>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38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1.vml.rels><?xml version='1.0' encoding='UTF-8' standalone='yes'?>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2.vml.rels><?xml version='1.0' encoding='UTF-8' standalone='yes'?>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ru-RU" smtClean="0"/>
              <a:pPr/>
              <a:t>03/09/26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2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012" y="4518025"/>
            <a:ext cx="5632450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358D6-0DA6-422F-8240-68D1359D187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321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358D6-0DA6-422F-8240-68D1359D187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182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0" Type="http://schemas.openxmlformats.org/officeDocument/2006/relationships/image" Target="../media/image5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3.bin"/><Relationship Id="rId8" Type="http://schemas.openxmlformats.org/officeDocument/2006/relationships/image" Target="../media/image4.emf"/><Relationship Id="rId9" Type="http://schemas.openxmlformats.org/officeDocument/2006/relationships/image" Target="../media/image6.jp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4.emf"/><Relationship Id="rId10" Type="http://schemas.openxmlformats.org/officeDocument/2006/relationships/image" Target="../media/image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5.bin"/><Relationship Id="rId8" Type="http://schemas.openxmlformats.org/officeDocument/2006/relationships/image" Target="../media/image4.emf"/><Relationship Id="rId9" Type="http://schemas.openxmlformats.org/officeDocument/2006/relationships/image" Target="../media/image2.png"/><Relationship Id="rId10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tags" Target="../tags/tag49.xml"/><Relationship Id="rId8" Type="http://schemas.openxmlformats.org/officeDocument/2006/relationships/tags" Target="../tags/tag50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6.bin"/><Relationship Id="rId11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tags" Target="../tags/tag55.xml"/><Relationship Id="rId7" Type="http://schemas.openxmlformats.org/officeDocument/2006/relationships/tags" Target="../tags/tag56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7.bin"/><Relationship Id="rId10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8.bin"/><Relationship Id="rId11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9.bin"/><Relationship Id="rId10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0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Relationship Id="rId1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tags" Target="../tags/tag80.xml"/><Relationship Id="rId6" Type="http://schemas.openxmlformats.org/officeDocument/2006/relationships/tags" Target="../tags/tag81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1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8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tags" Target="../tags/tag82.xml"/><Relationship Id="rId3" Type="http://schemas.openxmlformats.org/officeDocument/2006/relationships/tags" Target="../tags/tag83.xml"/><Relationship Id="rId4" Type="http://schemas.openxmlformats.org/officeDocument/2006/relationships/tags" Target="../tags/tag84.xml"/><Relationship Id="rId5" Type="http://schemas.openxmlformats.org/officeDocument/2006/relationships/tags" Target="../tags/tag85.xml"/><Relationship Id="rId6" Type="http://schemas.openxmlformats.org/officeDocument/2006/relationships/tags" Target="../tags/tag86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2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9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tags" Target="../tags/tag8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Relationship Id="rId8" Type="http://schemas.openxmlformats.org/officeDocument/2006/relationships/tags" Target="../tags/tag93.xml"/><Relationship Id="rId9" Type="http://schemas.openxmlformats.org/officeDocument/2006/relationships/slideMaster" Target="../slideMasters/slideMaster1.xml"/><Relationship Id="rId10" Type="http://schemas.openxmlformats.org/officeDocument/2006/relationships/oleObject" Target="../embeddings/oleObject13.bin"/><Relationship Id="rId11" Type="http://schemas.openxmlformats.org/officeDocument/2006/relationships/image" Target="../media/image4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tags" Target="../tags/tag99.xml"/><Relationship Id="rId8" Type="http://schemas.openxmlformats.org/officeDocument/2006/relationships/tags" Target="../tags/tag100.xml"/><Relationship Id="rId9" Type="http://schemas.openxmlformats.org/officeDocument/2006/relationships/tags" Target="../tags/tag101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4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5.v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tags" Target="../tags/tag106.xml"/><Relationship Id="rId7" Type="http://schemas.openxmlformats.org/officeDocument/2006/relationships/tags" Target="../tags/tag107.xml"/><Relationship Id="rId8" Type="http://schemas.openxmlformats.org/officeDocument/2006/relationships/tags" Target="../tags/tag108.xml"/><Relationship Id="rId9" Type="http://schemas.openxmlformats.org/officeDocument/2006/relationships/tags" Target="../tags/tag109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6.vml"/><Relationship Id="rId2" Type="http://schemas.openxmlformats.org/officeDocument/2006/relationships/tags" Target="../tags/tag110.xml"/><Relationship Id="rId3" Type="http://schemas.openxmlformats.org/officeDocument/2006/relationships/tags" Target="../tags/tag111.xml"/><Relationship Id="rId4" Type="http://schemas.openxmlformats.org/officeDocument/2006/relationships/tags" Target="../tags/tag112.xml"/><Relationship Id="rId5" Type="http://schemas.openxmlformats.org/officeDocument/2006/relationships/tags" Target="../tags/tag113.xml"/><Relationship Id="rId6" Type="http://schemas.openxmlformats.org/officeDocument/2006/relationships/tags" Target="../tags/tag114.xml"/><Relationship Id="rId7" Type="http://schemas.openxmlformats.org/officeDocument/2006/relationships/tags" Target="../tags/tag115.xml"/><Relationship Id="rId8" Type="http://schemas.openxmlformats.org/officeDocument/2006/relationships/tags" Target="../tags/tag116.xml"/><Relationship Id="rId9" Type="http://schemas.openxmlformats.org/officeDocument/2006/relationships/tags" Target="../tags/tag117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7.v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7.bin"/><Relationship Id="rId12" Type="http://schemas.openxmlformats.org/officeDocument/2006/relationships/image" Target="../media/image12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8.vml"/><Relationship Id="rId2" Type="http://schemas.openxmlformats.org/officeDocument/2006/relationships/tags" Target="../tags/tag126.xml"/><Relationship Id="rId3" Type="http://schemas.openxmlformats.org/officeDocument/2006/relationships/tags" Target="../tags/tag127.xml"/><Relationship Id="rId4" Type="http://schemas.openxmlformats.org/officeDocument/2006/relationships/tags" Target="../tags/tag128.xml"/><Relationship Id="rId5" Type="http://schemas.openxmlformats.org/officeDocument/2006/relationships/tags" Target="../tags/tag129.xml"/><Relationship Id="rId6" Type="http://schemas.openxmlformats.org/officeDocument/2006/relationships/tags" Target="../tags/tag130.xml"/><Relationship Id="rId7" Type="http://schemas.openxmlformats.org/officeDocument/2006/relationships/tags" Target="../tags/tag131.xml"/><Relationship Id="rId8" Type="http://schemas.openxmlformats.org/officeDocument/2006/relationships/tags" Target="../tags/tag132.xml"/><Relationship Id="rId9" Type="http://schemas.openxmlformats.org/officeDocument/2006/relationships/tags" Target="../tags/tag133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18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9.vml"/><Relationship Id="rId2" Type="http://schemas.openxmlformats.org/officeDocument/2006/relationships/tags" Target="../tags/tag134.xml"/><Relationship Id="rId3" Type="http://schemas.openxmlformats.org/officeDocument/2006/relationships/tags" Target="../tags/tag135.xml"/><Relationship Id="rId4" Type="http://schemas.openxmlformats.org/officeDocument/2006/relationships/tags" Target="../tags/tag136.xml"/><Relationship Id="rId5" Type="http://schemas.openxmlformats.org/officeDocument/2006/relationships/tags" Target="../tags/tag137.xml"/><Relationship Id="rId6" Type="http://schemas.openxmlformats.org/officeDocument/2006/relationships/tags" Target="../tags/tag13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9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0.vml"/><Relationship Id="rId2" Type="http://schemas.openxmlformats.org/officeDocument/2006/relationships/tags" Target="../tags/tag1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4.emf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2.v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ags" Target="../tags/tag168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2.bin"/><Relationship Id="rId9" Type="http://schemas.openxmlformats.org/officeDocument/2006/relationships/image" Target="../media/image4.emf"/><Relationship Id="rId10" Type="http://schemas.openxmlformats.org/officeDocument/2006/relationships/image" Target="../media/image5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3.vml"/><Relationship Id="rId2" Type="http://schemas.openxmlformats.org/officeDocument/2006/relationships/tags" Target="../tags/tag169.xml"/><Relationship Id="rId3" Type="http://schemas.openxmlformats.org/officeDocument/2006/relationships/tags" Target="../tags/tag170.xml"/><Relationship Id="rId4" Type="http://schemas.openxmlformats.org/officeDocument/2006/relationships/tags" Target="../tags/tag171.xml"/><Relationship Id="rId5" Type="http://schemas.openxmlformats.org/officeDocument/2006/relationships/tags" Target="../tags/tag172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23.bin"/><Relationship Id="rId8" Type="http://schemas.openxmlformats.org/officeDocument/2006/relationships/image" Target="../media/image4.emf"/><Relationship Id="rId9" Type="http://schemas.openxmlformats.org/officeDocument/2006/relationships/image" Target="../media/image6.jpg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4.v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tags" Target="../tags/tag175.xml"/><Relationship Id="rId5" Type="http://schemas.openxmlformats.org/officeDocument/2006/relationships/tags" Target="../tags/tag176.xml"/><Relationship Id="rId6" Type="http://schemas.openxmlformats.org/officeDocument/2006/relationships/tags" Target="../tags/tag177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24.bin"/><Relationship Id="rId9" Type="http://schemas.openxmlformats.org/officeDocument/2006/relationships/image" Target="../media/image4.emf"/><Relationship Id="rId10" Type="http://schemas.openxmlformats.org/officeDocument/2006/relationships/image" Target="../media/image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5.vml"/><Relationship Id="rId2" Type="http://schemas.openxmlformats.org/officeDocument/2006/relationships/tags" Target="../tags/tag178.xml"/><Relationship Id="rId3" Type="http://schemas.openxmlformats.org/officeDocument/2006/relationships/tags" Target="../tags/tag179.xml"/><Relationship Id="rId4" Type="http://schemas.openxmlformats.org/officeDocument/2006/relationships/tags" Target="../tags/tag180.xml"/><Relationship Id="rId5" Type="http://schemas.openxmlformats.org/officeDocument/2006/relationships/tags" Target="../tags/tag181.xml"/><Relationship Id="rId6" Type="http://schemas.openxmlformats.org/officeDocument/2006/relationships/slideMaster" Target="../slideMasters/slideMaster2.xml"/><Relationship Id="rId7" Type="http://schemas.openxmlformats.org/officeDocument/2006/relationships/oleObject" Target="../embeddings/oleObject25.bin"/><Relationship Id="rId8" Type="http://schemas.openxmlformats.org/officeDocument/2006/relationships/image" Target="../media/image4.emf"/><Relationship Id="rId9" Type="http://schemas.openxmlformats.org/officeDocument/2006/relationships/image" Target="../media/image15.jpeg"/><Relationship Id="rId10" Type="http://schemas.openxmlformats.org/officeDocument/2006/relationships/image" Target="../media/image10.png"/><Relationship Id="rId11" Type="http://schemas.openxmlformats.org/officeDocument/2006/relationships/image" Target="../media/image11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6.vml"/><Relationship Id="rId2" Type="http://schemas.openxmlformats.org/officeDocument/2006/relationships/tags" Target="../tags/tag182.xml"/><Relationship Id="rId3" Type="http://schemas.openxmlformats.org/officeDocument/2006/relationships/tags" Target="../tags/tag183.xml"/><Relationship Id="rId4" Type="http://schemas.openxmlformats.org/officeDocument/2006/relationships/tags" Target="../tags/tag184.xml"/><Relationship Id="rId5" Type="http://schemas.openxmlformats.org/officeDocument/2006/relationships/tags" Target="../tags/tag185.xml"/><Relationship Id="rId6" Type="http://schemas.openxmlformats.org/officeDocument/2006/relationships/tags" Target="../tags/tag186.xml"/><Relationship Id="rId7" Type="http://schemas.openxmlformats.org/officeDocument/2006/relationships/tags" Target="../tags/tag187.xml"/><Relationship Id="rId8" Type="http://schemas.openxmlformats.org/officeDocument/2006/relationships/tags" Target="../tags/tag188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26.bin"/><Relationship Id="rId11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7.vml"/><Relationship Id="rId2" Type="http://schemas.openxmlformats.org/officeDocument/2006/relationships/tags" Target="../tags/tag189.xml"/><Relationship Id="rId3" Type="http://schemas.openxmlformats.org/officeDocument/2006/relationships/tags" Target="../tags/tag190.xml"/><Relationship Id="rId4" Type="http://schemas.openxmlformats.org/officeDocument/2006/relationships/tags" Target="../tags/tag191.xml"/><Relationship Id="rId5" Type="http://schemas.openxmlformats.org/officeDocument/2006/relationships/tags" Target="../tags/tag192.xml"/><Relationship Id="rId6" Type="http://schemas.openxmlformats.org/officeDocument/2006/relationships/tags" Target="../tags/tag193.xml"/><Relationship Id="rId7" Type="http://schemas.openxmlformats.org/officeDocument/2006/relationships/tags" Target="../tags/tag194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7.bin"/><Relationship Id="rId10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8.v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tags" Target="../tags/tag201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28.bin"/><Relationship Id="rId11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9.v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29.bin"/><Relationship Id="rId10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0.vml"/><Relationship Id="rId2" Type="http://schemas.openxmlformats.org/officeDocument/2006/relationships/tags" Target="../tags/tag208.xml"/><Relationship Id="rId3" Type="http://schemas.openxmlformats.org/officeDocument/2006/relationships/tags" Target="../tags/tag209.xml"/><Relationship Id="rId4" Type="http://schemas.openxmlformats.org/officeDocument/2006/relationships/tags" Target="../tags/tag210.xml"/><Relationship Id="rId5" Type="http://schemas.openxmlformats.org/officeDocument/2006/relationships/tags" Target="../tags/tag211.xml"/><Relationship Id="rId6" Type="http://schemas.openxmlformats.org/officeDocument/2006/relationships/tags" Target="../tags/tag212.xml"/><Relationship Id="rId7" Type="http://schemas.openxmlformats.org/officeDocument/2006/relationships/tags" Target="../tags/tag213.xml"/><Relationship Id="rId8" Type="http://schemas.openxmlformats.org/officeDocument/2006/relationships/tags" Target="../tags/tag214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30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Relationship Id="rId13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1.vml"/><Relationship Id="rId2" Type="http://schemas.openxmlformats.org/officeDocument/2006/relationships/tags" Target="../tags/tag215.xml"/><Relationship Id="rId3" Type="http://schemas.openxmlformats.org/officeDocument/2006/relationships/tags" Target="../tags/tag216.xml"/><Relationship Id="rId4" Type="http://schemas.openxmlformats.org/officeDocument/2006/relationships/tags" Target="../tags/tag217.xml"/><Relationship Id="rId5" Type="http://schemas.openxmlformats.org/officeDocument/2006/relationships/tags" Target="../tags/tag218.xml"/><Relationship Id="rId6" Type="http://schemas.openxmlformats.org/officeDocument/2006/relationships/tags" Target="../tags/tag219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1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8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2.vml"/><Relationship Id="rId2" Type="http://schemas.openxmlformats.org/officeDocument/2006/relationships/tags" Target="../tags/tag220.xml"/><Relationship Id="rId3" Type="http://schemas.openxmlformats.org/officeDocument/2006/relationships/tags" Target="../tags/tag221.xml"/><Relationship Id="rId4" Type="http://schemas.openxmlformats.org/officeDocument/2006/relationships/tags" Target="../tags/tag222.xml"/><Relationship Id="rId5" Type="http://schemas.openxmlformats.org/officeDocument/2006/relationships/tags" Target="../tags/tag223.xml"/><Relationship Id="rId6" Type="http://schemas.openxmlformats.org/officeDocument/2006/relationships/tags" Target="../tags/tag224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2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Relationship Id="rId12" Type="http://schemas.openxmlformats.org/officeDocument/2006/relationships/image" Target="../media/image9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3.vml"/><Relationship Id="rId2" Type="http://schemas.openxmlformats.org/officeDocument/2006/relationships/tags" Target="../tags/tag225.xml"/><Relationship Id="rId3" Type="http://schemas.openxmlformats.org/officeDocument/2006/relationships/tags" Target="../tags/tag226.xml"/><Relationship Id="rId4" Type="http://schemas.openxmlformats.org/officeDocument/2006/relationships/tags" Target="../tags/tag227.xml"/><Relationship Id="rId5" Type="http://schemas.openxmlformats.org/officeDocument/2006/relationships/tags" Target="../tags/tag228.xml"/><Relationship Id="rId6" Type="http://schemas.openxmlformats.org/officeDocument/2006/relationships/tags" Target="../tags/tag229.xml"/><Relationship Id="rId7" Type="http://schemas.openxmlformats.org/officeDocument/2006/relationships/tags" Target="../tags/tag230.xml"/><Relationship Id="rId8" Type="http://schemas.openxmlformats.org/officeDocument/2006/relationships/tags" Target="../tags/tag231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33.bin"/><Relationship Id="rId11" Type="http://schemas.openxmlformats.org/officeDocument/2006/relationships/image" Target="../media/image4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4.vml"/><Relationship Id="rId2" Type="http://schemas.openxmlformats.org/officeDocument/2006/relationships/tags" Target="../tags/tag232.xml"/><Relationship Id="rId3" Type="http://schemas.openxmlformats.org/officeDocument/2006/relationships/tags" Target="../tags/tag233.xml"/><Relationship Id="rId4" Type="http://schemas.openxmlformats.org/officeDocument/2006/relationships/tags" Target="../tags/tag234.xml"/><Relationship Id="rId5" Type="http://schemas.openxmlformats.org/officeDocument/2006/relationships/tags" Target="../tags/tag235.xml"/><Relationship Id="rId6" Type="http://schemas.openxmlformats.org/officeDocument/2006/relationships/tags" Target="../tags/tag236.xml"/><Relationship Id="rId7" Type="http://schemas.openxmlformats.org/officeDocument/2006/relationships/tags" Target="../tags/tag237.xml"/><Relationship Id="rId8" Type="http://schemas.openxmlformats.org/officeDocument/2006/relationships/tags" Target="../tags/tag238.xml"/><Relationship Id="rId9" Type="http://schemas.openxmlformats.org/officeDocument/2006/relationships/tags" Target="../tags/tag23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4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5.vml"/><Relationship Id="rId2" Type="http://schemas.openxmlformats.org/officeDocument/2006/relationships/tags" Target="../tags/tag240.xml"/><Relationship Id="rId3" Type="http://schemas.openxmlformats.org/officeDocument/2006/relationships/tags" Target="../tags/tag241.xml"/><Relationship Id="rId4" Type="http://schemas.openxmlformats.org/officeDocument/2006/relationships/tags" Target="../tags/tag242.xml"/><Relationship Id="rId5" Type="http://schemas.openxmlformats.org/officeDocument/2006/relationships/tags" Target="../tags/tag243.xml"/><Relationship Id="rId6" Type="http://schemas.openxmlformats.org/officeDocument/2006/relationships/tags" Target="../tags/tag244.xml"/><Relationship Id="rId7" Type="http://schemas.openxmlformats.org/officeDocument/2006/relationships/tags" Target="../tags/tag245.xml"/><Relationship Id="rId8" Type="http://schemas.openxmlformats.org/officeDocument/2006/relationships/tags" Target="../tags/tag246.xml"/><Relationship Id="rId9" Type="http://schemas.openxmlformats.org/officeDocument/2006/relationships/tags" Target="../tags/tag247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5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6.vml"/><Relationship Id="rId2" Type="http://schemas.openxmlformats.org/officeDocument/2006/relationships/tags" Target="../tags/tag248.xml"/><Relationship Id="rId3" Type="http://schemas.openxmlformats.org/officeDocument/2006/relationships/tags" Target="../tags/tag249.xml"/><Relationship Id="rId4" Type="http://schemas.openxmlformats.org/officeDocument/2006/relationships/tags" Target="../tags/tag250.xml"/><Relationship Id="rId5" Type="http://schemas.openxmlformats.org/officeDocument/2006/relationships/tags" Target="../tags/tag251.xml"/><Relationship Id="rId6" Type="http://schemas.openxmlformats.org/officeDocument/2006/relationships/tags" Target="../tags/tag252.xml"/><Relationship Id="rId7" Type="http://schemas.openxmlformats.org/officeDocument/2006/relationships/tags" Target="../tags/tag253.xml"/><Relationship Id="rId8" Type="http://schemas.openxmlformats.org/officeDocument/2006/relationships/tags" Target="../tags/tag254.xml"/><Relationship Id="rId9" Type="http://schemas.openxmlformats.org/officeDocument/2006/relationships/tags" Target="../tags/tag255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6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7.vml"/><Relationship Id="rId2" Type="http://schemas.openxmlformats.org/officeDocument/2006/relationships/tags" Target="../tags/tag256.xml"/><Relationship Id="rId3" Type="http://schemas.openxmlformats.org/officeDocument/2006/relationships/tags" Target="../tags/tag257.xml"/><Relationship Id="rId4" Type="http://schemas.openxmlformats.org/officeDocument/2006/relationships/tags" Target="../tags/tag258.xml"/><Relationship Id="rId5" Type="http://schemas.openxmlformats.org/officeDocument/2006/relationships/tags" Target="../tags/tag259.xml"/><Relationship Id="rId6" Type="http://schemas.openxmlformats.org/officeDocument/2006/relationships/tags" Target="../tags/tag260.xml"/><Relationship Id="rId7" Type="http://schemas.openxmlformats.org/officeDocument/2006/relationships/tags" Target="../tags/tag261.xml"/><Relationship Id="rId8" Type="http://schemas.openxmlformats.org/officeDocument/2006/relationships/tags" Target="../tags/tag262.xml"/><Relationship Id="rId9" Type="http://schemas.openxmlformats.org/officeDocument/2006/relationships/tags" Target="../tags/tag26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7.bin"/><Relationship Id="rId12" Type="http://schemas.openxmlformats.org/officeDocument/2006/relationships/image" Target="../media/image12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8.vml"/><Relationship Id="rId2" Type="http://schemas.openxmlformats.org/officeDocument/2006/relationships/tags" Target="../tags/tag264.xml"/><Relationship Id="rId3" Type="http://schemas.openxmlformats.org/officeDocument/2006/relationships/tags" Target="../tags/tag265.xml"/><Relationship Id="rId4" Type="http://schemas.openxmlformats.org/officeDocument/2006/relationships/tags" Target="../tags/tag266.xml"/><Relationship Id="rId5" Type="http://schemas.openxmlformats.org/officeDocument/2006/relationships/tags" Target="../tags/tag267.xml"/><Relationship Id="rId6" Type="http://schemas.openxmlformats.org/officeDocument/2006/relationships/tags" Target="../tags/tag268.xml"/><Relationship Id="rId7" Type="http://schemas.openxmlformats.org/officeDocument/2006/relationships/tags" Target="../tags/tag269.xml"/><Relationship Id="rId8" Type="http://schemas.openxmlformats.org/officeDocument/2006/relationships/tags" Target="../tags/tag270.xml"/><Relationship Id="rId9" Type="http://schemas.openxmlformats.org/officeDocument/2006/relationships/tags" Target="../tags/tag27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38.bin"/><Relationship Id="rId12" Type="http://schemas.openxmlformats.org/officeDocument/2006/relationships/image" Target="../media/image1.emf"/><Relationship Id="rId13" Type="http://schemas.openxmlformats.org/officeDocument/2006/relationships/image" Target="../media/image10.png"/><Relationship Id="rId14" Type="http://schemas.openxmlformats.org/officeDocument/2006/relationships/image" Target="../media/image11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9.vml"/><Relationship Id="rId2" Type="http://schemas.openxmlformats.org/officeDocument/2006/relationships/tags" Target="../tags/tag272.xml"/><Relationship Id="rId3" Type="http://schemas.openxmlformats.org/officeDocument/2006/relationships/tags" Target="../tags/tag273.xml"/><Relationship Id="rId4" Type="http://schemas.openxmlformats.org/officeDocument/2006/relationships/tags" Target="../tags/tag274.xml"/><Relationship Id="rId5" Type="http://schemas.openxmlformats.org/officeDocument/2006/relationships/tags" Target="../tags/tag275.xml"/><Relationship Id="rId6" Type="http://schemas.openxmlformats.org/officeDocument/2006/relationships/tags" Target="../tags/tag276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39.bin"/><Relationship Id="rId9" Type="http://schemas.openxmlformats.org/officeDocument/2006/relationships/image" Target="../media/image4.emf"/><Relationship Id="rId10" Type="http://schemas.openxmlformats.org/officeDocument/2006/relationships/image" Target="../media/image2.png"/><Relationship Id="rId11" Type="http://schemas.openxmlformats.org/officeDocument/2006/relationships/image" Target="../media/image3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0.vml"/><Relationship Id="rId2" Type="http://schemas.openxmlformats.org/officeDocument/2006/relationships/tags" Target="../tags/tag277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40.bin"/><Relationship Id="rId5" Type="http://schemas.openxmlformats.org/officeDocument/2006/relationships/image" Target="../media/image4.emf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06580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5938EE5D-257A-46ED-A9A6-EB815B305B1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6972" y="0"/>
            <a:ext cx="6125028" cy="6858000"/>
          </a:xfrm>
          <a:custGeom>
            <a:avLst/>
            <a:gdLst>
              <a:gd name="connsiteX0" fmla="*/ 0 w 6125028"/>
              <a:gd name="connsiteY0" fmla="*/ 0 h 6858000"/>
              <a:gd name="connsiteX1" fmla="*/ 6125028 w 6125028"/>
              <a:gd name="connsiteY1" fmla="*/ 0 h 6858000"/>
              <a:gd name="connsiteX2" fmla="*/ 6125028 w 6125028"/>
              <a:gd name="connsiteY2" fmla="*/ 6858000 h 6858000"/>
              <a:gd name="connsiteX3" fmla="*/ 0 w 61250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5028" h="6858000">
                <a:moveTo>
                  <a:pt x="0" y="0"/>
                </a:moveTo>
                <a:lnTo>
                  <a:pt x="6125028" y="0"/>
                </a:lnTo>
                <a:lnTo>
                  <a:pt x="612502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05012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14374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4BAB1A0-11DF-486A-B63F-3CD30B575D4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2522" y="0"/>
            <a:ext cx="6129478" cy="6858000"/>
          </a:xfrm>
          <a:custGeom>
            <a:avLst/>
            <a:gdLst>
              <a:gd name="connsiteX0" fmla="*/ 0 w 6129478"/>
              <a:gd name="connsiteY0" fmla="*/ 0 h 6858000"/>
              <a:gd name="connsiteX1" fmla="*/ 6129478 w 6129478"/>
              <a:gd name="connsiteY1" fmla="*/ 0 h 6858000"/>
              <a:gd name="connsiteX2" fmla="*/ 6129478 w 6129478"/>
              <a:gd name="connsiteY2" fmla="*/ 6858000 h 6858000"/>
              <a:gd name="connsiteX3" fmla="*/ 0 w 612947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9478" h="6858000">
                <a:moveTo>
                  <a:pt x="0" y="0"/>
                </a:moveTo>
                <a:lnTo>
                  <a:pt x="6129478" y="0"/>
                </a:lnTo>
                <a:lnTo>
                  <a:pt x="612947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023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87">
            <a:extLst>
              <a:ext uri="{FF2B5EF4-FFF2-40B4-BE49-F238E27FC236}">
                <a16:creationId xmlns:a16="http://schemas.microsoft.com/office/drawing/2014/main" id="{78007B54-D47C-4D63-A37B-ABE8B267525C}"/>
              </a:ext>
            </a:extLst>
          </p:cNvPr>
          <p:cNvGrpSpPr/>
          <p:nvPr/>
        </p:nvGrpSpPr>
        <p:grpSpPr>
          <a:xfrm>
            <a:off x="0" y="3176"/>
            <a:ext cx="12192000" cy="6854824"/>
            <a:chOff x="0" y="0"/>
            <a:chExt cx="12192000" cy="6854824"/>
          </a:xfrm>
        </p:grpSpPr>
        <p:sp>
          <p:nvSpPr>
            <p:cNvPr id="17" name="Прямоугольник 281">
              <a:extLst>
                <a:ext uri="{FF2B5EF4-FFF2-40B4-BE49-F238E27FC236}">
                  <a16:creationId xmlns:a16="http://schemas.microsoft.com/office/drawing/2014/main" id="{7A77853B-1540-4B78-BD38-BFADFF519271}"/>
                </a:ext>
              </a:extLst>
            </p:cNvPr>
            <p:cNvSpPr/>
            <p:nvPr/>
          </p:nvSpPr>
          <p:spPr>
            <a:xfrm flipH="1">
              <a:off x="0" y="0"/>
              <a:ext cx="12192000" cy="6854824"/>
            </a:xfrm>
            <a:prstGeom prst="rect">
              <a:avLst/>
            </a:prstGeom>
            <a:solidFill>
              <a:srgbClr val="F5F5F5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3" name="Прямоугольник 284">
              <a:extLst>
                <a:ext uri="{FF2B5EF4-FFF2-40B4-BE49-F238E27FC236}">
                  <a16:creationId xmlns:a16="http://schemas.microsoft.com/office/drawing/2014/main" id="{9AB43A8C-478D-48B7-86C8-A17B18C925F5}"/>
                </a:ext>
              </a:extLst>
            </p:cNvPr>
            <p:cNvSpPr>
              <a:spLocks/>
            </p:cNvSpPr>
            <p:nvPr/>
          </p:nvSpPr>
          <p:spPr>
            <a:xfrm flipH="1">
              <a:off x="3525520" y="1668802"/>
              <a:ext cx="2214064" cy="5186022"/>
            </a:xfrm>
            <a:prstGeom prst="rect">
              <a:avLst/>
            </a:prstGeom>
            <a:gradFill flip="none" rotWithShape="1">
              <a:gsLst>
                <a:gs pos="0">
                  <a:srgbClr val="F5F5F5">
                    <a:alpha val="0"/>
                  </a:srgbClr>
                </a:gs>
                <a:gs pos="100000">
                  <a:srgbClr val="F5F5F5"/>
                </a:gs>
              </a:gsLst>
              <a:lin ang="0" scaled="1"/>
              <a:tileRect/>
            </a:gra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607075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5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4735" y="6152016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54735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554735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8A4E52-D9AA-4A7C-9CAC-05A528A5D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0920" t="19524" r="30920" b="22511"/>
          <a:stretch/>
        </p:blipFill>
        <p:spPr>
          <a:xfrm>
            <a:off x="554735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8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30408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5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25340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4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55102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614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183673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47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&gt;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61706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Light">
            <a:extLst>
              <a:ext uri="{FF2B5EF4-FFF2-40B4-BE49-F238E27FC236}">
                <a16:creationId xmlns:a16="http://schemas.microsoft.com/office/drawing/2014/main" id="{4ED93B57-FAF2-4386-88B0-1836626D3065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4" y="693341"/>
            <a:ext cx="11082528" cy="33855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984763" y="318882"/>
            <a:ext cx="775776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ru-RU" sz="800" b="0" cap="none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93" name="Рисунок 340">
            <a:extLst>
              <a:ext uri="{FF2B5EF4-FFF2-40B4-BE49-F238E27FC236}">
                <a16:creationId xmlns:a16="http://schemas.microsoft.com/office/drawing/2014/main" id="{D52A229D-C625-41C1-96DF-DDB464E249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30920" t="19524" r="30920" b="22511"/>
          <a:stretch/>
        </p:blipFill>
        <p:spPr>
          <a:xfrm>
            <a:off x="554735" y="223837"/>
            <a:ext cx="206192" cy="313200"/>
          </a:xfrm>
          <a:prstGeom prst="rect">
            <a:avLst/>
          </a:prstGeom>
        </p:spPr>
      </p:pic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297265" y="318882"/>
            <a:ext cx="234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78837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0541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8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1300E2-104B-4AA5-AA12-8EE63B6B8FF8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9463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95917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AEDCCF-BF58-4BB0-8782-B2B026BE8D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28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6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9752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70369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849153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692910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4930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605467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78617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92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911390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30959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6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470861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4192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4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9059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4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4804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5938EE5D-257A-46ED-A9A6-EB815B305B1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6972" y="0"/>
            <a:ext cx="6125028" cy="6858000"/>
          </a:xfrm>
          <a:custGeom>
            <a:avLst/>
            <a:gdLst>
              <a:gd name="connsiteX0" fmla="*/ 0 w 6125028"/>
              <a:gd name="connsiteY0" fmla="*/ 0 h 6858000"/>
              <a:gd name="connsiteX1" fmla="*/ 6125028 w 6125028"/>
              <a:gd name="connsiteY1" fmla="*/ 0 h 6858000"/>
              <a:gd name="connsiteX2" fmla="*/ 6125028 w 6125028"/>
              <a:gd name="connsiteY2" fmla="*/ 6858000 h 6858000"/>
              <a:gd name="connsiteX3" fmla="*/ 0 w 612502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5028" h="6858000">
                <a:moveTo>
                  <a:pt x="0" y="0"/>
                </a:moveTo>
                <a:lnTo>
                  <a:pt x="6125028" y="0"/>
                </a:lnTo>
                <a:lnTo>
                  <a:pt x="612502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00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13435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89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9521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83323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1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4BAB1A0-11DF-486A-B63F-3CD30B575D4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2522" y="0"/>
            <a:ext cx="6129478" cy="6858000"/>
          </a:xfrm>
          <a:custGeom>
            <a:avLst/>
            <a:gdLst>
              <a:gd name="connsiteX0" fmla="*/ 0 w 6129478"/>
              <a:gd name="connsiteY0" fmla="*/ 0 h 6858000"/>
              <a:gd name="connsiteX1" fmla="*/ 6129478 w 6129478"/>
              <a:gd name="connsiteY1" fmla="*/ 0 h 6858000"/>
              <a:gd name="connsiteX2" fmla="*/ 6129478 w 6129478"/>
              <a:gd name="connsiteY2" fmla="*/ 6858000 h 6858000"/>
              <a:gd name="connsiteX3" fmla="*/ 0 w 612947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9478" h="6858000">
                <a:moveTo>
                  <a:pt x="0" y="0"/>
                </a:moveTo>
                <a:lnTo>
                  <a:pt x="6129478" y="0"/>
                </a:lnTo>
                <a:lnTo>
                  <a:pt x="612947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6386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63333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37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FC7C2AA7-AFC7-4BD5-97D9-1684BF78284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4735" y="6152016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54735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554735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BD6E20-8CB7-4D69-9AE2-6118851811D0}"/>
              </a:ext>
            </a:extLst>
          </p:cNvPr>
          <p:cNvGrpSpPr/>
          <p:nvPr userDrawn="1"/>
        </p:nvGrpSpPr>
        <p:grpSpPr>
          <a:xfrm>
            <a:off x="554735" y="554735"/>
            <a:ext cx="846000" cy="846000"/>
            <a:chOff x="554735" y="554735"/>
            <a:chExt cx="846000" cy="84600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123EC816-ED7D-4038-8033-CD413C8B588C}"/>
                </a:ext>
              </a:extLst>
            </p:cNvPr>
            <p:cNvSpPr/>
            <p:nvPr userDrawn="1"/>
          </p:nvSpPr>
          <p:spPr>
            <a:xfrm>
              <a:off x="554735" y="554735"/>
              <a:ext cx="846000" cy="846000"/>
            </a:xfrm>
            <a:prstGeom prst="roundRect">
              <a:avLst>
                <a:gd name="adj" fmla="val 14134"/>
              </a:avLst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79" name="Рисунок 78">
              <a:extLst>
                <a:ext uri="{FF2B5EF4-FFF2-40B4-BE49-F238E27FC236}">
                  <a16:creationId xmlns:a16="http://schemas.microsoft.com/office/drawing/2014/main" id="{B1E05077-72F5-4A26-B3C8-620255A5B44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30920" t="19524" r="30920" b="22511"/>
            <a:stretch/>
          </p:blipFill>
          <p:spPr>
            <a:xfrm>
              <a:off x="788133" y="689735"/>
              <a:ext cx="379204" cy="576000"/>
            </a:xfrm>
            <a:prstGeom prst="rect">
              <a:avLst/>
            </a:prstGeom>
          </p:spPr>
        </p:pic>
      </p:grp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AB21D232-779B-46AB-AF49-68F17B81B364}"/>
              </a:ext>
            </a:extLst>
          </p:cNvPr>
          <p:cNvSpPr/>
          <p:nvPr userDrawn="1"/>
        </p:nvSpPr>
        <p:spPr>
          <a:xfrm>
            <a:off x="5096395" y="0"/>
            <a:ext cx="1496099" cy="6858000"/>
          </a:xfrm>
          <a:custGeom>
            <a:avLst/>
            <a:gdLst>
              <a:gd name="connsiteX0" fmla="*/ 1496099 w 7095604"/>
              <a:gd name="connsiteY0" fmla="*/ 0 h 6858000"/>
              <a:gd name="connsiteX1" fmla="*/ 7095604 w 7095604"/>
              <a:gd name="connsiteY1" fmla="*/ 0 h 6858000"/>
              <a:gd name="connsiteX2" fmla="*/ 7095604 w 7095604"/>
              <a:gd name="connsiteY2" fmla="*/ 6858000 h 6858000"/>
              <a:gd name="connsiteX3" fmla="*/ 1496099 w 7095604"/>
              <a:gd name="connsiteY3" fmla="*/ 6858000 h 6858000"/>
              <a:gd name="connsiteX4" fmla="*/ 1370893 w 7095604"/>
              <a:gd name="connsiteY4" fmla="*/ 6738628 h 6858000"/>
              <a:gd name="connsiteX5" fmla="*/ 0 w 7095604"/>
              <a:gd name="connsiteY5" fmla="*/ 3429000 h 6858000"/>
              <a:gd name="connsiteX6" fmla="*/ 1370893 w 7095604"/>
              <a:gd name="connsiteY6" fmla="*/ 119373 h 6858000"/>
              <a:gd name="connsiteX0" fmla="*/ 7095604 w 7187044"/>
              <a:gd name="connsiteY0" fmla="*/ 0 h 6858000"/>
              <a:gd name="connsiteX1" fmla="*/ 7095604 w 7187044"/>
              <a:gd name="connsiteY1" fmla="*/ 6858000 h 6858000"/>
              <a:gd name="connsiteX2" fmla="*/ 1496099 w 7187044"/>
              <a:gd name="connsiteY2" fmla="*/ 6858000 h 6858000"/>
              <a:gd name="connsiteX3" fmla="*/ 1370893 w 7187044"/>
              <a:gd name="connsiteY3" fmla="*/ 6738628 h 6858000"/>
              <a:gd name="connsiteX4" fmla="*/ 0 w 7187044"/>
              <a:gd name="connsiteY4" fmla="*/ 3429000 h 6858000"/>
              <a:gd name="connsiteX5" fmla="*/ 1370893 w 7187044"/>
              <a:gd name="connsiteY5" fmla="*/ 119373 h 6858000"/>
              <a:gd name="connsiteX6" fmla="*/ 1496099 w 7187044"/>
              <a:gd name="connsiteY6" fmla="*/ 0 h 6858000"/>
              <a:gd name="connsiteX7" fmla="*/ 7187044 w 7187044"/>
              <a:gd name="connsiteY7" fmla="*/ 91440 h 6858000"/>
              <a:gd name="connsiteX0" fmla="*/ 7095604 w 7095604"/>
              <a:gd name="connsiteY0" fmla="*/ 0 h 6858000"/>
              <a:gd name="connsiteX1" fmla="*/ 7095604 w 7095604"/>
              <a:gd name="connsiteY1" fmla="*/ 6858000 h 6858000"/>
              <a:gd name="connsiteX2" fmla="*/ 1496099 w 7095604"/>
              <a:gd name="connsiteY2" fmla="*/ 6858000 h 6858000"/>
              <a:gd name="connsiteX3" fmla="*/ 1370893 w 7095604"/>
              <a:gd name="connsiteY3" fmla="*/ 6738628 h 6858000"/>
              <a:gd name="connsiteX4" fmla="*/ 0 w 7095604"/>
              <a:gd name="connsiteY4" fmla="*/ 3429000 h 6858000"/>
              <a:gd name="connsiteX5" fmla="*/ 1370893 w 7095604"/>
              <a:gd name="connsiteY5" fmla="*/ 119373 h 6858000"/>
              <a:gd name="connsiteX6" fmla="*/ 1496099 w 7095604"/>
              <a:gd name="connsiteY6" fmla="*/ 0 h 6858000"/>
              <a:gd name="connsiteX0" fmla="*/ 7095604 w 7095604"/>
              <a:gd name="connsiteY0" fmla="*/ 6858000 h 6858000"/>
              <a:gd name="connsiteX1" fmla="*/ 1496099 w 7095604"/>
              <a:gd name="connsiteY1" fmla="*/ 6858000 h 6858000"/>
              <a:gd name="connsiteX2" fmla="*/ 1370893 w 7095604"/>
              <a:gd name="connsiteY2" fmla="*/ 6738628 h 6858000"/>
              <a:gd name="connsiteX3" fmla="*/ 0 w 7095604"/>
              <a:gd name="connsiteY3" fmla="*/ 3429000 h 6858000"/>
              <a:gd name="connsiteX4" fmla="*/ 1370893 w 7095604"/>
              <a:gd name="connsiteY4" fmla="*/ 119373 h 6858000"/>
              <a:gd name="connsiteX5" fmla="*/ 1496099 w 7095604"/>
              <a:gd name="connsiteY5" fmla="*/ 0 h 6858000"/>
              <a:gd name="connsiteX0" fmla="*/ 1496099 w 1496099"/>
              <a:gd name="connsiteY0" fmla="*/ 6858000 h 6858000"/>
              <a:gd name="connsiteX1" fmla="*/ 1370893 w 1496099"/>
              <a:gd name="connsiteY1" fmla="*/ 6738628 h 6858000"/>
              <a:gd name="connsiteX2" fmla="*/ 0 w 1496099"/>
              <a:gd name="connsiteY2" fmla="*/ 3429000 h 6858000"/>
              <a:gd name="connsiteX3" fmla="*/ 1370893 w 1496099"/>
              <a:gd name="connsiteY3" fmla="*/ 119373 h 6858000"/>
              <a:gd name="connsiteX4" fmla="*/ 1496099 w 1496099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6099" h="6858000">
                <a:moveTo>
                  <a:pt x="1496099" y="6858000"/>
                </a:moveTo>
                <a:lnTo>
                  <a:pt x="1370893" y="6738628"/>
                </a:lnTo>
                <a:cubicBezTo>
                  <a:pt x="523885" y="5891620"/>
                  <a:pt x="0" y="4721490"/>
                  <a:pt x="0" y="3429000"/>
                </a:cubicBezTo>
                <a:cubicBezTo>
                  <a:pt x="0" y="2136510"/>
                  <a:pt x="523885" y="966380"/>
                  <a:pt x="1370893" y="119373"/>
                </a:cubicBezTo>
                <a:lnTo>
                  <a:pt x="1496099" y="0"/>
                </a:lnTo>
              </a:path>
            </a:pathLst>
          </a:custGeom>
          <a:noFill/>
          <a:ln w="6350" cap="sq">
            <a:solidFill>
              <a:srgbClr val="FFE5E3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495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607676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62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624611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69096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6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9792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157294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09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grpSp>
        <p:nvGrpSpPr>
          <p:cNvPr id="11" name="Grid">
            <a:extLst>
              <a:ext uri="{FF2B5EF4-FFF2-40B4-BE49-F238E27FC236}">
                <a16:creationId xmlns:a16="http://schemas.microsoft.com/office/drawing/2014/main" id="{4FEC4237-A546-437A-A879-20113FC59E05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16" name="Rectangle 39">
              <a:extLst>
                <a:ext uri="{FF2B5EF4-FFF2-40B4-BE49-F238E27FC236}">
                  <a16:creationId xmlns:a16="http://schemas.microsoft.com/office/drawing/2014/main" id="{1BE84CF1-CA74-4B66-840D-8A4C66A7FC45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7" name="Rectangle 255">
              <a:extLst>
                <a:ext uri="{FF2B5EF4-FFF2-40B4-BE49-F238E27FC236}">
                  <a16:creationId xmlns:a16="http://schemas.microsoft.com/office/drawing/2014/main" id="{6B6F8D4C-9EA0-43B8-AE50-DDD3ECB8CF55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8" name="Rectangle 256">
              <a:extLst>
                <a:ext uri="{FF2B5EF4-FFF2-40B4-BE49-F238E27FC236}">
                  <a16:creationId xmlns:a16="http://schemas.microsoft.com/office/drawing/2014/main" id="{CAFB49BA-C6D5-48F5-8E80-FA5898CF6A61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19" name="Rectangle 257">
              <a:extLst>
                <a:ext uri="{FF2B5EF4-FFF2-40B4-BE49-F238E27FC236}">
                  <a16:creationId xmlns:a16="http://schemas.microsoft.com/office/drawing/2014/main" id="{8B21EC27-A9AC-4E9E-9E84-1816AE712C6C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20" name="Rectangle 258">
              <a:extLst>
                <a:ext uri="{FF2B5EF4-FFF2-40B4-BE49-F238E27FC236}">
                  <a16:creationId xmlns:a16="http://schemas.microsoft.com/office/drawing/2014/main" id="{A159A8CB-3401-4870-8FEC-A20F86A56077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21" name="Rectangle 259">
              <a:extLst>
                <a:ext uri="{FF2B5EF4-FFF2-40B4-BE49-F238E27FC236}">
                  <a16:creationId xmlns:a16="http://schemas.microsoft.com/office/drawing/2014/main" id="{8BA58CA1-5274-419F-9659-26673FE87794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22" name="Rectangle 260">
              <a:extLst>
                <a:ext uri="{FF2B5EF4-FFF2-40B4-BE49-F238E27FC236}">
                  <a16:creationId xmlns:a16="http://schemas.microsoft.com/office/drawing/2014/main" id="{B3EEDCB3-AE13-4C8E-A77B-EF706E448341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23" name="Straight Connector 266">
              <a:extLst>
                <a:ext uri="{FF2B5EF4-FFF2-40B4-BE49-F238E27FC236}">
                  <a16:creationId xmlns:a16="http://schemas.microsoft.com/office/drawing/2014/main" id="{7F6E0470-E080-4CEA-AB88-F5CBDC732C43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76">
              <a:extLst>
                <a:ext uri="{FF2B5EF4-FFF2-40B4-BE49-F238E27FC236}">
                  <a16:creationId xmlns:a16="http://schemas.microsoft.com/office/drawing/2014/main" id="{ACCD7822-4454-42B1-8376-4DFA4623B9E3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78">
              <a:extLst>
                <a:ext uri="{FF2B5EF4-FFF2-40B4-BE49-F238E27FC236}">
                  <a16:creationId xmlns:a16="http://schemas.microsoft.com/office/drawing/2014/main" id="{838D3F53-5195-478A-B513-41C2075D368F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79">
              <a:extLst>
                <a:ext uri="{FF2B5EF4-FFF2-40B4-BE49-F238E27FC236}">
                  <a16:creationId xmlns:a16="http://schemas.microsoft.com/office/drawing/2014/main" id="{BBAB8B02-A4CD-4E60-B8B7-F62A42998F83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82">
              <a:extLst>
                <a:ext uri="{FF2B5EF4-FFF2-40B4-BE49-F238E27FC236}">
                  <a16:creationId xmlns:a16="http://schemas.microsoft.com/office/drawing/2014/main" id="{9E20C100-3357-441F-B5E1-71DC8751C39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60">
              <a:extLst>
                <a:ext uri="{FF2B5EF4-FFF2-40B4-BE49-F238E27FC236}">
                  <a16:creationId xmlns:a16="http://schemas.microsoft.com/office/drawing/2014/main" id="{CF79C6E8-FBCB-43EA-9B87-DE70C337E5D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61">
              <a:extLst>
                <a:ext uri="{FF2B5EF4-FFF2-40B4-BE49-F238E27FC236}">
                  <a16:creationId xmlns:a16="http://schemas.microsoft.com/office/drawing/2014/main" id="{4FECD9E3-A61D-4132-82D0-F397DDE00AD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62">
              <a:extLst>
                <a:ext uri="{FF2B5EF4-FFF2-40B4-BE49-F238E27FC236}">
                  <a16:creationId xmlns:a16="http://schemas.microsoft.com/office/drawing/2014/main" id="{F7B665DA-3A87-4CF4-A552-D9C43A062D0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63">
              <a:extLst>
                <a:ext uri="{FF2B5EF4-FFF2-40B4-BE49-F238E27FC236}">
                  <a16:creationId xmlns:a16="http://schemas.microsoft.com/office/drawing/2014/main" id="{2F8B9619-0088-4371-959C-3938B38A8FC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64">
              <a:extLst>
                <a:ext uri="{FF2B5EF4-FFF2-40B4-BE49-F238E27FC236}">
                  <a16:creationId xmlns:a16="http://schemas.microsoft.com/office/drawing/2014/main" id="{9D63C713-28C0-4C3E-ADFE-824B2F5ACA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65">
              <a:extLst>
                <a:ext uri="{FF2B5EF4-FFF2-40B4-BE49-F238E27FC236}">
                  <a16:creationId xmlns:a16="http://schemas.microsoft.com/office/drawing/2014/main" id="{C522B35A-648A-4D9F-B4A1-8BA62280A2E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66">
              <a:extLst>
                <a:ext uri="{FF2B5EF4-FFF2-40B4-BE49-F238E27FC236}">
                  <a16:creationId xmlns:a16="http://schemas.microsoft.com/office/drawing/2014/main" id="{256F4808-5A36-4D60-AEC7-A75FB6508BD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67">
              <a:extLst>
                <a:ext uri="{FF2B5EF4-FFF2-40B4-BE49-F238E27FC236}">
                  <a16:creationId xmlns:a16="http://schemas.microsoft.com/office/drawing/2014/main" id="{1D450992-7FE2-4B25-8D5D-5742F65B541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68">
              <a:extLst>
                <a:ext uri="{FF2B5EF4-FFF2-40B4-BE49-F238E27FC236}">
                  <a16:creationId xmlns:a16="http://schemas.microsoft.com/office/drawing/2014/main" id="{6E05D351-C064-457A-AB6F-088D3D15C6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69">
              <a:extLst>
                <a:ext uri="{FF2B5EF4-FFF2-40B4-BE49-F238E27FC236}">
                  <a16:creationId xmlns:a16="http://schemas.microsoft.com/office/drawing/2014/main" id="{657336D3-8A91-436A-AAB0-85788BD8B17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70">
              <a:extLst>
                <a:ext uri="{FF2B5EF4-FFF2-40B4-BE49-F238E27FC236}">
                  <a16:creationId xmlns:a16="http://schemas.microsoft.com/office/drawing/2014/main" id="{1D2C8FBE-4546-4505-AAA3-9F818A6E1CA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71">
              <a:extLst>
                <a:ext uri="{FF2B5EF4-FFF2-40B4-BE49-F238E27FC236}">
                  <a16:creationId xmlns:a16="http://schemas.microsoft.com/office/drawing/2014/main" id="{CDCB4743-5576-428D-BA50-9EF3356F75C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Freeform: Shape 73">
              <a:extLst>
                <a:ext uri="{FF2B5EF4-FFF2-40B4-BE49-F238E27FC236}">
                  <a16:creationId xmlns:a16="http://schemas.microsoft.com/office/drawing/2014/main" id="{A64D75F7-959A-4690-AE47-9394D228517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74">
              <a:extLst>
                <a:ext uri="{FF2B5EF4-FFF2-40B4-BE49-F238E27FC236}">
                  <a16:creationId xmlns:a16="http://schemas.microsoft.com/office/drawing/2014/main" id="{20AE5433-53CF-4628-87FF-E8535313FB5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75">
              <a:extLst>
                <a:ext uri="{FF2B5EF4-FFF2-40B4-BE49-F238E27FC236}">
                  <a16:creationId xmlns:a16="http://schemas.microsoft.com/office/drawing/2014/main" id="{169ED0C3-373C-427F-8585-5F651D33CD0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76">
              <a:extLst>
                <a:ext uri="{FF2B5EF4-FFF2-40B4-BE49-F238E27FC236}">
                  <a16:creationId xmlns:a16="http://schemas.microsoft.com/office/drawing/2014/main" id="{C5798341-E9A9-43A2-8D90-CBFBC5EFDE0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77">
              <a:extLst>
                <a:ext uri="{FF2B5EF4-FFF2-40B4-BE49-F238E27FC236}">
                  <a16:creationId xmlns:a16="http://schemas.microsoft.com/office/drawing/2014/main" id="{BB0A969A-4E27-4EF5-8FB7-480AB941EA7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78">
              <a:extLst>
                <a:ext uri="{FF2B5EF4-FFF2-40B4-BE49-F238E27FC236}">
                  <a16:creationId xmlns:a16="http://schemas.microsoft.com/office/drawing/2014/main" id="{92C2BC54-578E-4DEB-936F-DDB3DCA62BB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79">
              <a:extLst>
                <a:ext uri="{FF2B5EF4-FFF2-40B4-BE49-F238E27FC236}">
                  <a16:creationId xmlns:a16="http://schemas.microsoft.com/office/drawing/2014/main" id="{F4525A39-64DD-4200-83C8-CED8AB047EE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80">
              <a:extLst>
                <a:ext uri="{FF2B5EF4-FFF2-40B4-BE49-F238E27FC236}">
                  <a16:creationId xmlns:a16="http://schemas.microsoft.com/office/drawing/2014/main" id="{29AF4DDC-8502-4E76-A256-814DBD552A8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81">
              <a:extLst>
                <a:ext uri="{FF2B5EF4-FFF2-40B4-BE49-F238E27FC236}">
                  <a16:creationId xmlns:a16="http://schemas.microsoft.com/office/drawing/2014/main" id="{B28AAE2D-0BF9-4A08-9C56-B4C92D58990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82">
              <a:extLst>
                <a:ext uri="{FF2B5EF4-FFF2-40B4-BE49-F238E27FC236}">
                  <a16:creationId xmlns:a16="http://schemas.microsoft.com/office/drawing/2014/main" id="{195B1F88-5FE5-4D28-A8C4-2E0579542D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83">
              <a:extLst>
                <a:ext uri="{FF2B5EF4-FFF2-40B4-BE49-F238E27FC236}">
                  <a16:creationId xmlns:a16="http://schemas.microsoft.com/office/drawing/2014/main" id="{0B29EE42-332C-4E43-A40A-4DBC8460FF4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104">
              <a:extLst>
                <a:ext uri="{FF2B5EF4-FFF2-40B4-BE49-F238E27FC236}">
                  <a16:creationId xmlns:a16="http://schemas.microsoft.com/office/drawing/2014/main" id="{726218AC-5F31-4592-9D94-D6E537CB3AE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7">
              <a:extLst>
                <a:ext uri="{FF2B5EF4-FFF2-40B4-BE49-F238E27FC236}">
                  <a16:creationId xmlns:a16="http://schemas.microsoft.com/office/drawing/2014/main" id="{DD75F868-2704-4FB5-BA78-70E91216F07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8">
              <a:extLst>
                <a:ext uri="{FF2B5EF4-FFF2-40B4-BE49-F238E27FC236}">
                  <a16:creationId xmlns:a16="http://schemas.microsoft.com/office/drawing/2014/main" id="{AC4C4121-0C22-4F78-8BEC-1054E75103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9">
              <a:extLst>
                <a:ext uri="{FF2B5EF4-FFF2-40B4-BE49-F238E27FC236}">
                  <a16:creationId xmlns:a16="http://schemas.microsoft.com/office/drawing/2014/main" id="{AADF3EDF-BCA9-4C19-86DC-68338E2847A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10">
              <a:extLst>
                <a:ext uri="{FF2B5EF4-FFF2-40B4-BE49-F238E27FC236}">
                  <a16:creationId xmlns:a16="http://schemas.microsoft.com/office/drawing/2014/main" id="{124E86F8-EABA-45F4-A223-3615267FA65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1">
              <a:extLst>
                <a:ext uri="{FF2B5EF4-FFF2-40B4-BE49-F238E27FC236}">
                  <a16:creationId xmlns:a16="http://schemas.microsoft.com/office/drawing/2014/main" id="{9B862D3F-0D51-4546-8C64-9ECCA52BE43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2">
              <a:extLst>
                <a:ext uri="{FF2B5EF4-FFF2-40B4-BE49-F238E27FC236}">
                  <a16:creationId xmlns:a16="http://schemas.microsoft.com/office/drawing/2014/main" id="{F469876B-3A0C-445B-A205-E2AC5738499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3">
              <a:extLst>
                <a:ext uri="{FF2B5EF4-FFF2-40B4-BE49-F238E27FC236}">
                  <a16:creationId xmlns:a16="http://schemas.microsoft.com/office/drawing/2014/main" id="{86793974-8314-46B9-968D-5A52D89D35E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4">
              <a:extLst>
                <a:ext uri="{FF2B5EF4-FFF2-40B4-BE49-F238E27FC236}">
                  <a16:creationId xmlns:a16="http://schemas.microsoft.com/office/drawing/2014/main" id="{88F19FB9-AFC8-4C38-B4BC-F77388D2296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5">
              <a:extLst>
                <a:ext uri="{FF2B5EF4-FFF2-40B4-BE49-F238E27FC236}">
                  <a16:creationId xmlns:a16="http://schemas.microsoft.com/office/drawing/2014/main" id="{B081DCAE-EA52-47D4-A00E-B7273458701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6">
              <a:extLst>
                <a:ext uri="{FF2B5EF4-FFF2-40B4-BE49-F238E27FC236}">
                  <a16:creationId xmlns:a16="http://schemas.microsoft.com/office/drawing/2014/main" id="{2C47C7AE-D1B7-4865-8218-2D418F9F7DD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7">
              <a:extLst>
                <a:ext uri="{FF2B5EF4-FFF2-40B4-BE49-F238E27FC236}">
                  <a16:creationId xmlns:a16="http://schemas.microsoft.com/office/drawing/2014/main" id="{A75DB47A-76FC-4F81-87FE-56477432284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8">
              <a:extLst>
                <a:ext uri="{FF2B5EF4-FFF2-40B4-BE49-F238E27FC236}">
                  <a16:creationId xmlns:a16="http://schemas.microsoft.com/office/drawing/2014/main" id="{EE938780-CEF7-44A1-A941-B83D260004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20">
              <a:extLst>
                <a:ext uri="{FF2B5EF4-FFF2-40B4-BE49-F238E27FC236}">
                  <a16:creationId xmlns:a16="http://schemas.microsoft.com/office/drawing/2014/main" id="{B0A10F62-CB21-4149-85FE-A3A8ACA098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06">
              <a:extLst>
                <a:ext uri="{FF2B5EF4-FFF2-40B4-BE49-F238E27FC236}">
                  <a16:creationId xmlns:a16="http://schemas.microsoft.com/office/drawing/2014/main" id="{CD5D7B33-32CD-4564-BF43-E6ED2361F1A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7">
              <a:extLst>
                <a:ext uri="{FF2B5EF4-FFF2-40B4-BE49-F238E27FC236}">
                  <a16:creationId xmlns:a16="http://schemas.microsoft.com/office/drawing/2014/main" id="{C4E098E4-680E-47E5-B8F0-8EDC541EAB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8">
              <a:extLst>
                <a:ext uri="{FF2B5EF4-FFF2-40B4-BE49-F238E27FC236}">
                  <a16:creationId xmlns:a16="http://schemas.microsoft.com/office/drawing/2014/main" id="{B5F90315-2283-438A-B089-49508D6CBA2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9">
              <a:extLst>
                <a:ext uri="{FF2B5EF4-FFF2-40B4-BE49-F238E27FC236}">
                  <a16:creationId xmlns:a16="http://schemas.microsoft.com/office/drawing/2014/main" id="{0FE89B36-412C-47DC-A00F-D9D998844AF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30">
              <a:extLst>
                <a:ext uri="{FF2B5EF4-FFF2-40B4-BE49-F238E27FC236}">
                  <a16:creationId xmlns:a16="http://schemas.microsoft.com/office/drawing/2014/main" id="{2B69AADC-C918-46A9-9380-2F2FE22BCD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31">
              <a:extLst>
                <a:ext uri="{FF2B5EF4-FFF2-40B4-BE49-F238E27FC236}">
                  <a16:creationId xmlns:a16="http://schemas.microsoft.com/office/drawing/2014/main" id="{49AACD4F-52C6-46E4-882F-CBAA6DE91FF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32">
              <a:extLst>
                <a:ext uri="{FF2B5EF4-FFF2-40B4-BE49-F238E27FC236}">
                  <a16:creationId xmlns:a16="http://schemas.microsoft.com/office/drawing/2014/main" id="{37F7917F-62D8-4E27-A159-F39D152D1E0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33">
              <a:extLst>
                <a:ext uri="{FF2B5EF4-FFF2-40B4-BE49-F238E27FC236}">
                  <a16:creationId xmlns:a16="http://schemas.microsoft.com/office/drawing/2014/main" id="{D2B68FBE-D800-4FDD-8F41-00EB53C9F98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34">
              <a:extLst>
                <a:ext uri="{FF2B5EF4-FFF2-40B4-BE49-F238E27FC236}">
                  <a16:creationId xmlns:a16="http://schemas.microsoft.com/office/drawing/2014/main" id="{FE40F953-EED4-441C-8D71-8E282A90C6F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35">
              <a:extLst>
                <a:ext uri="{FF2B5EF4-FFF2-40B4-BE49-F238E27FC236}">
                  <a16:creationId xmlns:a16="http://schemas.microsoft.com/office/drawing/2014/main" id="{676B198E-6429-4FA7-9474-742B9A428C0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36">
              <a:extLst>
                <a:ext uri="{FF2B5EF4-FFF2-40B4-BE49-F238E27FC236}">
                  <a16:creationId xmlns:a16="http://schemas.microsoft.com/office/drawing/2014/main" id="{5EAB8946-68EA-468D-B6D4-4322F395E10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7">
              <a:extLst>
                <a:ext uri="{FF2B5EF4-FFF2-40B4-BE49-F238E27FC236}">
                  <a16:creationId xmlns:a16="http://schemas.microsoft.com/office/drawing/2014/main" id="{FBF42C8A-9400-4C9A-8044-BF04C86099C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8">
              <a:extLst>
                <a:ext uri="{FF2B5EF4-FFF2-40B4-BE49-F238E27FC236}">
                  <a16:creationId xmlns:a16="http://schemas.microsoft.com/office/drawing/2014/main" id="{2C19C7AF-41F0-42C4-8AD0-781A29C98F9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9">
              <a:extLst>
                <a:ext uri="{FF2B5EF4-FFF2-40B4-BE49-F238E27FC236}">
                  <a16:creationId xmlns:a16="http://schemas.microsoft.com/office/drawing/2014/main" id="{1552720B-75B2-4BCC-9ED1-5A9E480D682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40">
              <a:extLst>
                <a:ext uri="{FF2B5EF4-FFF2-40B4-BE49-F238E27FC236}">
                  <a16:creationId xmlns:a16="http://schemas.microsoft.com/office/drawing/2014/main" id="{62F8E037-5DD4-458C-9B79-50DB8D1D513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42">
              <a:extLst>
                <a:ext uri="{FF2B5EF4-FFF2-40B4-BE49-F238E27FC236}">
                  <a16:creationId xmlns:a16="http://schemas.microsoft.com/office/drawing/2014/main" id="{18949D6A-25A7-4F2D-BF60-45CCC801623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Area">
              <a:extLst>
                <a:ext uri="{FF2B5EF4-FFF2-40B4-BE49-F238E27FC236}">
                  <a16:creationId xmlns:a16="http://schemas.microsoft.com/office/drawing/2014/main" id="{167EFA4C-20A4-4859-A4FF-C93B90D5703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Rectangle 39">
              <a:extLst>
                <a:ext uri="{FF2B5EF4-FFF2-40B4-BE49-F238E27FC236}">
                  <a16:creationId xmlns:a16="http://schemas.microsoft.com/office/drawing/2014/main" id="{45BE284B-0479-4382-9A2C-98DDC89BAE08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3" name="Rectangle 39">
              <a:extLst>
                <a:ext uri="{FF2B5EF4-FFF2-40B4-BE49-F238E27FC236}">
                  <a16:creationId xmlns:a16="http://schemas.microsoft.com/office/drawing/2014/main" id="{15D0EC69-1972-4E56-BA3C-9E69C1E772EF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4" name="Rectangle 39">
              <a:extLst>
                <a:ext uri="{FF2B5EF4-FFF2-40B4-BE49-F238E27FC236}">
                  <a16:creationId xmlns:a16="http://schemas.microsoft.com/office/drawing/2014/main" id="{7CBAB2C2-BD8C-457C-B204-E466BC8FF0FA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0627FA8-D4A8-4B59-97CC-C531AFD476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4A77CDA-B42B-42CC-B5AF-72FF70C4CA7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FF7DA16-F9C0-405C-9578-5786CFB755E6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63927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44559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33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61632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&gt;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48598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57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Light">
            <a:extLst>
              <a:ext uri="{FF2B5EF4-FFF2-40B4-BE49-F238E27FC236}">
                <a16:creationId xmlns:a16="http://schemas.microsoft.com/office/drawing/2014/main" id="{4ED93B57-FAF2-4386-88B0-1836626D3065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4" y="693341"/>
            <a:ext cx="11082528" cy="338554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984763" y="318882"/>
            <a:ext cx="775776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ru-RU" sz="800" b="0" cap="none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pic>
        <p:nvPicPr>
          <p:cNvPr id="93" name="Рисунок 340">
            <a:extLst>
              <a:ext uri="{FF2B5EF4-FFF2-40B4-BE49-F238E27FC236}">
                <a16:creationId xmlns:a16="http://schemas.microsoft.com/office/drawing/2014/main" id="{D52A229D-C625-41C1-96DF-DDB464E249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30920" t="19524" r="30920" b="22511"/>
          <a:stretch/>
        </p:blipFill>
        <p:spPr>
          <a:xfrm>
            <a:off x="554735" y="223837"/>
            <a:ext cx="206192" cy="313200"/>
          </a:xfrm>
          <a:prstGeom prst="rect">
            <a:avLst/>
          </a:prstGeom>
        </p:spPr>
      </p:pic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297265" y="318882"/>
            <a:ext cx="2340000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3437870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55158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81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1300E2-104B-4AA5-AA12-8EE63B6B8FF8}"/>
              </a:ext>
            </a:extLst>
          </p:cNvPr>
          <p:cNvPicPr>
            <a:picLocks/>
          </p:cNvPicPr>
          <p:nvPr userDrawn="1"/>
        </p:nvPicPr>
        <p:blipFill rotWithShape="1">
          <a:blip r:embed="rId1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59634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27315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AEDCCF-BF58-4BB0-8782-B2B026BE8D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>
            <a:off x="0" y="0"/>
            <a:ext cx="4466220" cy="6858000"/>
          </a:xfrm>
          <a:custGeom>
            <a:avLst/>
            <a:gdLst>
              <a:gd name="connsiteX0" fmla="*/ 0 w 4466220"/>
              <a:gd name="connsiteY0" fmla="*/ 0 h 6858000"/>
              <a:gd name="connsiteX1" fmla="*/ 4466220 w 4466220"/>
              <a:gd name="connsiteY1" fmla="*/ 0 h 6858000"/>
              <a:gd name="connsiteX2" fmla="*/ 4466220 w 4466220"/>
              <a:gd name="connsiteY2" fmla="*/ 6858000 h 6858000"/>
              <a:gd name="connsiteX3" fmla="*/ 0 w 446622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66220" h="6858000">
                <a:moveTo>
                  <a:pt x="0" y="0"/>
                </a:moveTo>
                <a:lnTo>
                  <a:pt x="4466220" y="0"/>
                </a:lnTo>
                <a:lnTo>
                  <a:pt x="446622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53647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17482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29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882263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067309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53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16036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9509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77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805419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0615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201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5065338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9636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5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5130201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14070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49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1338118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7340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7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9931892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36537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97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515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vmlDrawing" Target="../drawings/vmlDrawing1.vml"/><Relationship Id="rId22" Type="http://schemas.openxmlformats.org/officeDocument/2006/relationships/tags" Target="../tags/tag2.xml"/><Relationship Id="rId23" Type="http://schemas.openxmlformats.org/officeDocument/2006/relationships/tags" Target="../tags/tag3.xml"/><Relationship Id="rId24" Type="http://schemas.openxmlformats.org/officeDocument/2006/relationships/tags" Target="../tags/tag4.xml"/><Relationship Id="rId25" Type="http://schemas.openxmlformats.org/officeDocument/2006/relationships/tags" Target="../tags/tag5.xml"/><Relationship Id="rId26" Type="http://schemas.openxmlformats.org/officeDocument/2006/relationships/tags" Target="../tags/tag6.xml"/><Relationship Id="rId27" Type="http://schemas.openxmlformats.org/officeDocument/2006/relationships/tags" Target="../tags/tag7.xml"/><Relationship Id="rId28" Type="http://schemas.openxmlformats.org/officeDocument/2006/relationships/tags" Target="../tags/tag8.xml"/><Relationship Id="rId29" Type="http://schemas.openxmlformats.org/officeDocument/2006/relationships/tags" Target="../tags/tag9.xml"/><Relationship Id="rId30" Type="http://schemas.openxmlformats.org/officeDocument/2006/relationships/tags" Target="../tags/tag10.xml"/><Relationship Id="rId31" Type="http://schemas.openxmlformats.org/officeDocument/2006/relationships/tags" Target="../tags/tag11.xml"/><Relationship Id="rId32" Type="http://schemas.openxmlformats.org/officeDocument/2006/relationships/tags" Target="../tags/tag12.xml"/><Relationship Id="rId33" Type="http://schemas.openxmlformats.org/officeDocument/2006/relationships/tags" Target="../tags/tag13.xml"/><Relationship Id="rId34" Type="http://schemas.openxmlformats.org/officeDocument/2006/relationships/tags" Target="../tags/tag14.xml"/><Relationship Id="rId35" Type="http://schemas.openxmlformats.org/officeDocument/2006/relationships/tags" Target="../tags/tag15.xml"/><Relationship Id="rId36" Type="http://schemas.openxmlformats.org/officeDocument/2006/relationships/tags" Target="../tags/tag16.xml"/><Relationship Id="rId37" Type="http://schemas.openxmlformats.org/officeDocument/2006/relationships/tags" Target="../tags/tag17.xml"/><Relationship Id="rId38" Type="http://schemas.openxmlformats.org/officeDocument/2006/relationships/tags" Target="../tags/tag18.xml"/><Relationship Id="rId39" Type="http://schemas.openxmlformats.org/officeDocument/2006/relationships/tags" Target="../tags/tag19.xml"/><Relationship Id="rId40" Type="http://schemas.openxmlformats.org/officeDocument/2006/relationships/tags" Target="../tags/tag20.xml"/><Relationship Id="rId41" Type="http://schemas.openxmlformats.org/officeDocument/2006/relationships/tags" Target="../tags/tag21.xml"/><Relationship Id="rId42" Type="http://schemas.openxmlformats.org/officeDocument/2006/relationships/tags" Target="../tags/tag22.xml"/><Relationship Id="rId43" Type="http://schemas.openxmlformats.org/officeDocument/2006/relationships/tags" Target="../tags/tag23.xml"/><Relationship Id="rId44" Type="http://schemas.openxmlformats.org/officeDocument/2006/relationships/tags" Target="../tags/tag24.xml"/><Relationship Id="rId45" Type="http://schemas.openxmlformats.org/officeDocument/2006/relationships/tags" Target="../tags/tag25.xml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Relationship Id="rId49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38.xml"/><Relationship Id="rId20" Type="http://schemas.openxmlformats.org/officeDocument/2006/relationships/theme" Target="../theme/theme2.xml"/><Relationship Id="rId21" Type="http://schemas.openxmlformats.org/officeDocument/2006/relationships/vmlDrawing" Target="../drawings/vmlDrawing21.vml"/><Relationship Id="rId22" Type="http://schemas.openxmlformats.org/officeDocument/2006/relationships/tags" Target="../tags/tag140.xml"/><Relationship Id="rId23" Type="http://schemas.openxmlformats.org/officeDocument/2006/relationships/tags" Target="../tags/tag141.xml"/><Relationship Id="rId24" Type="http://schemas.openxmlformats.org/officeDocument/2006/relationships/tags" Target="../tags/tag142.xml"/><Relationship Id="rId25" Type="http://schemas.openxmlformats.org/officeDocument/2006/relationships/tags" Target="../tags/tag143.xml"/><Relationship Id="rId26" Type="http://schemas.openxmlformats.org/officeDocument/2006/relationships/tags" Target="../tags/tag144.xml"/><Relationship Id="rId27" Type="http://schemas.openxmlformats.org/officeDocument/2006/relationships/tags" Target="../tags/tag145.xml"/><Relationship Id="rId28" Type="http://schemas.openxmlformats.org/officeDocument/2006/relationships/tags" Target="../tags/tag146.xml"/><Relationship Id="rId29" Type="http://schemas.openxmlformats.org/officeDocument/2006/relationships/tags" Target="../tags/tag147.xml"/><Relationship Id="rId30" Type="http://schemas.openxmlformats.org/officeDocument/2006/relationships/tags" Target="../tags/tag148.xml"/><Relationship Id="rId31" Type="http://schemas.openxmlformats.org/officeDocument/2006/relationships/tags" Target="../tags/tag149.xml"/><Relationship Id="rId32" Type="http://schemas.openxmlformats.org/officeDocument/2006/relationships/tags" Target="../tags/tag150.xml"/><Relationship Id="rId33" Type="http://schemas.openxmlformats.org/officeDocument/2006/relationships/tags" Target="../tags/tag151.xml"/><Relationship Id="rId34" Type="http://schemas.openxmlformats.org/officeDocument/2006/relationships/tags" Target="../tags/tag152.xml"/><Relationship Id="rId35" Type="http://schemas.openxmlformats.org/officeDocument/2006/relationships/tags" Target="../tags/tag153.xml"/><Relationship Id="rId36" Type="http://schemas.openxmlformats.org/officeDocument/2006/relationships/tags" Target="../tags/tag154.xml"/><Relationship Id="rId37" Type="http://schemas.openxmlformats.org/officeDocument/2006/relationships/tags" Target="../tags/tag155.xml"/><Relationship Id="rId38" Type="http://schemas.openxmlformats.org/officeDocument/2006/relationships/tags" Target="../tags/tag156.xml"/><Relationship Id="rId39" Type="http://schemas.openxmlformats.org/officeDocument/2006/relationships/tags" Target="../tags/tag157.xml"/><Relationship Id="rId40" Type="http://schemas.openxmlformats.org/officeDocument/2006/relationships/tags" Target="../tags/tag158.xml"/><Relationship Id="rId41" Type="http://schemas.openxmlformats.org/officeDocument/2006/relationships/tags" Target="../tags/tag159.xml"/><Relationship Id="rId42" Type="http://schemas.openxmlformats.org/officeDocument/2006/relationships/tags" Target="../tags/tag160.xml"/><Relationship Id="rId43" Type="http://schemas.openxmlformats.org/officeDocument/2006/relationships/tags" Target="../tags/tag161.xml"/><Relationship Id="rId44" Type="http://schemas.openxmlformats.org/officeDocument/2006/relationships/tags" Target="../tags/tag162.xml"/><Relationship Id="rId45" Type="http://schemas.openxmlformats.org/officeDocument/2006/relationships/tags" Target="../tags/tag163.xml"/><Relationship Id="rId46" Type="http://schemas.openxmlformats.org/officeDocument/2006/relationships/oleObject" Target="../embeddings/oleObject2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Relationship Id="rId4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576676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" name="think-cell Slide" r:id="rId46" imgW="413" imgH="416" progId="TCLayout.ActiveDocument.1">
                  <p:embed/>
                </p:oleObj>
              </mc:Choice>
              <mc:Fallback>
                <p:oleObj name="think-cell Slide" r:id="rId46" imgW="413" imgH="4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id" hidden="1">
            <a:extLst>
              <a:ext uri="{FF2B5EF4-FFF2-40B4-BE49-F238E27FC236}">
                <a16:creationId xmlns:a16="http://schemas.microsoft.com/office/drawing/2014/main" id="{7769415E-00F5-4F6D-A988-C1A00A47E92F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492" name="Rectangle 39">
              <a:extLst>
                <a:ext uri="{FF2B5EF4-FFF2-40B4-BE49-F238E27FC236}">
                  <a16:creationId xmlns:a16="http://schemas.microsoft.com/office/drawing/2014/main" id="{7AB01029-BE1A-4D12-98C8-6474163A4124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3" name="Rectangle 255">
              <a:extLst>
                <a:ext uri="{FF2B5EF4-FFF2-40B4-BE49-F238E27FC236}">
                  <a16:creationId xmlns:a16="http://schemas.microsoft.com/office/drawing/2014/main" id="{F9C72C50-0243-4C1E-ACAD-C3C41D10E023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4" name="Rectangle 256">
              <a:extLst>
                <a:ext uri="{FF2B5EF4-FFF2-40B4-BE49-F238E27FC236}">
                  <a16:creationId xmlns:a16="http://schemas.microsoft.com/office/drawing/2014/main" id="{820B99A1-078B-431C-B2D6-55C6ADE0196F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499" name="Rectangle 257">
              <a:extLst>
                <a:ext uri="{FF2B5EF4-FFF2-40B4-BE49-F238E27FC236}">
                  <a16:creationId xmlns:a16="http://schemas.microsoft.com/office/drawing/2014/main" id="{C237AC56-0A6A-4CA4-8811-2DC1AA2F5F2B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501" name="Rectangle 258">
              <a:extLst>
                <a:ext uri="{FF2B5EF4-FFF2-40B4-BE49-F238E27FC236}">
                  <a16:creationId xmlns:a16="http://schemas.microsoft.com/office/drawing/2014/main" id="{0B750C24-AB1D-45E2-9FAA-F72D0EDAE9CA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502" name="Rectangle 259">
              <a:extLst>
                <a:ext uri="{FF2B5EF4-FFF2-40B4-BE49-F238E27FC236}">
                  <a16:creationId xmlns:a16="http://schemas.microsoft.com/office/drawing/2014/main" id="{A69B3C8F-944E-4B66-9F3B-6F0F901FC982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503" name="Rectangle 260">
              <a:extLst>
                <a:ext uri="{FF2B5EF4-FFF2-40B4-BE49-F238E27FC236}">
                  <a16:creationId xmlns:a16="http://schemas.microsoft.com/office/drawing/2014/main" id="{4A49E8FD-44E2-4108-B17F-A0806FFC72B5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504" name="Straight Connector 266">
              <a:extLst>
                <a:ext uri="{FF2B5EF4-FFF2-40B4-BE49-F238E27FC236}">
                  <a16:creationId xmlns:a16="http://schemas.microsoft.com/office/drawing/2014/main" id="{B61EB039-E078-4C94-941A-17F64A4129EF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276">
              <a:extLst>
                <a:ext uri="{FF2B5EF4-FFF2-40B4-BE49-F238E27FC236}">
                  <a16:creationId xmlns:a16="http://schemas.microsoft.com/office/drawing/2014/main" id="{76016E4E-6253-4258-B930-366BA463BD46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278">
              <a:extLst>
                <a:ext uri="{FF2B5EF4-FFF2-40B4-BE49-F238E27FC236}">
                  <a16:creationId xmlns:a16="http://schemas.microsoft.com/office/drawing/2014/main" id="{36FD8DB4-A6A7-4716-B1B1-95447A670CAE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279">
              <a:extLst>
                <a:ext uri="{FF2B5EF4-FFF2-40B4-BE49-F238E27FC236}">
                  <a16:creationId xmlns:a16="http://schemas.microsoft.com/office/drawing/2014/main" id="{A4432A82-F213-4459-A6C8-0E1BB6278536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282">
              <a:extLst>
                <a:ext uri="{FF2B5EF4-FFF2-40B4-BE49-F238E27FC236}">
                  <a16:creationId xmlns:a16="http://schemas.microsoft.com/office/drawing/2014/main" id="{42B42A20-48D0-4010-9233-1E6DA64125F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60">
              <a:extLst>
                <a:ext uri="{FF2B5EF4-FFF2-40B4-BE49-F238E27FC236}">
                  <a16:creationId xmlns:a16="http://schemas.microsoft.com/office/drawing/2014/main" id="{CC331B95-A61A-4301-B483-5E1B636797D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61">
              <a:extLst>
                <a:ext uri="{FF2B5EF4-FFF2-40B4-BE49-F238E27FC236}">
                  <a16:creationId xmlns:a16="http://schemas.microsoft.com/office/drawing/2014/main" id="{81252EF6-817B-413E-BF50-78FA60EECD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62">
              <a:extLst>
                <a:ext uri="{FF2B5EF4-FFF2-40B4-BE49-F238E27FC236}">
                  <a16:creationId xmlns:a16="http://schemas.microsoft.com/office/drawing/2014/main" id="{8457240E-FECD-437D-BFF2-1CD5FFE0EDC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63">
              <a:extLst>
                <a:ext uri="{FF2B5EF4-FFF2-40B4-BE49-F238E27FC236}">
                  <a16:creationId xmlns:a16="http://schemas.microsoft.com/office/drawing/2014/main" id="{2C855D13-FF65-4A36-A54B-7EE566366A8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64">
              <a:extLst>
                <a:ext uri="{FF2B5EF4-FFF2-40B4-BE49-F238E27FC236}">
                  <a16:creationId xmlns:a16="http://schemas.microsoft.com/office/drawing/2014/main" id="{971C91BD-2B01-4688-8655-12DE44AE39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65">
              <a:extLst>
                <a:ext uri="{FF2B5EF4-FFF2-40B4-BE49-F238E27FC236}">
                  <a16:creationId xmlns:a16="http://schemas.microsoft.com/office/drawing/2014/main" id="{37DB673F-7FB9-47C0-9896-C6415C92B4B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66">
              <a:extLst>
                <a:ext uri="{FF2B5EF4-FFF2-40B4-BE49-F238E27FC236}">
                  <a16:creationId xmlns:a16="http://schemas.microsoft.com/office/drawing/2014/main" id="{1D94801E-03CF-409D-B2D7-C4934CA6AE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67">
              <a:extLst>
                <a:ext uri="{FF2B5EF4-FFF2-40B4-BE49-F238E27FC236}">
                  <a16:creationId xmlns:a16="http://schemas.microsoft.com/office/drawing/2014/main" id="{406AF5AA-AEB5-4B03-87DC-D624774BD0A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68">
              <a:extLst>
                <a:ext uri="{FF2B5EF4-FFF2-40B4-BE49-F238E27FC236}">
                  <a16:creationId xmlns:a16="http://schemas.microsoft.com/office/drawing/2014/main" id="{1506C05F-0E1D-432C-851F-3C6C2A589B8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69">
              <a:extLst>
                <a:ext uri="{FF2B5EF4-FFF2-40B4-BE49-F238E27FC236}">
                  <a16:creationId xmlns:a16="http://schemas.microsoft.com/office/drawing/2014/main" id="{22E8DF73-AE58-4ACD-9F5A-6167A696C01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70">
              <a:extLst>
                <a:ext uri="{FF2B5EF4-FFF2-40B4-BE49-F238E27FC236}">
                  <a16:creationId xmlns:a16="http://schemas.microsoft.com/office/drawing/2014/main" id="{5EC4A6E0-9063-4DCD-9568-DF83501887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71">
              <a:extLst>
                <a:ext uri="{FF2B5EF4-FFF2-40B4-BE49-F238E27FC236}">
                  <a16:creationId xmlns:a16="http://schemas.microsoft.com/office/drawing/2014/main" id="{6BE4E790-EA45-46F8-ACC2-790CAE4E92C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Freeform: Shape 73">
              <a:extLst>
                <a:ext uri="{FF2B5EF4-FFF2-40B4-BE49-F238E27FC236}">
                  <a16:creationId xmlns:a16="http://schemas.microsoft.com/office/drawing/2014/main" id="{81835182-EC1E-47F9-885D-B8D67B156A3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47" name="Freeform: Shape 74">
              <a:extLst>
                <a:ext uri="{FF2B5EF4-FFF2-40B4-BE49-F238E27FC236}">
                  <a16:creationId xmlns:a16="http://schemas.microsoft.com/office/drawing/2014/main" id="{4DFCC5EF-6644-40E7-8F1C-1DF6C19CC43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6" name="Freeform: Shape 75">
              <a:extLst>
                <a:ext uri="{FF2B5EF4-FFF2-40B4-BE49-F238E27FC236}">
                  <a16:creationId xmlns:a16="http://schemas.microsoft.com/office/drawing/2014/main" id="{3FA6276F-F950-48BA-9BC7-47DCF69A926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7" name="Freeform: Shape 76">
              <a:extLst>
                <a:ext uri="{FF2B5EF4-FFF2-40B4-BE49-F238E27FC236}">
                  <a16:creationId xmlns:a16="http://schemas.microsoft.com/office/drawing/2014/main" id="{DDFDFDBB-F95C-4999-B842-5B9EECE554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2" name="Freeform: Shape 77">
              <a:extLst>
                <a:ext uri="{FF2B5EF4-FFF2-40B4-BE49-F238E27FC236}">
                  <a16:creationId xmlns:a16="http://schemas.microsoft.com/office/drawing/2014/main" id="{B565470E-EDB5-442F-8862-C3789BAED55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3" name="Freeform: Shape 78">
              <a:extLst>
                <a:ext uri="{FF2B5EF4-FFF2-40B4-BE49-F238E27FC236}">
                  <a16:creationId xmlns:a16="http://schemas.microsoft.com/office/drawing/2014/main" id="{358E3AB8-ACBE-4528-B64E-449C9C254D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4" name="Freeform: Shape 79">
              <a:extLst>
                <a:ext uri="{FF2B5EF4-FFF2-40B4-BE49-F238E27FC236}">
                  <a16:creationId xmlns:a16="http://schemas.microsoft.com/office/drawing/2014/main" id="{432E7EF9-777D-4529-A992-F3E9422EBF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5" name="Freeform: Shape 80">
              <a:extLst>
                <a:ext uri="{FF2B5EF4-FFF2-40B4-BE49-F238E27FC236}">
                  <a16:creationId xmlns:a16="http://schemas.microsoft.com/office/drawing/2014/main" id="{F477DFA6-CAFA-4CFC-A6D3-E3F16B2375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6" name="Freeform: Shape 81">
              <a:extLst>
                <a:ext uri="{FF2B5EF4-FFF2-40B4-BE49-F238E27FC236}">
                  <a16:creationId xmlns:a16="http://schemas.microsoft.com/office/drawing/2014/main" id="{BFB4D320-A99C-4659-BD42-AFFD73EA3E0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7" name="Freeform: Shape 82">
              <a:extLst>
                <a:ext uri="{FF2B5EF4-FFF2-40B4-BE49-F238E27FC236}">
                  <a16:creationId xmlns:a16="http://schemas.microsoft.com/office/drawing/2014/main" id="{3AE92649-771D-4F4B-863D-000487FC468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8" name="Freeform: Shape 83">
              <a:extLst>
                <a:ext uri="{FF2B5EF4-FFF2-40B4-BE49-F238E27FC236}">
                  <a16:creationId xmlns:a16="http://schemas.microsoft.com/office/drawing/2014/main" id="{5089235D-5D84-4976-8882-C54B54FF82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69" name="Straight Connector 104">
              <a:extLst>
                <a:ext uri="{FF2B5EF4-FFF2-40B4-BE49-F238E27FC236}">
                  <a16:creationId xmlns:a16="http://schemas.microsoft.com/office/drawing/2014/main" id="{5218256A-384B-497C-8561-BF751BAB4F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107">
              <a:extLst>
                <a:ext uri="{FF2B5EF4-FFF2-40B4-BE49-F238E27FC236}">
                  <a16:creationId xmlns:a16="http://schemas.microsoft.com/office/drawing/2014/main" id="{55B270F9-ABAE-46F8-9F1E-C7E7C2A1A39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108">
              <a:extLst>
                <a:ext uri="{FF2B5EF4-FFF2-40B4-BE49-F238E27FC236}">
                  <a16:creationId xmlns:a16="http://schemas.microsoft.com/office/drawing/2014/main" id="{0EF34567-C702-44AC-BF97-8BBF334D314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109">
              <a:extLst>
                <a:ext uri="{FF2B5EF4-FFF2-40B4-BE49-F238E27FC236}">
                  <a16:creationId xmlns:a16="http://schemas.microsoft.com/office/drawing/2014/main" id="{5A52D20F-113D-4435-81FE-C2B60897700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110">
              <a:extLst>
                <a:ext uri="{FF2B5EF4-FFF2-40B4-BE49-F238E27FC236}">
                  <a16:creationId xmlns:a16="http://schemas.microsoft.com/office/drawing/2014/main" id="{320B392D-366B-4660-8143-D0AF058D31F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111">
              <a:extLst>
                <a:ext uri="{FF2B5EF4-FFF2-40B4-BE49-F238E27FC236}">
                  <a16:creationId xmlns:a16="http://schemas.microsoft.com/office/drawing/2014/main" id="{6D15FD1A-F5A5-41DC-A393-CC01036FEB9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112">
              <a:extLst>
                <a:ext uri="{FF2B5EF4-FFF2-40B4-BE49-F238E27FC236}">
                  <a16:creationId xmlns:a16="http://schemas.microsoft.com/office/drawing/2014/main" id="{E3232F3C-AE3D-4522-AEA3-D60CCB5B35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113">
              <a:extLst>
                <a:ext uri="{FF2B5EF4-FFF2-40B4-BE49-F238E27FC236}">
                  <a16:creationId xmlns:a16="http://schemas.microsoft.com/office/drawing/2014/main" id="{2FF0D93E-19F3-4D59-987C-A226E6E4C9E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114">
              <a:extLst>
                <a:ext uri="{FF2B5EF4-FFF2-40B4-BE49-F238E27FC236}">
                  <a16:creationId xmlns:a16="http://schemas.microsoft.com/office/drawing/2014/main" id="{CD9A50FF-5138-401F-8A5F-C093495496A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115">
              <a:extLst>
                <a:ext uri="{FF2B5EF4-FFF2-40B4-BE49-F238E27FC236}">
                  <a16:creationId xmlns:a16="http://schemas.microsoft.com/office/drawing/2014/main" id="{3454A8A3-E730-4E77-A046-64A75C632D6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116">
              <a:extLst>
                <a:ext uri="{FF2B5EF4-FFF2-40B4-BE49-F238E27FC236}">
                  <a16:creationId xmlns:a16="http://schemas.microsoft.com/office/drawing/2014/main" id="{6F60DA80-FDA3-403B-B763-C09C4EB7E8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117">
              <a:extLst>
                <a:ext uri="{FF2B5EF4-FFF2-40B4-BE49-F238E27FC236}">
                  <a16:creationId xmlns:a16="http://schemas.microsoft.com/office/drawing/2014/main" id="{81F97174-21FF-466D-8379-E1C18A166E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118">
              <a:extLst>
                <a:ext uri="{FF2B5EF4-FFF2-40B4-BE49-F238E27FC236}">
                  <a16:creationId xmlns:a16="http://schemas.microsoft.com/office/drawing/2014/main" id="{0C567629-60D2-4967-8601-B78F80ACD2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120">
              <a:extLst>
                <a:ext uri="{FF2B5EF4-FFF2-40B4-BE49-F238E27FC236}">
                  <a16:creationId xmlns:a16="http://schemas.microsoft.com/office/drawing/2014/main" id="{8A52D172-096A-492A-AB6E-1D0FD70500B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106">
              <a:extLst>
                <a:ext uri="{FF2B5EF4-FFF2-40B4-BE49-F238E27FC236}">
                  <a16:creationId xmlns:a16="http://schemas.microsoft.com/office/drawing/2014/main" id="{DEAFE245-F3DA-40DC-A577-C1C4819480C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127">
              <a:extLst>
                <a:ext uri="{FF2B5EF4-FFF2-40B4-BE49-F238E27FC236}">
                  <a16:creationId xmlns:a16="http://schemas.microsoft.com/office/drawing/2014/main" id="{0B6F44CF-26A9-4692-99BE-82A2E63D8F0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128">
              <a:extLst>
                <a:ext uri="{FF2B5EF4-FFF2-40B4-BE49-F238E27FC236}">
                  <a16:creationId xmlns:a16="http://schemas.microsoft.com/office/drawing/2014/main" id="{953BA5C6-1A84-4488-AFAD-F6135688176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129">
              <a:extLst>
                <a:ext uri="{FF2B5EF4-FFF2-40B4-BE49-F238E27FC236}">
                  <a16:creationId xmlns:a16="http://schemas.microsoft.com/office/drawing/2014/main" id="{DD485B68-358E-4AA4-B9A9-2DB928A635B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130">
              <a:extLst>
                <a:ext uri="{FF2B5EF4-FFF2-40B4-BE49-F238E27FC236}">
                  <a16:creationId xmlns:a16="http://schemas.microsoft.com/office/drawing/2014/main" id="{666E9725-3C56-43E8-8E8F-F76DF8F8C47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131">
              <a:extLst>
                <a:ext uri="{FF2B5EF4-FFF2-40B4-BE49-F238E27FC236}">
                  <a16:creationId xmlns:a16="http://schemas.microsoft.com/office/drawing/2014/main" id="{0D566977-5CF4-4840-BFEF-3B1D4B331E5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132">
              <a:extLst>
                <a:ext uri="{FF2B5EF4-FFF2-40B4-BE49-F238E27FC236}">
                  <a16:creationId xmlns:a16="http://schemas.microsoft.com/office/drawing/2014/main" id="{60D94E9A-2055-4DAB-80F7-BC9A7838F3A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133">
              <a:extLst>
                <a:ext uri="{FF2B5EF4-FFF2-40B4-BE49-F238E27FC236}">
                  <a16:creationId xmlns:a16="http://schemas.microsoft.com/office/drawing/2014/main" id="{E7E44CA3-56D6-4E4C-B25D-983903918C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134">
              <a:extLst>
                <a:ext uri="{FF2B5EF4-FFF2-40B4-BE49-F238E27FC236}">
                  <a16:creationId xmlns:a16="http://schemas.microsoft.com/office/drawing/2014/main" id="{317B9324-946F-48AB-BEBA-9CFDA77E1A6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135">
              <a:extLst>
                <a:ext uri="{FF2B5EF4-FFF2-40B4-BE49-F238E27FC236}">
                  <a16:creationId xmlns:a16="http://schemas.microsoft.com/office/drawing/2014/main" id="{8BBBA0AA-20AA-4AB8-BC92-5128CA686F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136">
              <a:extLst>
                <a:ext uri="{FF2B5EF4-FFF2-40B4-BE49-F238E27FC236}">
                  <a16:creationId xmlns:a16="http://schemas.microsoft.com/office/drawing/2014/main" id="{80F42740-6B4B-4299-951A-7ED7CB3A41F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137">
              <a:extLst>
                <a:ext uri="{FF2B5EF4-FFF2-40B4-BE49-F238E27FC236}">
                  <a16:creationId xmlns:a16="http://schemas.microsoft.com/office/drawing/2014/main" id="{2E5C5DC2-9800-4304-A93C-B9557F5F76B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138">
              <a:extLst>
                <a:ext uri="{FF2B5EF4-FFF2-40B4-BE49-F238E27FC236}">
                  <a16:creationId xmlns:a16="http://schemas.microsoft.com/office/drawing/2014/main" id="{F82DA68F-11CF-4FCD-AFF1-1EB1F6544AA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139">
              <a:extLst>
                <a:ext uri="{FF2B5EF4-FFF2-40B4-BE49-F238E27FC236}">
                  <a16:creationId xmlns:a16="http://schemas.microsoft.com/office/drawing/2014/main" id="{6E51F342-11D3-469A-9EA4-38F844ED74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140">
              <a:extLst>
                <a:ext uri="{FF2B5EF4-FFF2-40B4-BE49-F238E27FC236}">
                  <a16:creationId xmlns:a16="http://schemas.microsoft.com/office/drawing/2014/main" id="{90C738A5-CD8E-4BAA-B917-ECE9DA28355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142">
              <a:extLst>
                <a:ext uri="{FF2B5EF4-FFF2-40B4-BE49-F238E27FC236}">
                  <a16:creationId xmlns:a16="http://schemas.microsoft.com/office/drawing/2014/main" id="{B5122834-4562-467E-A77A-C39663C63B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Area">
              <a:extLst>
                <a:ext uri="{FF2B5EF4-FFF2-40B4-BE49-F238E27FC236}">
                  <a16:creationId xmlns:a16="http://schemas.microsoft.com/office/drawing/2014/main" id="{D1274368-1619-4985-8611-3C12F1E349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00" name="Rectangle 39">
              <a:extLst>
                <a:ext uri="{FF2B5EF4-FFF2-40B4-BE49-F238E27FC236}">
                  <a16:creationId xmlns:a16="http://schemas.microsoft.com/office/drawing/2014/main" id="{7BBA4E68-EC38-486F-8CFC-47F6E40A624D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1" name="Rectangle 39">
              <a:extLst>
                <a:ext uri="{FF2B5EF4-FFF2-40B4-BE49-F238E27FC236}">
                  <a16:creationId xmlns:a16="http://schemas.microsoft.com/office/drawing/2014/main" id="{C35119EC-EB00-4FF9-BC26-55A966F95306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2" name="Rectangle 39">
              <a:extLst>
                <a:ext uri="{FF2B5EF4-FFF2-40B4-BE49-F238E27FC236}">
                  <a16:creationId xmlns:a16="http://schemas.microsoft.com/office/drawing/2014/main" id="{3E2FA8D6-F3E2-45D0-9E00-64B767F36C75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2A75E2F-CDF7-4263-8161-E3353F3BDC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9C3F2890-B6FA-419A-B551-26456B6C4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FA61C5D6-7B43-4A12-9FFC-11F832CEB912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89" r:id="rId2"/>
    <p:sldLayoutId id="2147483890" r:id="rId3"/>
    <p:sldLayoutId id="2147483894" r:id="rId4"/>
    <p:sldLayoutId id="2147483654" r:id="rId5"/>
    <p:sldLayoutId id="2147483883" r:id="rId6"/>
    <p:sldLayoutId id="2147483885" r:id="rId7"/>
    <p:sldLayoutId id="2147483892" r:id="rId8"/>
    <p:sldLayoutId id="2147483895" r:id="rId9"/>
    <p:sldLayoutId id="2147483893" r:id="rId10"/>
    <p:sldLayoutId id="2147483659" r:id="rId11"/>
    <p:sldLayoutId id="2147483804" r:id="rId12"/>
    <p:sldLayoutId id="2147483860" r:id="rId13"/>
    <p:sldLayoutId id="2147483856" r:id="rId14"/>
    <p:sldLayoutId id="2147483805" r:id="rId15"/>
    <p:sldLayoutId id="2147483806" r:id="rId16"/>
    <p:sldLayoutId id="2147483882" r:id="rId17"/>
    <p:sldLayoutId id="2147483706" r:id="rId18"/>
    <p:sldLayoutId id="2147483718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 userDrawn="1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828536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43" name="think-cell Slide" r:id="rId46" imgW="413" imgH="416" progId="TCLayout.ActiveDocument.1">
                  <p:embed/>
                </p:oleObj>
              </mc:Choice>
              <mc:Fallback>
                <p:oleObj name="think-cell Slide" r:id="rId4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id" hidden="1">
            <a:extLst>
              <a:ext uri="{FF2B5EF4-FFF2-40B4-BE49-F238E27FC236}">
                <a16:creationId xmlns:a16="http://schemas.microsoft.com/office/drawing/2014/main" id="{7769415E-00F5-4F6D-A988-C1A00A47E92F}"/>
              </a:ext>
            </a:extLst>
          </p:cNvPr>
          <p:cNvGrpSpPr/>
          <p:nvPr userDrawn="1"/>
        </p:nvGrpSpPr>
        <p:grpSpPr>
          <a:xfrm>
            <a:off x="-942096" y="-468000"/>
            <a:ext cx="12576312" cy="6735293"/>
            <a:chOff x="-942096" y="-468000"/>
            <a:chExt cx="12576312" cy="6735293"/>
          </a:xfrm>
        </p:grpSpPr>
        <p:sp>
          <p:nvSpPr>
            <p:cNvPr id="492" name="Rectangle 39">
              <a:extLst>
                <a:ext uri="{FF2B5EF4-FFF2-40B4-BE49-F238E27FC236}">
                  <a16:creationId xmlns:a16="http://schemas.microsoft.com/office/drawing/2014/main" id="{7AB01029-BE1A-4D12-98C8-6474163A4124}"/>
                </a:ext>
              </a:extLst>
            </p:cNvPr>
            <p:cNvSpPr>
              <a:spLocks/>
            </p:cNvSpPr>
            <p:nvPr/>
          </p:nvSpPr>
          <p:spPr>
            <a:xfrm>
              <a:off x="-471048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3" name="Rectangle 255">
              <a:extLst>
                <a:ext uri="{FF2B5EF4-FFF2-40B4-BE49-F238E27FC236}">
                  <a16:creationId xmlns:a16="http://schemas.microsoft.com/office/drawing/2014/main" id="{F9C72C50-0243-4C1E-ACAD-C3C41D10E023}"/>
                </a:ext>
              </a:extLst>
            </p:cNvPr>
            <p:cNvSpPr>
              <a:spLocks/>
            </p:cNvSpPr>
            <p:nvPr/>
          </p:nvSpPr>
          <p:spPr>
            <a:xfrm>
              <a:off x="551688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94" name="Rectangle 256">
              <a:extLst>
                <a:ext uri="{FF2B5EF4-FFF2-40B4-BE49-F238E27FC236}">
                  <a16:creationId xmlns:a16="http://schemas.microsoft.com/office/drawing/2014/main" id="{820B99A1-078B-431C-B2D6-55C6ADE0196F}"/>
                </a:ext>
              </a:extLst>
            </p:cNvPr>
            <p:cNvSpPr>
              <a:spLocks/>
            </p:cNvSpPr>
            <p:nvPr/>
          </p:nvSpPr>
          <p:spPr>
            <a:xfrm>
              <a:off x="3755136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499" name="Rectangle 257">
              <a:extLst>
                <a:ext uri="{FF2B5EF4-FFF2-40B4-BE49-F238E27FC236}">
                  <a16:creationId xmlns:a16="http://schemas.microsoft.com/office/drawing/2014/main" id="{C237AC56-0A6A-4CA4-8811-2DC1AA2F5F2B}"/>
                </a:ext>
              </a:extLst>
            </p:cNvPr>
            <p:cNvSpPr>
              <a:spLocks/>
            </p:cNvSpPr>
            <p:nvPr/>
          </p:nvSpPr>
          <p:spPr>
            <a:xfrm>
              <a:off x="4706112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501" name="Rectangle 258">
              <a:extLst>
                <a:ext uri="{FF2B5EF4-FFF2-40B4-BE49-F238E27FC236}">
                  <a16:creationId xmlns:a16="http://schemas.microsoft.com/office/drawing/2014/main" id="{0B750C24-AB1D-45E2-9FAA-F72D0EDAE9CA}"/>
                </a:ext>
              </a:extLst>
            </p:cNvPr>
            <p:cNvSpPr>
              <a:spLocks/>
            </p:cNvSpPr>
            <p:nvPr/>
          </p:nvSpPr>
          <p:spPr>
            <a:xfrm>
              <a:off x="6437376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502" name="Rectangle 259">
              <a:extLst>
                <a:ext uri="{FF2B5EF4-FFF2-40B4-BE49-F238E27FC236}">
                  <a16:creationId xmlns:a16="http://schemas.microsoft.com/office/drawing/2014/main" id="{A69B3C8F-944E-4B66-9F3B-6F0F901FC982}"/>
                </a:ext>
              </a:extLst>
            </p:cNvPr>
            <p:cNvSpPr>
              <a:spLocks/>
            </p:cNvSpPr>
            <p:nvPr/>
          </p:nvSpPr>
          <p:spPr>
            <a:xfrm>
              <a:off x="8171688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503" name="Rectangle 260">
              <a:extLst>
                <a:ext uri="{FF2B5EF4-FFF2-40B4-BE49-F238E27FC236}">
                  <a16:creationId xmlns:a16="http://schemas.microsoft.com/office/drawing/2014/main" id="{4A49E8FD-44E2-4108-B17F-A0806FFC72B5}"/>
                </a:ext>
              </a:extLst>
            </p:cNvPr>
            <p:cNvSpPr>
              <a:spLocks/>
            </p:cNvSpPr>
            <p:nvPr/>
          </p:nvSpPr>
          <p:spPr>
            <a:xfrm>
              <a:off x="9122792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504" name="Straight Connector 266">
              <a:extLst>
                <a:ext uri="{FF2B5EF4-FFF2-40B4-BE49-F238E27FC236}">
                  <a16:creationId xmlns:a16="http://schemas.microsoft.com/office/drawing/2014/main" id="{B61EB039-E078-4C94-941A-17F64A4129EF}"/>
                </a:ext>
              </a:extLst>
            </p:cNvPr>
            <p:cNvCxnSpPr>
              <a:cxnSpLocks/>
            </p:cNvCxnSpPr>
            <p:nvPr/>
          </p:nvCxnSpPr>
          <p:spPr>
            <a:xfrm>
              <a:off x="37551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276">
              <a:extLst>
                <a:ext uri="{FF2B5EF4-FFF2-40B4-BE49-F238E27FC236}">
                  <a16:creationId xmlns:a16="http://schemas.microsoft.com/office/drawing/2014/main" id="{76016E4E-6253-4258-B930-366BA463BD46}"/>
                </a:ext>
              </a:extLst>
            </p:cNvPr>
            <p:cNvCxnSpPr>
              <a:cxnSpLocks/>
            </p:cNvCxnSpPr>
            <p:nvPr/>
          </p:nvCxnSpPr>
          <p:spPr>
            <a:xfrm>
              <a:off x="470611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278">
              <a:extLst>
                <a:ext uri="{FF2B5EF4-FFF2-40B4-BE49-F238E27FC236}">
                  <a16:creationId xmlns:a16="http://schemas.microsoft.com/office/drawing/2014/main" id="{36FD8DB4-A6A7-4716-B1B1-95447A670CAE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279">
              <a:extLst>
                <a:ext uri="{FF2B5EF4-FFF2-40B4-BE49-F238E27FC236}">
                  <a16:creationId xmlns:a16="http://schemas.microsoft.com/office/drawing/2014/main" id="{A4432A82-F213-4459-A6C8-0E1BB6278536}"/>
                </a:ext>
              </a:extLst>
            </p:cNvPr>
            <p:cNvCxnSpPr>
              <a:cxnSpLocks/>
            </p:cNvCxnSpPr>
            <p:nvPr/>
          </p:nvCxnSpPr>
          <p:spPr>
            <a:xfrm>
              <a:off x="8171688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282">
              <a:extLst>
                <a:ext uri="{FF2B5EF4-FFF2-40B4-BE49-F238E27FC236}">
                  <a16:creationId xmlns:a16="http://schemas.microsoft.com/office/drawing/2014/main" id="{42B42A20-48D0-4010-9233-1E6DA64125F4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92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60">
              <a:extLst>
                <a:ext uri="{FF2B5EF4-FFF2-40B4-BE49-F238E27FC236}">
                  <a16:creationId xmlns:a16="http://schemas.microsoft.com/office/drawing/2014/main" id="{CC331B95-A61A-4301-B483-5E1B636797D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641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61">
              <a:extLst>
                <a:ext uri="{FF2B5EF4-FFF2-40B4-BE49-F238E27FC236}">
                  <a16:creationId xmlns:a16="http://schemas.microsoft.com/office/drawing/2014/main" id="{81252EF6-817B-413E-BF50-78FA60EECD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2949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62">
              <a:extLst>
                <a:ext uri="{FF2B5EF4-FFF2-40B4-BE49-F238E27FC236}">
                  <a16:creationId xmlns:a16="http://schemas.microsoft.com/office/drawing/2014/main" id="{8457240E-FECD-437D-BFF2-1CD5FFE0EDC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0851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63">
              <a:extLst>
                <a:ext uri="{FF2B5EF4-FFF2-40B4-BE49-F238E27FC236}">
                  <a16:creationId xmlns:a16="http://schemas.microsoft.com/office/drawing/2014/main" id="{2C855D13-FF65-4A36-A54B-7EE566366A8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061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64">
              <a:extLst>
                <a:ext uri="{FF2B5EF4-FFF2-40B4-BE49-F238E27FC236}">
                  <a16:creationId xmlns:a16="http://schemas.microsoft.com/office/drawing/2014/main" id="{971C91BD-2B01-4688-8655-12DE44AE393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270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65">
              <a:extLst>
                <a:ext uri="{FF2B5EF4-FFF2-40B4-BE49-F238E27FC236}">
                  <a16:creationId xmlns:a16="http://schemas.microsoft.com/office/drawing/2014/main" id="{37DB673F-7FB9-47C0-9896-C6415C92B4B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480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66">
              <a:extLst>
                <a:ext uri="{FF2B5EF4-FFF2-40B4-BE49-F238E27FC236}">
                  <a16:creationId xmlns:a16="http://schemas.microsoft.com/office/drawing/2014/main" id="{1D94801E-03CF-409D-B2D7-C4934CA6AE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690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67">
              <a:extLst>
                <a:ext uri="{FF2B5EF4-FFF2-40B4-BE49-F238E27FC236}">
                  <a16:creationId xmlns:a16="http://schemas.microsoft.com/office/drawing/2014/main" id="{406AF5AA-AEB5-4B03-87DC-D624774BD0A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6900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68">
              <a:extLst>
                <a:ext uri="{FF2B5EF4-FFF2-40B4-BE49-F238E27FC236}">
                  <a16:creationId xmlns:a16="http://schemas.microsoft.com/office/drawing/2014/main" id="{1506C05F-0E1D-432C-851F-3C6C2A589B8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110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69">
              <a:extLst>
                <a:ext uri="{FF2B5EF4-FFF2-40B4-BE49-F238E27FC236}">
                  <a16:creationId xmlns:a16="http://schemas.microsoft.com/office/drawing/2014/main" id="{22E8DF73-AE58-4ACD-9F5A-6167A696C01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320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70">
              <a:extLst>
                <a:ext uri="{FF2B5EF4-FFF2-40B4-BE49-F238E27FC236}">
                  <a16:creationId xmlns:a16="http://schemas.microsoft.com/office/drawing/2014/main" id="{5EC4A6E0-9063-4DCD-9568-DF83501887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530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71">
              <a:extLst>
                <a:ext uri="{FF2B5EF4-FFF2-40B4-BE49-F238E27FC236}">
                  <a16:creationId xmlns:a16="http://schemas.microsoft.com/office/drawing/2014/main" id="{6BE4E790-EA45-46F8-ACC2-790CAE4E92C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7740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" name="Freeform: Shape 73">
              <a:extLst>
                <a:ext uri="{FF2B5EF4-FFF2-40B4-BE49-F238E27FC236}">
                  <a16:creationId xmlns:a16="http://schemas.microsoft.com/office/drawing/2014/main" id="{81835182-EC1E-47F9-885D-B8D67B156A3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433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47" name="Freeform: Shape 74">
              <a:extLst>
                <a:ext uri="{FF2B5EF4-FFF2-40B4-BE49-F238E27FC236}">
                  <a16:creationId xmlns:a16="http://schemas.microsoft.com/office/drawing/2014/main" id="{4DFCC5EF-6644-40E7-8F1C-1DF6C19CC43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643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6" name="Freeform: Shape 75">
              <a:extLst>
                <a:ext uri="{FF2B5EF4-FFF2-40B4-BE49-F238E27FC236}">
                  <a16:creationId xmlns:a16="http://schemas.microsoft.com/office/drawing/2014/main" id="{3FA6276F-F950-48BA-9BC7-47DCF69A926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6853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7" name="Freeform: Shape 76">
              <a:extLst>
                <a:ext uri="{FF2B5EF4-FFF2-40B4-BE49-F238E27FC236}">
                  <a16:creationId xmlns:a16="http://schemas.microsoft.com/office/drawing/2014/main" id="{DDFDFDBB-F95C-4999-B842-5B9EECE5542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0633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2" name="Freeform: Shape 77">
              <a:extLst>
                <a:ext uri="{FF2B5EF4-FFF2-40B4-BE49-F238E27FC236}">
                  <a16:creationId xmlns:a16="http://schemas.microsoft.com/office/drawing/2014/main" id="{B565470E-EDB5-442F-8862-C3789BAED55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2732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3" name="Freeform: Shape 78">
              <a:extLst>
                <a:ext uri="{FF2B5EF4-FFF2-40B4-BE49-F238E27FC236}">
                  <a16:creationId xmlns:a16="http://schemas.microsoft.com/office/drawing/2014/main" id="{358E3AB8-ACBE-4528-B64E-449C9C254D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4831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4" name="Freeform: Shape 79">
              <a:extLst>
                <a:ext uri="{FF2B5EF4-FFF2-40B4-BE49-F238E27FC236}">
                  <a16:creationId xmlns:a16="http://schemas.microsoft.com/office/drawing/2014/main" id="{432E7EF9-777D-4529-A992-F3E9422EBF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693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5" name="Freeform: Shape 80">
              <a:extLst>
                <a:ext uri="{FF2B5EF4-FFF2-40B4-BE49-F238E27FC236}">
                  <a16:creationId xmlns:a16="http://schemas.microsoft.com/office/drawing/2014/main" id="{F477DFA6-CAFA-4CFC-A6D3-E3F16B2375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2902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6" name="Freeform: Shape 81">
              <a:extLst>
                <a:ext uri="{FF2B5EF4-FFF2-40B4-BE49-F238E27FC236}">
                  <a16:creationId xmlns:a16="http://schemas.microsoft.com/office/drawing/2014/main" id="{BFB4D320-A99C-4659-BD42-AFFD73EA3E0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112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7" name="Freeform: Shape 82">
              <a:extLst>
                <a:ext uri="{FF2B5EF4-FFF2-40B4-BE49-F238E27FC236}">
                  <a16:creationId xmlns:a16="http://schemas.microsoft.com/office/drawing/2014/main" id="{3AE92649-771D-4F4B-863D-000487FC468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3226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8" name="Freeform: Shape 83">
              <a:extLst>
                <a:ext uri="{FF2B5EF4-FFF2-40B4-BE49-F238E27FC236}">
                  <a16:creationId xmlns:a16="http://schemas.microsoft.com/office/drawing/2014/main" id="{5089235D-5D84-4976-8882-C54B54FF82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5324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69" name="Straight Connector 104">
              <a:extLst>
                <a:ext uri="{FF2B5EF4-FFF2-40B4-BE49-F238E27FC236}">
                  <a16:creationId xmlns:a16="http://schemas.microsoft.com/office/drawing/2014/main" id="{5218256A-384B-497C-8561-BF751BAB4F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107">
              <a:extLst>
                <a:ext uri="{FF2B5EF4-FFF2-40B4-BE49-F238E27FC236}">
                  <a16:creationId xmlns:a16="http://schemas.microsoft.com/office/drawing/2014/main" id="{55B270F9-ABAE-46F8-9F1E-C7E7C2A1A39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108">
              <a:extLst>
                <a:ext uri="{FF2B5EF4-FFF2-40B4-BE49-F238E27FC236}">
                  <a16:creationId xmlns:a16="http://schemas.microsoft.com/office/drawing/2014/main" id="{0EF34567-C702-44AC-BF97-8BBF334D314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109">
              <a:extLst>
                <a:ext uri="{FF2B5EF4-FFF2-40B4-BE49-F238E27FC236}">
                  <a16:creationId xmlns:a16="http://schemas.microsoft.com/office/drawing/2014/main" id="{5A52D20F-113D-4435-81FE-C2B60897700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110">
              <a:extLst>
                <a:ext uri="{FF2B5EF4-FFF2-40B4-BE49-F238E27FC236}">
                  <a16:creationId xmlns:a16="http://schemas.microsoft.com/office/drawing/2014/main" id="{320B392D-366B-4660-8143-D0AF058D31F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111">
              <a:extLst>
                <a:ext uri="{FF2B5EF4-FFF2-40B4-BE49-F238E27FC236}">
                  <a16:creationId xmlns:a16="http://schemas.microsoft.com/office/drawing/2014/main" id="{6D15FD1A-F5A5-41DC-A393-CC01036FEB9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112">
              <a:extLst>
                <a:ext uri="{FF2B5EF4-FFF2-40B4-BE49-F238E27FC236}">
                  <a16:creationId xmlns:a16="http://schemas.microsoft.com/office/drawing/2014/main" id="{E3232F3C-AE3D-4522-AEA3-D60CCB5B351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113">
              <a:extLst>
                <a:ext uri="{FF2B5EF4-FFF2-40B4-BE49-F238E27FC236}">
                  <a16:creationId xmlns:a16="http://schemas.microsoft.com/office/drawing/2014/main" id="{2FF0D93E-19F3-4D59-987C-A226E6E4C9E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114">
              <a:extLst>
                <a:ext uri="{FF2B5EF4-FFF2-40B4-BE49-F238E27FC236}">
                  <a16:creationId xmlns:a16="http://schemas.microsoft.com/office/drawing/2014/main" id="{CD9A50FF-5138-401F-8A5F-C093495496A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115">
              <a:extLst>
                <a:ext uri="{FF2B5EF4-FFF2-40B4-BE49-F238E27FC236}">
                  <a16:creationId xmlns:a16="http://schemas.microsoft.com/office/drawing/2014/main" id="{3454A8A3-E730-4E77-A046-64A75C632D6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116">
              <a:extLst>
                <a:ext uri="{FF2B5EF4-FFF2-40B4-BE49-F238E27FC236}">
                  <a16:creationId xmlns:a16="http://schemas.microsoft.com/office/drawing/2014/main" id="{6F60DA80-FDA3-403B-B763-C09C4EB7E8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117">
              <a:extLst>
                <a:ext uri="{FF2B5EF4-FFF2-40B4-BE49-F238E27FC236}">
                  <a16:creationId xmlns:a16="http://schemas.microsoft.com/office/drawing/2014/main" id="{81F97174-21FF-466D-8379-E1C18A166E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118">
              <a:extLst>
                <a:ext uri="{FF2B5EF4-FFF2-40B4-BE49-F238E27FC236}">
                  <a16:creationId xmlns:a16="http://schemas.microsoft.com/office/drawing/2014/main" id="{0C567629-60D2-4967-8601-B78F80ACD2D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120">
              <a:extLst>
                <a:ext uri="{FF2B5EF4-FFF2-40B4-BE49-F238E27FC236}">
                  <a16:creationId xmlns:a16="http://schemas.microsoft.com/office/drawing/2014/main" id="{8A52D172-096A-492A-AB6E-1D0FD70500B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106">
              <a:extLst>
                <a:ext uri="{FF2B5EF4-FFF2-40B4-BE49-F238E27FC236}">
                  <a16:creationId xmlns:a16="http://schemas.microsoft.com/office/drawing/2014/main" id="{DEAFE245-F3DA-40DC-A577-C1C4819480C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127">
              <a:extLst>
                <a:ext uri="{FF2B5EF4-FFF2-40B4-BE49-F238E27FC236}">
                  <a16:creationId xmlns:a16="http://schemas.microsoft.com/office/drawing/2014/main" id="{0B6F44CF-26A9-4692-99BE-82A2E63D8F0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128">
              <a:extLst>
                <a:ext uri="{FF2B5EF4-FFF2-40B4-BE49-F238E27FC236}">
                  <a16:creationId xmlns:a16="http://schemas.microsoft.com/office/drawing/2014/main" id="{953BA5C6-1A84-4488-AFAD-F6135688176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129">
              <a:extLst>
                <a:ext uri="{FF2B5EF4-FFF2-40B4-BE49-F238E27FC236}">
                  <a16:creationId xmlns:a16="http://schemas.microsoft.com/office/drawing/2014/main" id="{DD485B68-358E-4AA4-B9A9-2DB928A635B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130">
              <a:extLst>
                <a:ext uri="{FF2B5EF4-FFF2-40B4-BE49-F238E27FC236}">
                  <a16:creationId xmlns:a16="http://schemas.microsoft.com/office/drawing/2014/main" id="{666E9725-3C56-43E8-8E8F-F76DF8F8C47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131">
              <a:extLst>
                <a:ext uri="{FF2B5EF4-FFF2-40B4-BE49-F238E27FC236}">
                  <a16:creationId xmlns:a16="http://schemas.microsoft.com/office/drawing/2014/main" id="{0D566977-5CF4-4840-BFEF-3B1D4B331E5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132">
              <a:extLst>
                <a:ext uri="{FF2B5EF4-FFF2-40B4-BE49-F238E27FC236}">
                  <a16:creationId xmlns:a16="http://schemas.microsoft.com/office/drawing/2014/main" id="{60D94E9A-2055-4DAB-80F7-BC9A7838F3A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133">
              <a:extLst>
                <a:ext uri="{FF2B5EF4-FFF2-40B4-BE49-F238E27FC236}">
                  <a16:creationId xmlns:a16="http://schemas.microsoft.com/office/drawing/2014/main" id="{E7E44CA3-56D6-4E4C-B25D-983903918C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134">
              <a:extLst>
                <a:ext uri="{FF2B5EF4-FFF2-40B4-BE49-F238E27FC236}">
                  <a16:creationId xmlns:a16="http://schemas.microsoft.com/office/drawing/2014/main" id="{317B9324-946F-48AB-BEBA-9CFDA77E1A6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135">
              <a:extLst>
                <a:ext uri="{FF2B5EF4-FFF2-40B4-BE49-F238E27FC236}">
                  <a16:creationId xmlns:a16="http://schemas.microsoft.com/office/drawing/2014/main" id="{8BBBA0AA-20AA-4AB8-BC92-5128CA686F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Connector 136">
              <a:extLst>
                <a:ext uri="{FF2B5EF4-FFF2-40B4-BE49-F238E27FC236}">
                  <a16:creationId xmlns:a16="http://schemas.microsoft.com/office/drawing/2014/main" id="{80F42740-6B4B-4299-951A-7ED7CB3A41F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137">
              <a:extLst>
                <a:ext uri="{FF2B5EF4-FFF2-40B4-BE49-F238E27FC236}">
                  <a16:creationId xmlns:a16="http://schemas.microsoft.com/office/drawing/2014/main" id="{2E5C5DC2-9800-4304-A93C-B9557F5F76B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138">
              <a:extLst>
                <a:ext uri="{FF2B5EF4-FFF2-40B4-BE49-F238E27FC236}">
                  <a16:creationId xmlns:a16="http://schemas.microsoft.com/office/drawing/2014/main" id="{F82DA68F-11CF-4FCD-AFF1-1EB1F6544AA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139">
              <a:extLst>
                <a:ext uri="{FF2B5EF4-FFF2-40B4-BE49-F238E27FC236}">
                  <a16:creationId xmlns:a16="http://schemas.microsoft.com/office/drawing/2014/main" id="{6E51F342-11D3-469A-9EA4-38F844ED74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140">
              <a:extLst>
                <a:ext uri="{FF2B5EF4-FFF2-40B4-BE49-F238E27FC236}">
                  <a16:creationId xmlns:a16="http://schemas.microsoft.com/office/drawing/2014/main" id="{90C738A5-CD8E-4BAA-B917-ECE9DA28355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142">
              <a:extLst>
                <a:ext uri="{FF2B5EF4-FFF2-40B4-BE49-F238E27FC236}">
                  <a16:creationId xmlns:a16="http://schemas.microsoft.com/office/drawing/2014/main" id="{B5122834-4562-467E-A77A-C39663C63B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48640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Area">
              <a:extLst>
                <a:ext uri="{FF2B5EF4-FFF2-40B4-BE49-F238E27FC236}">
                  <a16:creationId xmlns:a16="http://schemas.microsoft.com/office/drawing/2014/main" id="{D1274368-1619-4985-8611-3C12F1E34931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1688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00" name="Rectangle 39">
              <a:extLst>
                <a:ext uri="{FF2B5EF4-FFF2-40B4-BE49-F238E27FC236}">
                  <a16:creationId xmlns:a16="http://schemas.microsoft.com/office/drawing/2014/main" id="{7BBA4E68-EC38-486F-8CFC-47F6E40A624D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1L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1" name="Rectangle 39">
              <a:extLst>
                <a:ext uri="{FF2B5EF4-FFF2-40B4-BE49-F238E27FC236}">
                  <a16:creationId xmlns:a16="http://schemas.microsoft.com/office/drawing/2014/main" id="{C35119EC-EB00-4FF9-BC26-55A966F95306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1671379"/>
              <a:ext cx="360000" cy="4595914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2L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602" name="Rectangle 39">
              <a:extLst>
                <a:ext uri="{FF2B5EF4-FFF2-40B4-BE49-F238E27FC236}">
                  <a16:creationId xmlns:a16="http://schemas.microsoft.com/office/drawing/2014/main" id="{3E2FA8D6-F3E2-45D0-9E00-64B767F36C75}"/>
                </a:ext>
              </a:extLst>
            </p:cNvPr>
            <p:cNvSpPr>
              <a:spLocks/>
            </p:cNvSpPr>
            <p:nvPr userDrawn="1"/>
          </p:nvSpPr>
          <p:spPr>
            <a:xfrm>
              <a:off x="-942096" y="2007465"/>
              <a:ext cx="360000" cy="4259828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3L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2A75E2F-CDF7-4263-8161-E3353F3BDC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1671379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9C3F2890-B6FA-419A-B551-26456B6C4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942096" y="2007465"/>
              <a:ext cx="360000" cy="0"/>
            </a:xfrm>
            <a:prstGeom prst="line">
              <a:avLst/>
            </a:prstGeom>
            <a:ln w="9525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FA61C5D6-7B43-4A12-9FFC-11F832CEB912}"/>
                </a:ext>
              </a:extLst>
            </p:cNvPr>
            <p:cNvSpPr txBox="1"/>
            <p:nvPr userDrawn="1"/>
          </p:nvSpPr>
          <p:spPr>
            <a:xfrm>
              <a:off x="-869818" y="75506"/>
              <a:ext cx="215444" cy="1195264"/>
            </a:xfrm>
            <a:prstGeom prst="rect">
              <a:avLst/>
            </a:prstGeom>
          </p:spPr>
          <p:txBody>
            <a:bodyPr vert="vert270" wrap="non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lang="en-US" sz="1400" dirty="0">
                  <a:cs typeface="Arial" panose="020B0604020202020204" pitchFamily="34" charset="0"/>
                </a:defRPr>
              </a:lvl1pPr>
              <a:lvl2pPr marL="230396" lvl="1" indent="-226796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Wingdings" panose="05000000000000000000" pitchFamily="2" charset="2"/>
                <a:buChar char=""/>
                <a:defRPr lang="en-US" sz="1400" dirty="0"/>
              </a:lvl2pPr>
              <a:lvl3pPr marL="442793" lvl="2" indent="-215997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10000"/>
                <a:buFont typeface="Arial" panose="020B0604020202020204" pitchFamily="34" charset="0"/>
                <a:buChar char="‒"/>
                <a:defRPr lang="en-US" sz="1400" dirty="0"/>
              </a:lvl3pPr>
              <a:lvl4pPr marL="597590" lvl="3" indent="-1511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lang="en-US" sz="1400" dirty="0"/>
              </a:lvl4pPr>
              <a:lvl5pPr marL="817187" lvl="4" indent="-14759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̶"/>
                <a:defRPr lang="en-US" sz="14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solidFill>
                    <a:srgbClr val="7F7F7F"/>
                  </a:solidFill>
                </a:rPr>
                <a:t>Custom &gt; Grey</a:t>
              </a:r>
              <a:endParaRPr lang="ru-RU" dirty="0">
                <a:solidFill>
                  <a:srgbClr val="7F7F7F"/>
                </a:solidFill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 userDrawn="1">
            <p:ph type="title"/>
            <p:custDataLst>
              <p:tags r:id="rId35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1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  <p:sldLayoutId id="2147483910" r:id="rId14"/>
    <p:sldLayoutId id="2147483911" r:id="rId15"/>
    <p:sldLayoutId id="2147483912" r:id="rId16"/>
    <p:sldLayoutId id="2147483913" r:id="rId17"/>
    <p:sldLayoutId id="2147483914" r:id="rId18"/>
    <p:sldLayoutId id="2147483915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1.vml"/><Relationship Id="rId2" Type="http://schemas.openxmlformats.org/officeDocument/2006/relationships/tags" Target="../tags/tag278.xml"/><Relationship Id="rId3" Type="http://schemas.openxmlformats.org/officeDocument/2006/relationships/tags" Target="../tags/tag279.xml"/><Relationship Id="rId4" Type="http://schemas.openxmlformats.org/officeDocument/2006/relationships/tags" Target="../tags/tag280.xml"/><Relationship Id="rId5" Type="http://schemas.openxmlformats.org/officeDocument/2006/relationships/tags" Target="../tags/tag281.xml"/><Relationship Id="rId6" Type="http://schemas.openxmlformats.org/officeDocument/2006/relationships/tags" Target="../tags/tag282.xml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.xml"/><Relationship Id="rId9" Type="http://schemas.openxmlformats.org/officeDocument/2006/relationships/oleObject" Target="../embeddings/oleObject41.bin"/><Relationship Id="rId10" Type="http://schemas.openxmlformats.org/officeDocument/2006/relationships/image" Target="../media/image16.emf"/><Relationship Id="rId11" Type="http://schemas.openxmlformats.org/officeDocument/2006/relationships/image" Target="../media/image17.jpeg"/><Relationship Id="rId12" Type="http://schemas.openxmlformats.org/officeDocument/2006/relationships/image" Target="../media/image2.png"/><Relationship Id="rId13" Type="http://schemas.openxmlformats.org/officeDocument/2006/relationships/image" Target="../media/image3.sv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2.vml"/><Relationship Id="rId2" Type="http://schemas.openxmlformats.org/officeDocument/2006/relationships/tags" Target="../tags/tag283.xml"/><Relationship Id="rId3" Type="http://schemas.openxmlformats.org/officeDocument/2006/relationships/tags" Target="../tags/tag284.xml"/><Relationship Id="rId4" Type="http://schemas.openxmlformats.org/officeDocument/2006/relationships/tags" Target="../tags/tag285.xml"/><Relationship Id="rId5" Type="http://schemas.openxmlformats.org/officeDocument/2006/relationships/tags" Target="../tags/tag286.xml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.xml"/><Relationship Id="rId8" Type="http://schemas.openxmlformats.org/officeDocument/2006/relationships/oleObject" Target="../embeddings/oleObject42.bin"/><Relationship Id="rId9" Type="http://schemas.openxmlformats.org/officeDocument/2006/relationships/image" Target="../media/image16.emf"/><Relationship Id="rId10" Type="http://schemas.openxmlformats.org/officeDocument/2006/relationships/image" Target="../media/image17.jpeg"/><Relationship Id="rId11" Type="http://schemas.openxmlformats.org/officeDocument/2006/relationships/image" Target="../media/image2.png"/><Relationship Id="rId12" Type="http://schemas.openxmlformats.org/officeDocument/2006/relationships/image" Target="../media/image3.sv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>
            <a:extLst>
              <a:ext uri="{FF2B5EF4-FFF2-40B4-BE49-F238E27FC236}">
                <a16:creationId xmlns:a16="http://schemas.microsoft.com/office/drawing/2014/main" id="{E6865866-A01B-46BB-8678-5A86FE1B9A7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88" name="think-cell Slide" r:id="rId9" imgW="484" imgH="486" progId="TCLayout.ActiveDocument.1">
                  <p:embed/>
                </p:oleObj>
              </mc:Choice>
              <mc:Fallback>
                <p:oleObj name="think-cell Slide" r:id="rId9" imgW="484" imgH="486" progId="TCLayout.ActiveDocument.1">
                  <p:embed/>
                  <p:pic>
                    <p:nvPicPr>
                      <p:cNvPr id="4" name="Object 6" hidden="1">
                        <a:extLst>
                          <a:ext uri="{FF2B5EF4-FFF2-40B4-BE49-F238E27FC236}">
                            <a16:creationId xmlns:a16="http://schemas.microsoft.com/office/drawing/2014/main" id="{E6865866-A01B-46BB-8678-5A86FE1B9A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2" name="Group 277">
            <a:extLst>
              <a:ext uri="{FF2B5EF4-FFF2-40B4-BE49-F238E27FC236}">
                <a16:creationId xmlns:a16="http://schemas.microsoft.com/office/drawing/2014/main" id="{0A1431B5-9EE6-42D2-8C2E-E2F44C6406E8}"/>
              </a:ext>
            </a:extLst>
          </p:cNvPr>
          <p:cNvGrpSpPr/>
          <p:nvPr/>
        </p:nvGrpSpPr>
        <p:grpSpPr>
          <a:xfrm>
            <a:off x="3176" y="3176"/>
            <a:ext cx="12192000" cy="6854824"/>
            <a:chOff x="0" y="3176"/>
            <a:chExt cx="12192000" cy="6854824"/>
          </a:xfrm>
        </p:grpSpPr>
        <p:grpSp>
          <p:nvGrpSpPr>
            <p:cNvPr id="353" name="Group 278">
              <a:extLst>
                <a:ext uri="{FF2B5EF4-FFF2-40B4-BE49-F238E27FC236}">
                  <a16:creationId xmlns:a16="http://schemas.microsoft.com/office/drawing/2014/main" id="{F6173E8F-0661-4E81-A407-A0A66818038A}"/>
                </a:ext>
              </a:extLst>
            </p:cNvPr>
            <p:cNvGrpSpPr/>
            <p:nvPr/>
          </p:nvGrpSpPr>
          <p:grpSpPr>
            <a:xfrm>
              <a:off x="0" y="3176"/>
              <a:ext cx="12192000" cy="6854824"/>
              <a:chOff x="0" y="0"/>
              <a:chExt cx="12192000" cy="6854824"/>
            </a:xfrm>
          </p:grpSpPr>
          <p:sp>
            <p:nvSpPr>
              <p:cNvPr id="356" name="Прямоугольник 281">
                <a:extLst>
                  <a:ext uri="{FF2B5EF4-FFF2-40B4-BE49-F238E27FC236}">
                    <a16:creationId xmlns:a16="http://schemas.microsoft.com/office/drawing/2014/main" id="{671138A8-75FD-4A88-93E0-98762072858F}"/>
                  </a:ext>
                </a:extLst>
              </p:cNvPr>
              <p:cNvSpPr/>
              <p:nvPr/>
            </p:nvSpPr>
            <p:spPr>
              <a:xfrm flipH="1">
                <a:off x="0" y="0"/>
                <a:ext cx="12192000" cy="6854824"/>
              </a:xfrm>
              <a:prstGeom prst="rect">
                <a:avLst/>
              </a:prstGeom>
              <a:solidFill>
                <a:srgbClr val="F5F5F5"/>
              </a:solidFill>
              <a:ln w="6350" cap="flat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57" name="Группа 282">
                <a:extLst>
                  <a:ext uri="{FF2B5EF4-FFF2-40B4-BE49-F238E27FC236}">
                    <a16:creationId xmlns:a16="http://schemas.microsoft.com/office/drawing/2014/main" id="{F5A6B681-003D-4505-B8FD-34EC0D61E8A8}"/>
                  </a:ext>
                </a:extLst>
              </p:cNvPr>
              <p:cNvGrpSpPr/>
              <p:nvPr/>
            </p:nvGrpSpPr>
            <p:grpSpPr>
              <a:xfrm flipH="1">
                <a:off x="3525520" y="1668802"/>
                <a:ext cx="8666480" cy="5186022"/>
                <a:chOff x="0" y="2693375"/>
                <a:chExt cx="6959600" cy="4164625"/>
              </a:xfrm>
            </p:grpSpPr>
            <p:pic>
              <p:nvPicPr>
                <p:cNvPr id="358" name="Рисунок 283">
                  <a:extLst>
                    <a:ext uri="{FF2B5EF4-FFF2-40B4-BE49-F238E27FC236}">
                      <a16:creationId xmlns:a16="http://schemas.microsoft.com/office/drawing/2014/main" id="{4335146B-69D6-488B-A0F9-BFF401BB023C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11" cstate="hqprint">
                  <a:grayscl/>
                  <a:alphaModFix amt="6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0" y="2693375"/>
                  <a:ext cx="6959600" cy="4164625"/>
                </a:xfrm>
                <a:prstGeom prst="rect">
                  <a:avLst/>
                </a:prstGeom>
              </p:spPr>
            </p:pic>
            <p:sp>
              <p:nvSpPr>
                <p:cNvPr id="359" name="Прямоугольник 284">
                  <a:extLst>
                    <a:ext uri="{FF2B5EF4-FFF2-40B4-BE49-F238E27FC236}">
                      <a16:creationId xmlns:a16="http://schemas.microsoft.com/office/drawing/2014/main" id="{A32601D1-FFCF-47D8-BF19-1DB0BF60E0E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81600" y="2693375"/>
                  <a:ext cx="1778000" cy="4164625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F5F5F5">
                        <a:alpha val="0"/>
                      </a:srgbClr>
                    </a:gs>
                    <a:gs pos="100000">
                      <a:srgbClr val="F5F5F5"/>
                    </a:gs>
                  </a:gsLst>
                  <a:lin ang="0" scaled="1"/>
                  <a:tileRect/>
                </a:gradFill>
                <a:ln w="6350" cap="flat">
                  <a:noFill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354" name="Slide Number">
              <a:extLst>
                <a:ext uri="{FF2B5EF4-FFF2-40B4-BE49-F238E27FC236}">
                  <a16:creationId xmlns:a16="http://schemas.microsoft.com/office/drawing/2014/main" id="{188A90DC-5D91-416A-A6EA-DC6CD8AE51D6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black">
            <a:xfrm>
              <a:off x="11311762" y="6514142"/>
              <a:ext cx="325501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b">
              <a:spAutoFit/>
            </a:bodyPr>
            <a:lstStyle/>
            <a:p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fld id="{4ABDCABE-3F10-B64C-92F1-862014417034}" type="slidenum">
                <a:rPr lang="ru-RU" sz="800" b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rPr>
                <a:pPr algn="r" defTabSz="61074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t>1</a:t>
              </a:fld>
              <a:endParaRPr lang="ru-RU" sz="800" b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355" name="Рисунок 286">
              <a:extLst>
                <a:ext uri="{FF2B5EF4-FFF2-40B4-BE49-F238E27FC236}">
                  <a16:creationId xmlns:a16="http://schemas.microsoft.com/office/drawing/2014/main" id="{0122221C-4A03-497A-8397-2D9B630B04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30920" t="19524" r="30920" b="22511"/>
            <a:stretch/>
          </p:blipFill>
          <p:spPr>
            <a:xfrm>
              <a:off x="11191495" y="226624"/>
              <a:ext cx="445768" cy="677108"/>
            </a:xfrm>
            <a:prstGeom prst="rect">
              <a:avLst/>
            </a:prstGeom>
          </p:spPr>
        </p:pic>
      </p:grpSp>
      <p:sp>
        <p:nvSpPr>
          <p:cNvPr id="31" name="2. Slide Title">
            <a:extLst>
              <a:ext uri="{FF2B5EF4-FFF2-40B4-BE49-F238E27FC236}">
                <a16:creationId xmlns:a16="http://schemas.microsoft.com/office/drawing/2014/main" id="{1DC84200-F24B-488B-8B6D-F8068BCD681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rIns="0"/>
          <a:lstStyle/>
          <a:p>
            <a:r>
              <a:rPr lang="ru-RU" dirty="0"/>
              <a:t>На рынке Альфа-Банк занимает уверенное </a:t>
            </a:r>
            <a:r>
              <a:rPr lang="en-US" dirty="0"/>
              <a:t>2</a:t>
            </a:r>
            <a:r>
              <a:rPr lang="ru-RU" dirty="0"/>
              <a:t> место по количеству небанковских сервисов (1/2)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1FF7321-BAE9-E7F1-F559-E41D5BDF1652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ru-RU" cap="none" dirty="0">
                <a:solidFill>
                  <a:srgbClr val="000000"/>
                </a:solidFill>
                <a:cs typeface="Arial" panose="020B0604020202020204" pitchFamily="34" charset="0"/>
              </a:rPr>
              <a:t>ПРЕДВАРИТЕЛЬНО</a:t>
            </a:r>
          </a:p>
        </p:txBody>
      </p:sp>
      <p:sp>
        <p:nvSpPr>
          <p:cNvPr id="206" name="Прямоугольник: скругленные верхние углы 77">
            <a:extLst>
              <a:ext uri="{FF2B5EF4-FFF2-40B4-BE49-F238E27FC236}">
                <a16:creationId xmlns:a16="http://schemas.microsoft.com/office/drawing/2014/main" id="{84A441FD-9C59-42AC-A7F0-2A8455FC2138}"/>
              </a:ext>
            </a:extLst>
          </p:cNvPr>
          <p:cNvSpPr>
            <a:spLocks/>
          </p:cNvSpPr>
          <p:nvPr/>
        </p:nvSpPr>
        <p:spPr>
          <a:xfrm>
            <a:off x="554735" y="1335293"/>
            <a:ext cx="8748015" cy="493200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144000" tIns="72000" rIns="144000" bIns="72000">
            <a:noAutofit/>
          </a:bodyPr>
          <a:lstStyle/>
          <a:p>
            <a:endParaRPr lang="ru-RU" dirty="0" err="1">
              <a:solidFill>
                <a:schemeClr val="tx1"/>
              </a:solidFill>
            </a:endParaRPr>
          </a:p>
        </p:txBody>
      </p:sp>
      <p:sp>
        <p:nvSpPr>
          <p:cNvPr id="207" name="Google Shape;337;p41">
            <a:extLst>
              <a:ext uri="{FF2B5EF4-FFF2-40B4-BE49-F238E27FC236}">
                <a16:creationId xmlns:a16="http://schemas.microsoft.com/office/drawing/2014/main" id="{A34C9872-26F4-4D86-A462-7F59168361CC}"/>
              </a:ext>
            </a:extLst>
          </p:cNvPr>
          <p:cNvSpPr/>
          <p:nvPr/>
        </p:nvSpPr>
        <p:spPr>
          <a:xfrm>
            <a:off x="10290710" y="1070784"/>
            <a:ext cx="334038" cy="120632"/>
          </a:xfrm>
          <a:prstGeom prst="roundRect">
            <a:avLst>
              <a:gd name="adj" fmla="val 16667"/>
            </a:avLst>
          </a:prstGeom>
          <a:solidFill>
            <a:schemeClr val="accent1">
              <a:alpha val="5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08" name="Google Shape;338;p41">
            <a:extLst>
              <a:ext uri="{FF2B5EF4-FFF2-40B4-BE49-F238E27FC236}">
                <a16:creationId xmlns:a16="http://schemas.microsoft.com/office/drawing/2014/main" id="{D7A77840-6CA8-4145-B51A-E5ED10B2F3CA}"/>
              </a:ext>
            </a:extLst>
          </p:cNvPr>
          <p:cNvSpPr txBox="1"/>
          <p:nvPr/>
        </p:nvSpPr>
        <p:spPr>
          <a:xfrm>
            <a:off x="10682717" y="1069545"/>
            <a:ext cx="98264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Quattrocento Sans"/>
              <a:buNone/>
            </a:pPr>
            <a:r>
              <a:rPr lang="en-US" sz="800" b="0" i="0" u="none" strike="noStrike" cap="none" dirty="0" err="1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Отсутствие</a:t>
            </a:r>
            <a:r>
              <a:rPr lang="en-US" sz="800" b="0" i="0" u="none" strike="noStrike" cap="none" dirty="0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</a:t>
            </a:r>
            <a:r>
              <a:rPr lang="en-US" sz="800" b="0" i="0" u="none" strike="noStrike" cap="none" dirty="0" err="1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сервисов</a:t>
            </a:r>
            <a:endParaRPr sz="800" b="0" i="0" u="none" strike="noStrike" cap="none" dirty="0">
              <a:solidFill>
                <a:srgbClr val="0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09" name="Google Shape;340;p41">
            <a:extLst>
              <a:ext uri="{FF2B5EF4-FFF2-40B4-BE49-F238E27FC236}">
                <a16:creationId xmlns:a16="http://schemas.microsoft.com/office/drawing/2014/main" id="{5FFEF585-C6EE-460D-B321-D624B05E4216}"/>
              </a:ext>
            </a:extLst>
          </p:cNvPr>
          <p:cNvSpPr/>
          <p:nvPr/>
        </p:nvSpPr>
        <p:spPr>
          <a:xfrm>
            <a:off x="6812280" y="1070784"/>
            <a:ext cx="334038" cy="120632"/>
          </a:xfrm>
          <a:prstGeom prst="roundRect">
            <a:avLst>
              <a:gd name="adj" fmla="val 16667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10" name="Google Shape;341;p41">
            <a:extLst>
              <a:ext uri="{FF2B5EF4-FFF2-40B4-BE49-F238E27FC236}">
                <a16:creationId xmlns:a16="http://schemas.microsoft.com/office/drawing/2014/main" id="{B7BF2CFB-017D-4B53-9669-FCAE7F3ABF6A}"/>
              </a:ext>
            </a:extLst>
          </p:cNvPr>
          <p:cNvSpPr txBox="1"/>
          <p:nvPr/>
        </p:nvSpPr>
        <p:spPr>
          <a:xfrm>
            <a:off x="7205472" y="1069545"/>
            <a:ext cx="166071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Quattrocento Sans"/>
              <a:buNone/>
            </a:pPr>
            <a:r>
              <a:rPr lang="ru-RU" sz="800" dirty="0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Наличие сервиса, </a:t>
            </a:r>
            <a:r>
              <a:rPr lang="ru-RU" sz="800" dirty="0" err="1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вкл</a:t>
            </a:r>
            <a:r>
              <a:rPr lang="ru-RU" sz="800" dirty="0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партнерский</a:t>
            </a:r>
            <a:endParaRPr sz="800" b="0" i="0" u="none" strike="noStrike" cap="none" dirty="0">
              <a:solidFill>
                <a:srgbClr val="0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11" name="Google Shape;330;p41">
            <a:extLst>
              <a:ext uri="{FF2B5EF4-FFF2-40B4-BE49-F238E27FC236}">
                <a16:creationId xmlns:a16="http://schemas.microsoft.com/office/drawing/2014/main" id="{8BAFB1A7-7FDC-48F2-A0E1-2B1217A9797D}"/>
              </a:ext>
            </a:extLst>
          </p:cNvPr>
          <p:cNvSpPr>
            <a:spLocks/>
          </p:cNvSpPr>
          <p:nvPr/>
        </p:nvSpPr>
        <p:spPr>
          <a:xfrm>
            <a:off x="9398000" y="1335293"/>
            <a:ext cx="2267358" cy="4932000"/>
          </a:xfrm>
          <a:prstGeom prst="roundRect">
            <a:avLst>
              <a:gd name="adj" fmla="val 560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12" name="Google Shape;334;p41">
            <a:extLst>
              <a:ext uri="{FF2B5EF4-FFF2-40B4-BE49-F238E27FC236}">
                <a16:creationId xmlns:a16="http://schemas.microsoft.com/office/drawing/2014/main" id="{73B0FC1A-1942-4117-8D71-F58EF2B206EA}"/>
              </a:ext>
            </a:extLst>
          </p:cNvPr>
          <p:cNvSpPr txBox="1">
            <a:spLocks/>
          </p:cNvSpPr>
          <p:nvPr/>
        </p:nvSpPr>
        <p:spPr>
          <a:xfrm>
            <a:off x="9506284" y="1818752"/>
            <a:ext cx="2050791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6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320"/>
              <a:buFont typeface="Noto Sans Symbols"/>
              <a:buNone/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Проверка по открытым источникам 03.09.2026 (веб-поиск, сайты банков из среды проверки недоступны)</a:t>
            </a:r>
            <a:endParaRPr sz="1100" b="0" i="0" u="none" strike="noStrike" cap="none" dirty="0">
              <a:solidFill>
                <a:schemeClr val="tx2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Партнёрские офферы в витринах банков засчитаны как наличие сервиса, узкие сервисы отмечены «частично»</a:t>
            </a: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Альфа: полная бухгалтерия, ЭДО, конструктор сайтов и реклама доступны через партнёров программы лояльности (Моё дело, Кнопка, Диадок, Saby)</a:t>
            </a: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Альфа: мультибанк агрегирует счета только для корпоративного сегмента, для МСБ — при кредитной заявке</a:t>
            </a: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Альфа-Таргет: поиск партнёров и поставщиков, запуск 2026</a:t>
            </a: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Точка: КЭП через УЦ «Основание», проверка сотрудников — отдельный сервис</a:t>
            </a: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Страхование: Альфа — кэшбэк АльфаСтрахования, Точка — ДМС от «Лучи», Сбер — СберСтрахование</a:t>
            </a: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Сбер: значения по источникам экселя, повторно не проверены (лимит поиска)</a:t>
            </a: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Итого «да» по 39 сервисам: Сбер 31, Т-Банк 25, Альфа 23, Точка 17 (с учётом «частично» Альфа 32, Сбер 31, Т-Банк 29, Точка 26) — заголовок требует пересмотра</a:t>
            </a:r>
          </a:p>
        </p:txBody>
      </p:sp>
      <p:cxnSp>
        <p:nvCxnSpPr>
          <p:cNvPr id="213" name="Google Shape;335;p41">
            <a:extLst>
              <a:ext uri="{FF2B5EF4-FFF2-40B4-BE49-F238E27FC236}">
                <a16:creationId xmlns:a16="http://schemas.microsoft.com/office/drawing/2014/main" id="{4E8D1C92-7007-47EF-A80F-9560EFFBB979}"/>
              </a:ext>
            </a:extLst>
          </p:cNvPr>
          <p:cNvCxnSpPr>
            <a:cxnSpLocks/>
          </p:cNvCxnSpPr>
          <p:nvPr/>
        </p:nvCxnSpPr>
        <p:spPr>
          <a:xfrm>
            <a:off x="9506284" y="1741570"/>
            <a:ext cx="2050791" cy="0"/>
          </a:xfrm>
          <a:prstGeom prst="straightConnector1">
            <a:avLst/>
          </a:prstGeom>
          <a:noFill/>
          <a:ln w="12700" cap="sq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9CF803BD-7BA9-46BE-ADC4-98F24B1545F2}"/>
              </a:ext>
            </a:extLst>
          </p:cNvPr>
          <p:cNvSpPr txBox="1"/>
          <p:nvPr/>
        </p:nvSpPr>
        <p:spPr>
          <a:xfrm>
            <a:off x="9506284" y="1424332"/>
            <a:ext cx="2050791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ru-RU" b="1" dirty="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Segoe UI" panose="020B0502040204020203" pitchFamily="34" charset="0"/>
              </a:rPr>
              <a:t>Комментарии</a:t>
            </a:r>
          </a:p>
        </p:txBody>
      </p:sp>
      <p:cxnSp>
        <p:nvCxnSpPr>
          <p:cNvPr id="215" name="Google Shape;356;p41">
            <a:extLst>
              <a:ext uri="{FF2B5EF4-FFF2-40B4-BE49-F238E27FC236}">
                <a16:creationId xmlns:a16="http://schemas.microsoft.com/office/drawing/2014/main" id="{E629EF20-8277-4EBE-8934-D4846458EF2D}"/>
              </a:ext>
            </a:extLst>
          </p:cNvPr>
          <p:cNvCxnSpPr>
            <a:cxnSpLocks/>
          </p:cNvCxnSpPr>
          <p:nvPr/>
        </p:nvCxnSpPr>
        <p:spPr>
          <a:xfrm>
            <a:off x="657761" y="1716170"/>
            <a:ext cx="8541963" cy="0"/>
          </a:xfrm>
          <a:prstGeom prst="straightConnector1">
            <a:avLst/>
          </a:prstGeom>
          <a:noFill/>
          <a:ln w="12700" cap="sq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6" name="Google Shape;346;p41">
            <a:extLst>
              <a:ext uri="{FF2B5EF4-FFF2-40B4-BE49-F238E27FC236}">
                <a16:creationId xmlns:a16="http://schemas.microsoft.com/office/drawing/2014/main" id="{F4FD9A87-DB5C-474B-B2F6-54E16F66091E}"/>
              </a:ext>
            </a:extLst>
          </p:cNvPr>
          <p:cNvSpPr>
            <a:spLocks/>
          </p:cNvSpPr>
          <p:nvPr/>
        </p:nvSpPr>
        <p:spPr>
          <a:xfrm>
            <a:off x="652837" y="1750135"/>
            <a:ext cx="1296613" cy="2716803"/>
          </a:xfrm>
          <a:prstGeom prst="roundRect">
            <a:avLst>
              <a:gd name="adj" fmla="val 6856"/>
            </a:avLst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0800000" scaled="1"/>
            <a:tileRect/>
          </a:gradFill>
          <a:ln w="6350" cap="sq">
            <a:solidFill>
              <a:schemeClr val="accent3">
                <a:lumMod val="40000"/>
                <a:lumOff val="6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r>
              <a:rPr lang="ru-RU" sz="105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ОБЯЗАТЕЛЬНЫЙ МИНИМУМ</a:t>
            </a:r>
          </a:p>
        </p:txBody>
      </p:sp>
      <p:sp>
        <p:nvSpPr>
          <p:cNvPr id="217" name="Google Shape;348;p41">
            <a:extLst>
              <a:ext uri="{FF2B5EF4-FFF2-40B4-BE49-F238E27FC236}">
                <a16:creationId xmlns:a16="http://schemas.microsoft.com/office/drawing/2014/main" id="{59920957-4943-48B2-BB9B-65883B26BB2E}"/>
              </a:ext>
            </a:extLst>
          </p:cNvPr>
          <p:cNvSpPr>
            <a:spLocks/>
          </p:cNvSpPr>
          <p:nvPr/>
        </p:nvSpPr>
        <p:spPr>
          <a:xfrm>
            <a:off x="652837" y="4534865"/>
            <a:ext cx="1296613" cy="1645741"/>
          </a:xfrm>
          <a:prstGeom prst="roundRect">
            <a:avLst>
              <a:gd name="adj" fmla="val 6856"/>
            </a:avLst>
          </a:prstGeom>
          <a:solidFill>
            <a:schemeClr val="accent1">
              <a:lumMod val="40000"/>
              <a:lumOff val="60000"/>
            </a:schemeClr>
          </a:solidFill>
          <a:ln w="6350" cap="sq">
            <a:solidFill>
              <a:schemeClr val="accent1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r>
              <a:rPr lang="ru-RU" sz="105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ФОРМИРУЮ-ЩАЯСЯ ГИГИЕНА</a:t>
            </a:r>
          </a:p>
        </p:txBody>
      </p:sp>
      <p:cxnSp>
        <p:nvCxnSpPr>
          <p:cNvPr id="218" name="Google Shape;356;p41">
            <a:extLst>
              <a:ext uri="{FF2B5EF4-FFF2-40B4-BE49-F238E27FC236}">
                <a16:creationId xmlns:a16="http://schemas.microsoft.com/office/drawing/2014/main" id="{BCA9284E-383A-4C54-A75B-025BECD7B3E6}"/>
              </a:ext>
            </a:extLst>
          </p:cNvPr>
          <p:cNvCxnSpPr>
            <a:cxnSpLocks/>
          </p:cNvCxnSpPr>
          <p:nvPr/>
        </p:nvCxnSpPr>
        <p:spPr>
          <a:xfrm>
            <a:off x="657761" y="4500901"/>
            <a:ext cx="8541963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9" name="Прямоугольник: скругленные углы 218">
            <a:extLst>
              <a:ext uri="{FF2B5EF4-FFF2-40B4-BE49-F238E27FC236}">
                <a16:creationId xmlns:a16="http://schemas.microsoft.com/office/drawing/2014/main" id="{DE47CDB1-AD67-43DD-BBD6-025CCBC88F87}"/>
              </a:ext>
            </a:extLst>
          </p:cNvPr>
          <p:cNvSpPr>
            <a:spLocks/>
          </p:cNvSpPr>
          <p:nvPr/>
        </p:nvSpPr>
        <p:spPr>
          <a:xfrm>
            <a:off x="7233399" y="1404461"/>
            <a:ext cx="631328" cy="25161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39000"/>
            </a:schemeClr>
          </a:solidFill>
          <a:ln w="6350" cap="sq">
            <a:gradFill flip="none" rotWithShape="1">
              <a:gsLst>
                <a:gs pos="0">
                  <a:schemeClr val="accent3">
                    <a:lumMod val="60000"/>
                    <a:lumOff val="40000"/>
                    <a:alpha val="12000"/>
                  </a:schemeClr>
                </a:gs>
                <a:gs pos="100000">
                  <a:schemeClr val="accent3">
                    <a:lumMod val="60000"/>
                    <a:lumOff val="40000"/>
                    <a:alpha val="5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20" name="Прямоугольник: скругленные углы 219">
            <a:extLst>
              <a:ext uri="{FF2B5EF4-FFF2-40B4-BE49-F238E27FC236}">
                <a16:creationId xmlns:a16="http://schemas.microsoft.com/office/drawing/2014/main" id="{1196C672-AAAF-464A-ADC0-866F3A4CA9CA}"/>
              </a:ext>
            </a:extLst>
          </p:cNvPr>
          <p:cNvSpPr>
            <a:spLocks/>
          </p:cNvSpPr>
          <p:nvPr/>
        </p:nvSpPr>
        <p:spPr>
          <a:xfrm>
            <a:off x="8568396" y="1404461"/>
            <a:ext cx="631328" cy="25161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39000"/>
            </a:schemeClr>
          </a:solidFill>
          <a:ln w="6350" cap="sq">
            <a:gradFill flip="none" rotWithShape="1">
              <a:gsLst>
                <a:gs pos="0">
                  <a:schemeClr val="accent3">
                    <a:lumMod val="60000"/>
                    <a:lumOff val="40000"/>
                    <a:alpha val="12000"/>
                  </a:schemeClr>
                </a:gs>
                <a:gs pos="100000">
                  <a:schemeClr val="accent3">
                    <a:lumMod val="60000"/>
                    <a:lumOff val="40000"/>
                    <a:alpha val="5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21" name="Прямоугольник: скругленные углы 220">
            <a:extLst>
              <a:ext uri="{FF2B5EF4-FFF2-40B4-BE49-F238E27FC236}">
                <a16:creationId xmlns:a16="http://schemas.microsoft.com/office/drawing/2014/main" id="{FDE3D539-358B-4A72-8865-BFE9B2A60994}"/>
              </a:ext>
            </a:extLst>
          </p:cNvPr>
          <p:cNvSpPr>
            <a:spLocks/>
          </p:cNvSpPr>
          <p:nvPr/>
        </p:nvSpPr>
        <p:spPr>
          <a:xfrm>
            <a:off x="7900897" y="1404461"/>
            <a:ext cx="631328" cy="25161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39000"/>
            </a:schemeClr>
          </a:solidFill>
          <a:ln w="6350" cap="sq">
            <a:gradFill flip="none" rotWithShape="1">
              <a:gsLst>
                <a:gs pos="0">
                  <a:schemeClr val="accent3">
                    <a:lumMod val="60000"/>
                    <a:lumOff val="40000"/>
                    <a:alpha val="12000"/>
                  </a:schemeClr>
                </a:gs>
                <a:gs pos="100000">
                  <a:schemeClr val="accent3">
                    <a:lumMod val="60000"/>
                    <a:lumOff val="40000"/>
                    <a:alpha val="5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22" name="Прямоугольник: скругленные углы 221">
            <a:extLst>
              <a:ext uri="{FF2B5EF4-FFF2-40B4-BE49-F238E27FC236}">
                <a16:creationId xmlns:a16="http://schemas.microsoft.com/office/drawing/2014/main" id="{7437AEB5-5CC1-4ACA-9AD0-1C873C44B73D}"/>
              </a:ext>
            </a:extLst>
          </p:cNvPr>
          <p:cNvSpPr>
            <a:spLocks/>
          </p:cNvSpPr>
          <p:nvPr/>
        </p:nvSpPr>
        <p:spPr>
          <a:xfrm>
            <a:off x="6565900" y="1404461"/>
            <a:ext cx="631328" cy="25161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"/>
            </a:schemeClr>
          </a:solidFill>
          <a:ln w="6350" cap="sq">
            <a:gradFill flip="none" rotWithShape="1">
              <a:gsLst>
                <a:gs pos="0">
                  <a:schemeClr val="accent1">
                    <a:lumMod val="60000"/>
                    <a:lumOff val="40000"/>
                    <a:alpha val="24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223" name="Рисунок 271">
            <a:extLst>
              <a:ext uri="{FF2B5EF4-FFF2-40B4-BE49-F238E27FC236}">
                <a16:creationId xmlns:a16="http://schemas.microsoft.com/office/drawing/2014/main" id="{A6611E0B-96B1-4E95-BF6D-9A4BA27CB12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065" y="1474379"/>
            <a:ext cx="542999" cy="111782"/>
          </a:xfrm>
          <a:prstGeom prst="rect">
            <a:avLst/>
          </a:prstGeom>
        </p:spPr>
      </p:pic>
      <p:pic>
        <p:nvPicPr>
          <p:cNvPr id="224" name="Рисунок 270">
            <a:extLst>
              <a:ext uri="{FF2B5EF4-FFF2-40B4-BE49-F238E27FC236}">
                <a16:creationId xmlns:a16="http://schemas.microsoft.com/office/drawing/2014/main" id="{336B8D59-F8E2-4C5D-821D-061E3D74B37D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" t="5830" r="2079" b="5830"/>
          <a:stretch/>
        </p:blipFill>
        <p:spPr>
          <a:xfrm>
            <a:off x="7288570" y="1457113"/>
            <a:ext cx="520987" cy="146314"/>
          </a:xfrm>
          <a:prstGeom prst="rect">
            <a:avLst/>
          </a:prstGeom>
        </p:spPr>
      </p:pic>
      <p:pic>
        <p:nvPicPr>
          <p:cNvPr id="225" name="Рисунок 273">
            <a:extLst>
              <a:ext uri="{FF2B5EF4-FFF2-40B4-BE49-F238E27FC236}">
                <a16:creationId xmlns:a16="http://schemas.microsoft.com/office/drawing/2014/main" id="{3F3A541A-6E72-4031-A1EB-3DCEBFC75932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49" b="52953"/>
          <a:stretch/>
        </p:blipFill>
        <p:spPr>
          <a:xfrm>
            <a:off x="8668149" y="1487766"/>
            <a:ext cx="431822" cy="85008"/>
          </a:xfrm>
          <a:prstGeom prst="rect">
            <a:avLst/>
          </a:prstGeom>
        </p:spPr>
      </p:pic>
      <p:pic>
        <p:nvPicPr>
          <p:cNvPr id="226" name="Рисунок 272">
            <a:extLst>
              <a:ext uri="{FF2B5EF4-FFF2-40B4-BE49-F238E27FC236}">
                <a16:creationId xmlns:a16="http://schemas.microsoft.com/office/drawing/2014/main" id="{46A9D588-DCE9-4567-AB0B-73211A9872EE}"/>
              </a:ext>
            </a:extLst>
          </p:cNvPr>
          <p:cNvPicPr>
            <a:picLocks/>
          </p:cNvPicPr>
          <p:nvPr/>
        </p:nvPicPr>
        <p:blipFill rotWithShape="1">
          <a:blip r:embed="rId1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8" b="5458"/>
          <a:stretch/>
        </p:blipFill>
        <p:spPr>
          <a:xfrm>
            <a:off x="7956484" y="1447279"/>
            <a:ext cx="520154" cy="165982"/>
          </a:xfrm>
          <a:prstGeom prst="rect">
            <a:avLst/>
          </a:prstGeom>
        </p:spPr>
      </p:pic>
      <p:cxnSp>
        <p:nvCxnSpPr>
          <p:cNvPr id="227" name="Google Shape;495;p42">
            <a:extLst>
              <a:ext uri="{FF2B5EF4-FFF2-40B4-BE49-F238E27FC236}">
                <a16:creationId xmlns:a16="http://schemas.microsoft.com/office/drawing/2014/main" id="{FD407A0F-A3B4-4096-A38E-382C6105714F}"/>
              </a:ext>
            </a:extLst>
          </p:cNvPr>
          <p:cNvCxnSpPr>
            <a:cxnSpLocks/>
          </p:cNvCxnSpPr>
          <p:nvPr/>
        </p:nvCxnSpPr>
        <p:spPr>
          <a:xfrm>
            <a:off x="2025650" y="2573010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4" name="Google Shape;516;p42">
            <a:extLst>
              <a:ext uri="{FF2B5EF4-FFF2-40B4-BE49-F238E27FC236}">
                <a16:creationId xmlns:a16="http://schemas.microsoft.com/office/drawing/2014/main" id="{20DEFF6E-C5C5-437D-9C8D-0F58295A7DDF}"/>
              </a:ext>
            </a:extLst>
          </p:cNvPr>
          <p:cNvCxnSpPr>
            <a:cxnSpLocks/>
          </p:cNvCxnSpPr>
          <p:nvPr/>
        </p:nvCxnSpPr>
        <p:spPr>
          <a:xfrm>
            <a:off x="3680460" y="193038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4" name="Google Shape;519;p42">
            <a:extLst>
              <a:ext uri="{FF2B5EF4-FFF2-40B4-BE49-F238E27FC236}">
                <a16:creationId xmlns:a16="http://schemas.microsoft.com/office/drawing/2014/main" id="{F8EAB76D-38A6-42C9-8E54-3194B698117F}"/>
              </a:ext>
            </a:extLst>
          </p:cNvPr>
          <p:cNvSpPr>
            <a:spLocks/>
          </p:cNvSpPr>
          <p:nvPr/>
        </p:nvSpPr>
        <p:spPr>
          <a:xfrm>
            <a:off x="7233399" y="196434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55" name="Google Shape;538;p42">
            <a:extLst>
              <a:ext uri="{FF2B5EF4-FFF2-40B4-BE49-F238E27FC236}">
                <a16:creationId xmlns:a16="http://schemas.microsoft.com/office/drawing/2014/main" id="{7258B425-CE93-47BA-AD34-B0189CC9885C}"/>
              </a:ext>
            </a:extLst>
          </p:cNvPr>
          <p:cNvSpPr>
            <a:spLocks/>
          </p:cNvSpPr>
          <p:nvPr/>
        </p:nvSpPr>
        <p:spPr>
          <a:xfrm>
            <a:off x="7894638" y="196434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56" name="Google Shape;523;p42">
            <a:extLst>
              <a:ext uri="{FF2B5EF4-FFF2-40B4-BE49-F238E27FC236}">
                <a16:creationId xmlns:a16="http://schemas.microsoft.com/office/drawing/2014/main" id="{7CDBB067-8D1F-4BA7-8BDC-4D561C8E1683}"/>
              </a:ext>
            </a:extLst>
          </p:cNvPr>
          <p:cNvSpPr>
            <a:spLocks/>
          </p:cNvSpPr>
          <p:nvPr/>
        </p:nvSpPr>
        <p:spPr>
          <a:xfrm>
            <a:off x="8568396" y="196434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C6FCA892-52A3-44CD-AB96-11ABB4387EF0}"/>
              </a:ext>
            </a:extLst>
          </p:cNvPr>
          <p:cNvSpPr txBox="1"/>
          <p:nvPr/>
        </p:nvSpPr>
        <p:spPr>
          <a:xfrm>
            <a:off x="3673017" y="196438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Полная бухгалтерия и сопровождение</a:t>
            </a:r>
          </a:p>
        </p:txBody>
      </p:sp>
      <p:sp>
        <p:nvSpPr>
          <p:cNvPr id="494" name="Google Shape;523;p42">
            <a:extLst>
              <a:ext uri="{FF2B5EF4-FFF2-40B4-BE49-F238E27FC236}">
                <a16:creationId xmlns:a16="http://schemas.microsoft.com/office/drawing/2014/main" id="{A98A0519-44E9-437B-9B59-D7B57A9AC6C4}"/>
              </a:ext>
            </a:extLst>
          </p:cNvPr>
          <p:cNvSpPr>
            <a:spLocks/>
          </p:cNvSpPr>
          <p:nvPr/>
        </p:nvSpPr>
        <p:spPr>
          <a:xfrm>
            <a:off x="6565900" y="196434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05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46" name="Google Shape;513;p42">
            <a:extLst>
              <a:ext uri="{FF2B5EF4-FFF2-40B4-BE49-F238E27FC236}">
                <a16:creationId xmlns:a16="http://schemas.microsoft.com/office/drawing/2014/main" id="{8F89DB37-6DCD-4C9C-A366-2B12AA62389E}"/>
              </a:ext>
            </a:extLst>
          </p:cNvPr>
          <p:cNvSpPr>
            <a:spLocks/>
          </p:cNvSpPr>
          <p:nvPr/>
        </p:nvSpPr>
        <p:spPr>
          <a:xfrm>
            <a:off x="7233399" y="17501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47" name="Google Shape;532;p42">
            <a:extLst>
              <a:ext uri="{FF2B5EF4-FFF2-40B4-BE49-F238E27FC236}">
                <a16:creationId xmlns:a16="http://schemas.microsoft.com/office/drawing/2014/main" id="{E8167F13-BB8B-4933-ACF0-1D967431C691}"/>
              </a:ext>
            </a:extLst>
          </p:cNvPr>
          <p:cNvSpPr>
            <a:spLocks/>
          </p:cNvSpPr>
          <p:nvPr/>
        </p:nvSpPr>
        <p:spPr>
          <a:xfrm>
            <a:off x="7894638" y="17501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48" name="Google Shape;523;p42">
            <a:extLst>
              <a:ext uri="{FF2B5EF4-FFF2-40B4-BE49-F238E27FC236}">
                <a16:creationId xmlns:a16="http://schemas.microsoft.com/office/drawing/2014/main" id="{E7163A77-7EDA-403F-B9A7-E6F9EF4B7394}"/>
              </a:ext>
            </a:extLst>
          </p:cNvPr>
          <p:cNvSpPr>
            <a:spLocks/>
          </p:cNvSpPr>
          <p:nvPr/>
        </p:nvSpPr>
        <p:spPr>
          <a:xfrm>
            <a:off x="8568396" y="17501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7BFE8923-2D41-4249-8F78-36193F60ABD2}"/>
              </a:ext>
            </a:extLst>
          </p:cNvPr>
          <p:cNvSpPr txBox="1"/>
          <p:nvPr/>
        </p:nvSpPr>
        <p:spPr>
          <a:xfrm>
            <a:off x="3673017" y="175017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Онлайн-бухгалтерия и отчётность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D6974640-8DC4-493C-9A5D-91DE6C6AEE43}"/>
              </a:ext>
            </a:extLst>
          </p:cNvPr>
          <p:cNvSpPr txBox="1"/>
          <p:nvPr/>
        </p:nvSpPr>
        <p:spPr>
          <a:xfrm>
            <a:off x="2025650" y="2071493"/>
            <a:ext cx="1594003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Финансы и учёт</a:t>
            </a:r>
          </a:p>
        </p:txBody>
      </p:sp>
      <p:sp>
        <p:nvSpPr>
          <p:cNvPr id="526" name="Прямоугольник: скругленные углы 525">
            <a:extLst>
              <a:ext uri="{FF2B5EF4-FFF2-40B4-BE49-F238E27FC236}">
                <a16:creationId xmlns:a16="http://schemas.microsoft.com/office/drawing/2014/main" id="{94491366-C561-4D0C-BC55-E5BC0B26311E}"/>
              </a:ext>
            </a:extLst>
          </p:cNvPr>
          <p:cNvSpPr>
            <a:spLocks/>
          </p:cNvSpPr>
          <p:nvPr/>
        </p:nvSpPr>
        <p:spPr>
          <a:xfrm>
            <a:off x="3591560" y="1750134"/>
            <a:ext cx="25200" cy="788912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493" name="Рисунок 492">
            <a:extLst>
              <a:ext uri="{FF2B5EF4-FFF2-40B4-BE49-F238E27FC236}">
                <a16:creationId xmlns:a16="http://schemas.microsoft.com/office/drawing/2014/main" id="{A953EA66-081C-40B2-B1A2-EAB6277B4DF3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22642" t="-2223" r="27479" b="16574"/>
          <a:stretch/>
        </p:blipFill>
        <p:spPr>
          <a:xfrm>
            <a:off x="657225" y="2239872"/>
            <a:ext cx="1292225" cy="2227066"/>
          </a:xfrm>
          <a:custGeom>
            <a:avLst/>
            <a:gdLst>
              <a:gd name="connsiteX0" fmla="*/ 0 w 1196827"/>
              <a:gd name="connsiteY0" fmla="*/ 0 h 2055091"/>
              <a:gd name="connsiteX1" fmla="*/ 1196827 w 1196827"/>
              <a:gd name="connsiteY1" fmla="*/ 0 h 2055091"/>
              <a:gd name="connsiteX2" fmla="*/ 1196827 w 1196827"/>
              <a:gd name="connsiteY2" fmla="*/ 1966191 h 2055091"/>
              <a:gd name="connsiteX3" fmla="*/ 1107927 w 1196827"/>
              <a:gd name="connsiteY3" fmla="*/ 2055091 h 2055091"/>
              <a:gd name="connsiteX4" fmla="*/ 88900 w 1196827"/>
              <a:gd name="connsiteY4" fmla="*/ 2055091 h 2055091"/>
              <a:gd name="connsiteX5" fmla="*/ 0 w 1196827"/>
              <a:gd name="connsiteY5" fmla="*/ 1966191 h 2055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6827" h="2055091">
                <a:moveTo>
                  <a:pt x="0" y="0"/>
                </a:moveTo>
                <a:lnTo>
                  <a:pt x="1196827" y="0"/>
                </a:lnTo>
                <a:lnTo>
                  <a:pt x="1196827" y="1966191"/>
                </a:lnTo>
                <a:cubicBezTo>
                  <a:pt x="1196827" y="2015289"/>
                  <a:pt x="1157025" y="2055091"/>
                  <a:pt x="1107927" y="2055091"/>
                </a:cubicBezTo>
                <a:lnTo>
                  <a:pt x="88900" y="2055091"/>
                </a:lnTo>
                <a:cubicBezTo>
                  <a:pt x="39802" y="2055091"/>
                  <a:pt x="0" y="2015289"/>
                  <a:pt x="0" y="1966191"/>
                </a:cubicBezTo>
                <a:close/>
              </a:path>
            </a:pathLst>
          </a:custGeom>
        </p:spPr>
      </p:pic>
      <p:pic>
        <p:nvPicPr>
          <p:cNvPr id="496" name="Рисунок 495">
            <a:extLst>
              <a:ext uri="{FF2B5EF4-FFF2-40B4-BE49-F238E27FC236}">
                <a16:creationId xmlns:a16="http://schemas.microsoft.com/office/drawing/2014/main" id="{DD2BBC6B-FAFC-4413-92C7-3060CE276CF9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1023" r="20985" b="30914"/>
          <a:stretch/>
        </p:blipFill>
        <p:spPr>
          <a:xfrm>
            <a:off x="865635" y="5238791"/>
            <a:ext cx="1083815" cy="941815"/>
          </a:xfrm>
          <a:custGeom>
            <a:avLst/>
            <a:gdLst>
              <a:gd name="connsiteX0" fmla="*/ 0 w 1196827"/>
              <a:gd name="connsiteY0" fmla="*/ 0 h 1040020"/>
              <a:gd name="connsiteX1" fmla="*/ 1196827 w 1196827"/>
              <a:gd name="connsiteY1" fmla="*/ 0 h 1040020"/>
              <a:gd name="connsiteX2" fmla="*/ 1196827 w 1196827"/>
              <a:gd name="connsiteY2" fmla="*/ 951120 h 1040020"/>
              <a:gd name="connsiteX3" fmla="*/ 1107927 w 1196827"/>
              <a:gd name="connsiteY3" fmla="*/ 1040020 h 1040020"/>
              <a:gd name="connsiteX4" fmla="*/ 88900 w 1196827"/>
              <a:gd name="connsiteY4" fmla="*/ 1040020 h 1040020"/>
              <a:gd name="connsiteX5" fmla="*/ 0 w 1196827"/>
              <a:gd name="connsiteY5" fmla="*/ 951120 h 1040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6827" h="1040020">
                <a:moveTo>
                  <a:pt x="0" y="0"/>
                </a:moveTo>
                <a:lnTo>
                  <a:pt x="1196827" y="0"/>
                </a:lnTo>
                <a:lnTo>
                  <a:pt x="1196827" y="951120"/>
                </a:lnTo>
                <a:cubicBezTo>
                  <a:pt x="1196827" y="1000218"/>
                  <a:pt x="1157025" y="1040020"/>
                  <a:pt x="1107927" y="1040020"/>
                </a:cubicBezTo>
                <a:lnTo>
                  <a:pt x="88900" y="1040020"/>
                </a:lnTo>
                <a:cubicBezTo>
                  <a:pt x="39802" y="1040020"/>
                  <a:pt x="0" y="1000218"/>
                  <a:pt x="0" y="951120"/>
                </a:cubicBezTo>
                <a:close/>
              </a:path>
            </a:pathLst>
          </a:custGeom>
        </p:spPr>
      </p:pic>
      <p:cxnSp>
        <p:nvCxnSpPr>
          <p:cNvPr id="531" name="Google Shape;516;p42">
            <a:extLst>
              <a:ext uri="{FF2B5EF4-FFF2-40B4-BE49-F238E27FC236}">
                <a16:creationId xmlns:a16="http://schemas.microsoft.com/office/drawing/2014/main" id="{FF1A1C69-F381-41F3-A6F1-AB0E0680F663}"/>
              </a:ext>
            </a:extLst>
          </p:cNvPr>
          <p:cNvCxnSpPr>
            <a:cxnSpLocks/>
          </p:cNvCxnSpPr>
          <p:nvPr/>
        </p:nvCxnSpPr>
        <p:spPr>
          <a:xfrm>
            <a:off x="3680460" y="214459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5" name="Google Shape;523;p42">
            <a:extLst>
              <a:ext uri="{FF2B5EF4-FFF2-40B4-BE49-F238E27FC236}">
                <a16:creationId xmlns:a16="http://schemas.microsoft.com/office/drawing/2014/main" id="{5909B108-8EE1-4341-829B-1B2DB2110614}"/>
              </a:ext>
            </a:extLst>
          </p:cNvPr>
          <p:cNvSpPr>
            <a:spLocks/>
          </p:cNvSpPr>
          <p:nvPr/>
        </p:nvSpPr>
        <p:spPr>
          <a:xfrm>
            <a:off x="8568396" y="217855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35E0BB1D-248C-43AC-B27E-7DE74D57C1BA}"/>
              </a:ext>
            </a:extLst>
          </p:cNvPr>
          <p:cNvSpPr txBox="1"/>
          <p:nvPr/>
        </p:nvSpPr>
        <p:spPr>
          <a:xfrm>
            <a:off x="3673017" y="217859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Мультибанк (счета в других банках)</a:t>
            </a:r>
          </a:p>
        </p:txBody>
      </p:sp>
      <p:sp>
        <p:nvSpPr>
          <p:cNvPr id="537" name="Google Shape;523;p42">
            <a:extLst>
              <a:ext uri="{FF2B5EF4-FFF2-40B4-BE49-F238E27FC236}">
                <a16:creationId xmlns:a16="http://schemas.microsoft.com/office/drawing/2014/main" id="{F5E79258-F1D5-4BD4-A5FC-3BF51D8F5B30}"/>
              </a:ext>
            </a:extLst>
          </p:cNvPr>
          <p:cNvSpPr>
            <a:spLocks/>
          </p:cNvSpPr>
          <p:nvPr/>
        </p:nvSpPr>
        <p:spPr>
          <a:xfrm>
            <a:off x="6565900" y="217855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cxnSp>
        <p:nvCxnSpPr>
          <p:cNvPr id="538" name="Google Shape;516;p42">
            <a:extLst>
              <a:ext uri="{FF2B5EF4-FFF2-40B4-BE49-F238E27FC236}">
                <a16:creationId xmlns:a16="http://schemas.microsoft.com/office/drawing/2014/main" id="{6D6794AC-8017-4CAC-9F92-03F7D30138B1}"/>
              </a:ext>
            </a:extLst>
          </p:cNvPr>
          <p:cNvCxnSpPr>
            <a:cxnSpLocks/>
          </p:cNvCxnSpPr>
          <p:nvPr/>
        </p:nvCxnSpPr>
        <p:spPr>
          <a:xfrm>
            <a:off x="3680460" y="235880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0" name="Google Shape;519;p42">
            <a:extLst>
              <a:ext uri="{FF2B5EF4-FFF2-40B4-BE49-F238E27FC236}">
                <a16:creationId xmlns:a16="http://schemas.microsoft.com/office/drawing/2014/main" id="{CCF8BA2C-9362-4D79-B1CE-EC2E268C6339}"/>
              </a:ext>
            </a:extLst>
          </p:cNvPr>
          <p:cNvSpPr>
            <a:spLocks/>
          </p:cNvSpPr>
          <p:nvPr/>
        </p:nvSpPr>
        <p:spPr>
          <a:xfrm>
            <a:off x="7233399" y="239276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41" name="Google Shape;538;p42">
            <a:extLst>
              <a:ext uri="{FF2B5EF4-FFF2-40B4-BE49-F238E27FC236}">
                <a16:creationId xmlns:a16="http://schemas.microsoft.com/office/drawing/2014/main" id="{82D8F1D8-C9B3-49C2-964C-B0ECA6C82FA2}"/>
              </a:ext>
            </a:extLst>
          </p:cNvPr>
          <p:cNvSpPr>
            <a:spLocks/>
          </p:cNvSpPr>
          <p:nvPr/>
        </p:nvSpPr>
        <p:spPr>
          <a:xfrm>
            <a:off x="7894638" y="239276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42" name="Google Shape;523;p42">
            <a:extLst>
              <a:ext uri="{FF2B5EF4-FFF2-40B4-BE49-F238E27FC236}">
                <a16:creationId xmlns:a16="http://schemas.microsoft.com/office/drawing/2014/main" id="{FB82D0B3-41B8-49E3-BDFA-1EEB8319D273}"/>
              </a:ext>
            </a:extLst>
          </p:cNvPr>
          <p:cNvSpPr>
            <a:spLocks/>
          </p:cNvSpPr>
          <p:nvPr/>
        </p:nvSpPr>
        <p:spPr>
          <a:xfrm>
            <a:off x="8568396" y="239276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38342111-06ED-45B9-80A9-704BDEA6615D}"/>
              </a:ext>
            </a:extLst>
          </p:cNvPr>
          <p:cNvSpPr txBox="1"/>
          <p:nvPr/>
        </p:nvSpPr>
        <p:spPr>
          <a:xfrm>
            <a:off x="3673017" y="239280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Финансовая аналитика по счетам</a:t>
            </a:r>
          </a:p>
        </p:txBody>
      </p:sp>
      <p:cxnSp>
        <p:nvCxnSpPr>
          <p:cNvPr id="545" name="Google Shape;516;p42">
            <a:extLst>
              <a:ext uri="{FF2B5EF4-FFF2-40B4-BE49-F238E27FC236}">
                <a16:creationId xmlns:a16="http://schemas.microsoft.com/office/drawing/2014/main" id="{82AD21CF-37AD-4F78-9DDC-A555F59A7B39}"/>
              </a:ext>
            </a:extLst>
          </p:cNvPr>
          <p:cNvCxnSpPr>
            <a:cxnSpLocks/>
          </p:cNvCxnSpPr>
          <p:nvPr/>
        </p:nvCxnSpPr>
        <p:spPr>
          <a:xfrm>
            <a:off x="3680460" y="278722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7" name="Google Shape;519;p42">
            <a:extLst>
              <a:ext uri="{FF2B5EF4-FFF2-40B4-BE49-F238E27FC236}">
                <a16:creationId xmlns:a16="http://schemas.microsoft.com/office/drawing/2014/main" id="{5214EE3B-EAD0-4F0E-8485-E4D4A6E4DCCB}"/>
              </a:ext>
            </a:extLst>
          </p:cNvPr>
          <p:cNvSpPr>
            <a:spLocks/>
          </p:cNvSpPr>
          <p:nvPr/>
        </p:nvSpPr>
        <p:spPr>
          <a:xfrm>
            <a:off x="7233399" y="282118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48" name="Google Shape;538;p42">
            <a:extLst>
              <a:ext uri="{FF2B5EF4-FFF2-40B4-BE49-F238E27FC236}">
                <a16:creationId xmlns:a16="http://schemas.microsoft.com/office/drawing/2014/main" id="{66EFD89F-5BA9-4354-BEDB-45EBD25E3416}"/>
              </a:ext>
            </a:extLst>
          </p:cNvPr>
          <p:cNvSpPr>
            <a:spLocks/>
          </p:cNvSpPr>
          <p:nvPr/>
        </p:nvSpPr>
        <p:spPr>
          <a:xfrm>
            <a:off x="7894638" y="282118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139A3970-8278-4AEE-A1F1-108A369C4F2F}"/>
              </a:ext>
            </a:extLst>
          </p:cNvPr>
          <p:cNvSpPr txBox="1"/>
          <p:nvPr/>
        </p:nvSpPr>
        <p:spPr>
          <a:xfrm>
            <a:off x="3673017" y="282122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u="none" strike="noStrike" cap="none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Электронная подпись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1" name="Google Shape;523;p42">
            <a:extLst>
              <a:ext uri="{FF2B5EF4-FFF2-40B4-BE49-F238E27FC236}">
                <a16:creationId xmlns:a16="http://schemas.microsoft.com/office/drawing/2014/main" id="{563C7417-8FC7-4696-B336-BD2C7CBEDC90}"/>
              </a:ext>
            </a:extLst>
          </p:cNvPr>
          <p:cNvSpPr>
            <a:spLocks/>
          </p:cNvSpPr>
          <p:nvPr/>
        </p:nvSpPr>
        <p:spPr>
          <a:xfrm>
            <a:off x="6565900" y="282118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53" name="Google Shape;513;p42">
            <a:extLst>
              <a:ext uri="{FF2B5EF4-FFF2-40B4-BE49-F238E27FC236}">
                <a16:creationId xmlns:a16="http://schemas.microsoft.com/office/drawing/2014/main" id="{3BA8C2D9-DB79-4A43-947E-3F6846DAF4DD}"/>
              </a:ext>
            </a:extLst>
          </p:cNvPr>
          <p:cNvSpPr>
            <a:spLocks/>
          </p:cNvSpPr>
          <p:nvPr/>
        </p:nvSpPr>
        <p:spPr>
          <a:xfrm>
            <a:off x="7233399" y="260697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54" name="Google Shape;532;p42">
            <a:extLst>
              <a:ext uri="{FF2B5EF4-FFF2-40B4-BE49-F238E27FC236}">
                <a16:creationId xmlns:a16="http://schemas.microsoft.com/office/drawing/2014/main" id="{EFFC7CC1-1318-4EB6-B7F3-FE25322BE65B}"/>
              </a:ext>
            </a:extLst>
          </p:cNvPr>
          <p:cNvSpPr>
            <a:spLocks/>
          </p:cNvSpPr>
          <p:nvPr/>
        </p:nvSpPr>
        <p:spPr>
          <a:xfrm>
            <a:off x="7894638" y="260697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55" name="Google Shape;523;p42">
            <a:extLst>
              <a:ext uri="{FF2B5EF4-FFF2-40B4-BE49-F238E27FC236}">
                <a16:creationId xmlns:a16="http://schemas.microsoft.com/office/drawing/2014/main" id="{3553702A-F0E5-46E0-92E0-EBE3379EAB65}"/>
              </a:ext>
            </a:extLst>
          </p:cNvPr>
          <p:cNvSpPr>
            <a:spLocks/>
          </p:cNvSpPr>
          <p:nvPr/>
        </p:nvSpPr>
        <p:spPr>
          <a:xfrm>
            <a:off x="8568396" y="260697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9F4CAABB-DB2A-453A-BE52-BEE6B1DD6AF7}"/>
              </a:ext>
            </a:extLst>
          </p:cNvPr>
          <p:cNvSpPr txBox="1"/>
          <p:nvPr/>
        </p:nvSpPr>
        <p:spPr>
          <a:xfrm>
            <a:off x="3673017" y="260701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u="none" strike="noStrike" cap="none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Электронный документооборот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8" name="Google Shape;516;p42">
            <a:extLst>
              <a:ext uri="{FF2B5EF4-FFF2-40B4-BE49-F238E27FC236}">
                <a16:creationId xmlns:a16="http://schemas.microsoft.com/office/drawing/2014/main" id="{306B75EA-EDA1-4FEE-B3CF-B78C623090C6}"/>
              </a:ext>
            </a:extLst>
          </p:cNvPr>
          <p:cNvCxnSpPr>
            <a:cxnSpLocks/>
          </p:cNvCxnSpPr>
          <p:nvPr/>
        </p:nvCxnSpPr>
        <p:spPr>
          <a:xfrm>
            <a:off x="3680460" y="300143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0" name="Google Shape;519;p42">
            <a:extLst>
              <a:ext uri="{FF2B5EF4-FFF2-40B4-BE49-F238E27FC236}">
                <a16:creationId xmlns:a16="http://schemas.microsoft.com/office/drawing/2014/main" id="{40D181B4-6EBB-4AB4-8EC0-2129DE13D988}"/>
              </a:ext>
            </a:extLst>
          </p:cNvPr>
          <p:cNvSpPr>
            <a:spLocks/>
          </p:cNvSpPr>
          <p:nvPr/>
        </p:nvSpPr>
        <p:spPr>
          <a:xfrm>
            <a:off x="7233399" y="303539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61" name="Google Shape;538;p42">
            <a:extLst>
              <a:ext uri="{FF2B5EF4-FFF2-40B4-BE49-F238E27FC236}">
                <a16:creationId xmlns:a16="http://schemas.microsoft.com/office/drawing/2014/main" id="{347960AD-6A01-42EF-AD7C-BFBFDEB1500B}"/>
              </a:ext>
            </a:extLst>
          </p:cNvPr>
          <p:cNvSpPr>
            <a:spLocks/>
          </p:cNvSpPr>
          <p:nvPr/>
        </p:nvSpPr>
        <p:spPr>
          <a:xfrm>
            <a:off x="7894638" y="303539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62" name="Google Shape;523;p42">
            <a:extLst>
              <a:ext uri="{FF2B5EF4-FFF2-40B4-BE49-F238E27FC236}">
                <a16:creationId xmlns:a16="http://schemas.microsoft.com/office/drawing/2014/main" id="{44840B5B-1E6B-4FBF-8A3D-44E47B6A6957}"/>
              </a:ext>
            </a:extLst>
          </p:cNvPr>
          <p:cNvSpPr>
            <a:spLocks/>
          </p:cNvSpPr>
          <p:nvPr/>
        </p:nvSpPr>
        <p:spPr>
          <a:xfrm>
            <a:off x="8568396" y="303539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A7A43DCF-E494-4C0E-813D-035B7521FE91}"/>
              </a:ext>
            </a:extLst>
          </p:cNvPr>
          <p:cNvSpPr txBox="1"/>
          <p:nvPr/>
        </p:nvSpPr>
        <p:spPr>
          <a:xfrm>
            <a:off x="3673017" y="303543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Работа с документами и архив</a:t>
            </a:r>
          </a:p>
        </p:txBody>
      </p:sp>
      <p:sp>
        <p:nvSpPr>
          <p:cNvPr id="557" name="Google Shape;523;p42">
            <a:extLst>
              <a:ext uri="{FF2B5EF4-FFF2-40B4-BE49-F238E27FC236}">
                <a16:creationId xmlns:a16="http://schemas.microsoft.com/office/drawing/2014/main" id="{D90F5452-519D-41B5-98D5-82ED3557CB0E}"/>
              </a:ext>
            </a:extLst>
          </p:cNvPr>
          <p:cNvSpPr>
            <a:spLocks/>
          </p:cNvSpPr>
          <p:nvPr/>
        </p:nvSpPr>
        <p:spPr>
          <a:xfrm>
            <a:off x="6565900" y="260697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05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64" name="Google Shape;523;p42">
            <a:extLst>
              <a:ext uri="{FF2B5EF4-FFF2-40B4-BE49-F238E27FC236}">
                <a16:creationId xmlns:a16="http://schemas.microsoft.com/office/drawing/2014/main" id="{3AE3E94E-789E-40E0-AB10-0DA9E71B09BF}"/>
              </a:ext>
            </a:extLst>
          </p:cNvPr>
          <p:cNvSpPr>
            <a:spLocks/>
          </p:cNvSpPr>
          <p:nvPr/>
        </p:nvSpPr>
        <p:spPr>
          <a:xfrm>
            <a:off x="6565900" y="303539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05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cxnSp>
        <p:nvCxnSpPr>
          <p:cNvPr id="572" name="Google Shape;495;p42">
            <a:extLst>
              <a:ext uri="{FF2B5EF4-FFF2-40B4-BE49-F238E27FC236}">
                <a16:creationId xmlns:a16="http://schemas.microsoft.com/office/drawing/2014/main" id="{ABDF13FF-98B3-4183-910D-8C91A0B79903}"/>
              </a:ext>
            </a:extLst>
          </p:cNvPr>
          <p:cNvCxnSpPr>
            <a:cxnSpLocks/>
          </p:cNvCxnSpPr>
          <p:nvPr/>
        </p:nvCxnSpPr>
        <p:spPr>
          <a:xfrm>
            <a:off x="2025650" y="3215640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3" name="TextBox 572">
            <a:extLst>
              <a:ext uri="{FF2B5EF4-FFF2-40B4-BE49-F238E27FC236}">
                <a16:creationId xmlns:a16="http://schemas.microsoft.com/office/drawing/2014/main" id="{B9C27378-A13F-43F0-83B8-13CB075085CE}"/>
              </a:ext>
            </a:extLst>
          </p:cNvPr>
          <p:cNvSpPr txBox="1"/>
          <p:nvPr/>
        </p:nvSpPr>
        <p:spPr>
          <a:xfrm>
            <a:off x="2025650" y="2821228"/>
            <a:ext cx="1594003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Документооборот</a:t>
            </a:r>
          </a:p>
        </p:txBody>
      </p:sp>
      <p:sp>
        <p:nvSpPr>
          <p:cNvPr id="575" name="Google Shape;519;p42">
            <a:extLst>
              <a:ext uri="{FF2B5EF4-FFF2-40B4-BE49-F238E27FC236}">
                <a16:creationId xmlns:a16="http://schemas.microsoft.com/office/drawing/2014/main" id="{29D5A162-1E31-4021-887B-D773C2CBCF01}"/>
              </a:ext>
            </a:extLst>
          </p:cNvPr>
          <p:cNvSpPr>
            <a:spLocks/>
          </p:cNvSpPr>
          <p:nvPr/>
        </p:nvSpPr>
        <p:spPr>
          <a:xfrm>
            <a:off x="7233399" y="32496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76" name="Google Shape;538;p42">
            <a:extLst>
              <a:ext uri="{FF2B5EF4-FFF2-40B4-BE49-F238E27FC236}">
                <a16:creationId xmlns:a16="http://schemas.microsoft.com/office/drawing/2014/main" id="{D088DCE6-2465-46EF-A2F0-327D0444D00B}"/>
              </a:ext>
            </a:extLst>
          </p:cNvPr>
          <p:cNvSpPr>
            <a:spLocks/>
          </p:cNvSpPr>
          <p:nvPr/>
        </p:nvSpPr>
        <p:spPr>
          <a:xfrm>
            <a:off x="7894638" y="32496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77" name="Google Shape;523;p42">
            <a:extLst>
              <a:ext uri="{FF2B5EF4-FFF2-40B4-BE49-F238E27FC236}">
                <a16:creationId xmlns:a16="http://schemas.microsoft.com/office/drawing/2014/main" id="{7C2C0C7F-3EE3-496E-80A7-93F9C2BEF696}"/>
              </a:ext>
            </a:extLst>
          </p:cNvPr>
          <p:cNvSpPr>
            <a:spLocks/>
          </p:cNvSpPr>
          <p:nvPr/>
        </p:nvSpPr>
        <p:spPr>
          <a:xfrm>
            <a:off x="8568396" y="32496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2D95A5CC-389B-410D-9BCB-FB4E00B93B82}"/>
              </a:ext>
            </a:extLst>
          </p:cNvPr>
          <p:cNvSpPr txBox="1"/>
          <p:nvPr/>
        </p:nvSpPr>
        <p:spPr>
          <a:xfrm>
            <a:off x="3673017" y="324964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Регистрация бизнеса и изменения в ФНС</a:t>
            </a:r>
          </a:p>
        </p:txBody>
      </p:sp>
      <p:cxnSp>
        <p:nvCxnSpPr>
          <p:cNvPr id="580" name="Google Shape;516;p42">
            <a:extLst>
              <a:ext uri="{FF2B5EF4-FFF2-40B4-BE49-F238E27FC236}">
                <a16:creationId xmlns:a16="http://schemas.microsoft.com/office/drawing/2014/main" id="{720B56DF-5799-4CA7-A3C5-A3CEDF7FCF71}"/>
              </a:ext>
            </a:extLst>
          </p:cNvPr>
          <p:cNvCxnSpPr>
            <a:cxnSpLocks/>
          </p:cNvCxnSpPr>
          <p:nvPr/>
        </p:nvCxnSpPr>
        <p:spPr>
          <a:xfrm>
            <a:off x="3680460" y="342985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2" name="Google Shape;519;p42">
            <a:extLst>
              <a:ext uri="{FF2B5EF4-FFF2-40B4-BE49-F238E27FC236}">
                <a16:creationId xmlns:a16="http://schemas.microsoft.com/office/drawing/2014/main" id="{BBA9FF18-604E-4D8B-82B2-E8682863F0B6}"/>
              </a:ext>
            </a:extLst>
          </p:cNvPr>
          <p:cNvSpPr>
            <a:spLocks/>
          </p:cNvSpPr>
          <p:nvPr/>
        </p:nvSpPr>
        <p:spPr>
          <a:xfrm>
            <a:off x="7233399" y="3463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84" name="Google Shape;523;p42">
            <a:extLst>
              <a:ext uri="{FF2B5EF4-FFF2-40B4-BE49-F238E27FC236}">
                <a16:creationId xmlns:a16="http://schemas.microsoft.com/office/drawing/2014/main" id="{0270D18D-BAF5-4473-8FF2-98ED15A107EE}"/>
              </a:ext>
            </a:extLst>
          </p:cNvPr>
          <p:cNvSpPr>
            <a:spLocks/>
          </p:cNvSpPr>
          <p:nvPr/>
        </p:nvSpPr>
        <p:spPr>
          <a:xfrm>
            <a:off x="8568396" y="3463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05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18D078C1-EE94-40DE-8AFF-29625B309BA3}"/>
              </a:ext>
            </a:extLst>
          </p:cNvPr>
          <p:cNvSpPr txBox="1"/>
          <p:nvPr/>
        </p:nvSpPr>
        <p:spPr>
          <a:xfrm>
            <a:off x="3673017" y="346385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Юридические консультации</a:t>
            </a:r>
          </a:p>
        </p:txBody>
      </p:sp>
      <p:sp>
        <p:nvSpPr>
          <p:cNvPr id="579" name="Google Shape;523;p42">
            <a:extLst>
              <a:ext uri="{FF2B5EF4-FFF2-40B4-BE49-F238E27FC236}">
                <a16:creationId xmlns:a16="http://schemas.microsoft.com/office/drawing/2014/main" id="{F5FF38D8-1F18-44EE-BBE4-F990AC702F46}"/>
              </a:ext>
            </a:extLst>
          </p:cNvPr>
          <p:cNvSpPr>
            <a:spLocks/>
          </p:cNvSpPr>
          <p:nvPr/>
        </p:nvSpPr>
        <p:spPr>
          <a:xfrm>
            <a:off x="6565900" y="32496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86" name="Google Shape;523;p42">
            <a:extLst>
              <a:ext uri="{FF2B5EF4-FFF2-40B4-BE49-F238E27FC236}">
                <a16:creationId xmlns:a16="http://schemas.microsoft.com/office/drawing/2014/main" id="{4D90615B-31EB-436C-8C29-8C69E0A3A003}"/>
              </a:ext>
            </a:extLst>
          </p:cNvPr>
          <p:cNvSpPr>
            <a:spLocks/>
          </p:cNvSpPr>
          <p:nvPr/>
        </p:nvSpPr>
        <p:spPr>
          <a:xfrm>
            <a:off x="6565900" y="3463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01E038F2-1252-4D3F-AA50-B7F628F54A7F}"/>
              </a:ext>
            </a:extLst>
          </p:cNvPr>
          <p:cNvSpPr txBox="1"/>
          <p:nvPr/>
        </p:nvSpPr>
        <p:spPr>
          <a:xfrm>
            <a:off x="2025650" y="3283657"/>
            <a:ext cx="1594003" cy="2923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Регистрация </a:t>
            </a:r>
            <a:br>
              <a:rPr lang="ru-RU" sz="950" b="1" dirty="0">
                <a:cs typeface="Segoe UI" panose="020B0502040204020203" pitchFamily="34" charset="0"/>
              </a:rPr>
            </a:br>
            <a:r>
              <a:rPr lang="ru-RU" sz="950" b="1" dirty="0">
                <a:cs typeface="Segoe UI" panose="020B0502040204020203" pitchFamily="34" charset="0"/>
              </a:rPr>
              <a:t>и право</a:t>
            </a:r>
          </a:p>
        </p:txBody>
      </p:sp>
      <p:cxnSp>
        <p:nvCxnSpPr>
          <p:cNvPr id="591" name="Google Shape;495;p42">
            <a:extLst>
              <a:ext uri="{FF2B5EF4-FFF2-40B4-BE49-F238E27FC236}">
                <a16:creationId xmlns:a16="http://schemas.microsoft.com/office/drawing/2014/main" id="{B1659614-AD54-4437-8858-904FCF7BFAF4}"/>
              </a:ext>
            </a:extLst>
          </p:cNvPr>
          <p:cNvCxnSpPr>
            <a:cxnSpLocks/>
          </p:cNvCxnSpPr>
          <p:nvPr/>
        </p:nvCxnSpPr>
        <p:spPr>
          <a:xfrm>
            <a:off x="2025650" y="3644061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2" name="Google Shape;516;p42">
            <a:extLst>
              <a:ext uri="{FF2B5EF4-FFF2-40B4-BE49-F238E27FC236}">
                <a16:creationId xmlns:a16="http://schemas.microsoft.com/office/drawing/2014/main" id="{B5174474-6C5D-4D7B-80D9-0FAD831B178A}"/>
              </a:ext>
            </a:extLst>
          </p:cNvPr>
          <p:cNvCxnSpPr>
            <a:cxnSpLocks/>
          </p:cNvCxnSpPr>
          <p:nvPr/>
        </p:nvCxnSpPr>
        <p:spPr>
          <a:xfrm>
            <a:off x="3680460" y="3858271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4" name="Google Shape;519;p42">
            <a:extLst>
              <a:ext uri="{FF2B5EF4-FFF2-40B4-BE49-F238E27FC236}">
                <a16:creationId xmlns:a16="http://schemas.microsoft.com/office/drawing/2014/main" id="{654C2C62-1C37-46B0-BE75-E19A43BAF556}"/>
              </a:ext>
            </a:extLst>
          </p:cNvPr>
          <p:cNvSpPr>
            <a:spLocks/>
          </p:cNvSpPr>
          <p:nvPr/>
        </p:nvSpPr>
        <p:spPr>
          <a:xfrm>
            <a:off x="7233399" y="389223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0C39C05E-E843-4CEC-AFCA-B054B734DBD5}"/>
              </a:ext>
            </a:extLst>
          </p:cNvPr>
          <p:cNvSpPr txBox="1"/>
          <p:nvPr/>
        </p:nvSpPr>
        <p:spPr>
          <a:xfrm>
            <a:off x="3673017" y="3892279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u="none" strike="noStrike" cap="none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Проверка сотрудника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8" name="Google Shape;523;p42">
            <a:extLst>
              <a:ext uri="{FF2B5EF4-FFF2-40B4-BE49-F238E27FC236}">
                <a16:creationId xmlns:a16="http://schemas.microsoft.com/office/drawing/2014/main" id="{88CDB24C-8386-4DF8-B4C6-F03A46C8F1C9}"/>
              </a:ext>
            </a:extLst>
          </p:cNvPr>
          <p:cNvSpPr>
            <a:spLocks/>
          </p:cNvSpPr>
          <p:nvPr/>
        </p:nvSpPr>
        <p:spPr>
          <a:xfrm>
            <a:off x="6565900" y="389223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00" name="Google Shape;513;p42">
            <a:extLst>
              <a:ext uri="{FF2B5EF4-FFF2-40B4-BE49-F238E27FC236}">
                <a16:creationId xmlns:a16="http://schemas.microsoft.com/office/drawing/2014/main" id="{F0CD7D4D-9C7C-4FCC-B8F4-75189FB2FA5E}"/>
              </a:ext>
            </a:extLst>
          </p:cNvPr>
          <p:cNvSpPr>
            <a:spLocks/>
          </p:cNvSpPr>
          <p:nvPr/>
        </p:nvSpPr>
        <p:spPr>
          <a:xfrm>
            <a:off x="7233399" y="367802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01" name="Google Shape;532;p42">
            <a:extLst>
              <a:ext uri="{FF2B5EF4-FFF2-40B4-BE49-F238E27FC236}">
                <a16:creationId xmlns:a16="http://schemas.microsoft.com/office/drawing/2014/main" id="{9CC767CA-A72A-43AD-885F-F7CDB763CFCA}"/>
              </a:ext>
            </a:extLst>
          </p:cNvPr>
          <p:cNvSpPr>
            <a:spLocks/>
          </p:cNvSpPr>
          <p:nvPr/>
        </p:nvSpPr>
        <p:spPr>
          <a:xfrm>
            <a:off x="7894638" y="367802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02" name="Google Shape;523;p42">
            <a:extLst>
              <a:ext uri="{FF2B5EF4-FFF2-40B4-BE49-F238E27FC236}">
                <a16:creationId xmlns:a16="http://schemas.microsoft.com/office/drawing/2014/main" id="{00ED4EE9-6CCC-4034-8CAE-BC8068844DE9}"/>
              </a:ext>
            </a:extLst>
          </p:cNvPr>
          <p:cNvSpPr>
            <a:spLocks/>
          </p:cNvSpPr>
          <p:nvPr/>
        </p:nvSpPr>
        <p:spPr>
          <a:xfrm>
            <a:off x="8568396" y="367802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03" name="TextBox 602">
            <a:extLst>
              <a:ext uri="{FF2B5EF4-FFF2-40B4-BE49-F238E27FC236}">
                <a16:creationId xmlns:a16="http://schemas.microsoft.com/office/drawing/2014/main" id="{BA39B9A5-EA1C-45D6-BF81-D00231CC28AA}"/>
              </a:ext>
            </a:extLst>
          </p:cNvPr>
          <p:cNvSpPr txBox="1"/>
          <p:nvPr/>
        </p:nvSpPr>
        <p:spPr>
          <a:xfrm>
            <a:off x="3673017" y="3678069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u="none" strike="noStrike" cap="none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Проверка контрагентов</a:t>
            </a:r>
          </a:p>
        </p:txBody>
      </p:sp>
      <p:sp>
        <p:nvSpPr>
          <p:cNvPr id="604" name="Google Shape;523;p42">
            <a:extLst>
              <a:ext uri="{FF2B5EF4-FFF2-40B4-BE49-F238E27FC236}">
                <a16:creationId xmlns:a16="http://schemas.microsoft.com/office/drawing/2014/main" id="{9319A4EA-6566-43AA-9071-E9A2EE1402CD}"/>
              </a:ext>
            </a:extLst>
          </p:cNvPr>
          <p:cNvSpPr>
            <a:spLocks/>
          </p:cNvSpPr>
          <p:nvPr/>
        </p:nvSpPr>
        <p:spPr>
          <a:xfrm>
            <a:off x="6565900" y="367802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cxnSp>
        <p:nvCxnSpPr>
          <p:cNvPr id="605" name="Google Shape;516;p42">
            <a:extLst>
              <a:ext uri="{FF2B5EF4-FFF2-40B4-BE49-F238E27FC236}">
                <a16:creationId xmlns:a16="http://schemas.microsoft.com/office/drawing/2014/main" id="{F786AEDA-007D-407C-86C2-AA87E86D8657}"/>
              </a:ext>
            </a:extLst>
          </p:cNvPr>
          <p:cNvCxnSpPr>
            <a:cxnSpLocks/>
          </p:cNvCxnSpPr>
          <p:nvPr/>
        </p:nvCxnSpPr>
        <p:spPr>
          <a:xfrm>
            <a:off x="3680460" y="4072481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7" name="Google Shape;519;p42">
            <a:extLst>
              <a:ext uri="{FF2B5EF4-FFF2-40B4-BE49-F238E27FC236}">
                <a16:creationId xmlns:a16="http://schemas.microsoft.com/office/drawing/2014/main" id="{DA4E2267-427B-4565-813E-3A31B85274AE}"/>
              </a:ext>
            </a:extLst>
          </p:cNvPr>
          <p:cNvSpPr>
            <a:spLocks/>
          </p:cNvSpPr>
          <p:nvPr/>
        </p:nvSpPr>
        <p:spPr>
          <a:xfrm>
            <a:off x="7233399" y="410644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08" name="Google Shape;538;p42">
            <a:extLst>
              <a:ext uri="{FF2B5EF4-FFF2-40B4-BE49-F238E27FC236}">
                <a16:creationId xmlns:a16="http://schemas.microsoft.com/office/drawing/2014/main" id="{DD2A3A63-FA20-4954-B20F-1D0908F694C7}"/>
              </a:ext>
            </a:extLst>
          </p:cNvPr>
          <p:cNvSpPr>
            <a:spLocks/>
          </p:cNvSpPr>
          <p:nvPr/>
        </p:nvSpPr>
        <p:spPr>
          <a:xfrm>
            <a:off x="7894638" y="410644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09" name="Google Shape;523;p42">
            <a:extLst>
              <a:ext uri="{FF2B5EF4-FFF2-40B4-BE49-F238E27FC236}">
                <a16:creationId xmlns:a16="http://schemas.microsoft.com/office/drawing/2014/main" id="{5816475E-7254-4A51-A81F-9203465D162D}"/>
              </a:ext>
            </a:extLst>
          </p:cNvPr>
          <p:cNvSpPr>
            <a:spLocks/>
          </p:cNvSpPr>
          <p:nvPr/>
        </p:nvSpPr>
        <p:spPr>
          <a:xfrm>
            <a:off x="8568396" y="410644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00ADBDC9-5EF6-47A4-B8F4-61046F6EBEC1}"/>
              </a:ext>
            </a:extLst>
          </p:cNvPr>
          <p:cNvSpPr txBox="1"/>
          <p:nvPr/>
        </p:nvSpPr>
        <p:spPr>
          <a:xfrm>
            <a:off x="3673017" y="4106489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Налоговые и регуляторные риски (115-ФЗ)</a:t>
            </a:r>
          </a:p>
        </p:txBody>
      </p:sp>
      <p:sp>
        <p:nvSpPr>
          <p:cNvPr id="611" name="Google Shape;523;p42">
            <a:extLst>
              <a:ext uri="{FF2B5EF4-FFF2-40B4-BE49-F238E27FC236}">
                <a16:creationId xmlns:a16="http://schemas.microsoft.com/office/drawing/2014/main" id="{61A39819-EA14-4278-9845-89196D577B20}"/>
              </a:ext>
            </a:extLst>
          </p:cNvPr>
          <p:cNvSpPr>
            <a:spLocks/>
          </p:cNvSpPr>
          <p:nvPr/>
        </p:nvSpPr>
        <p:spPr>
          <a:xfrm>
            <a:off x="6565900" y="410644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cxnSp>
        <p:nvCxnSpPr>
          <p:cNvPr id="612" name="Google Shape;495;p42">
            <a:extLst>
              <a:ext uri="{FF2B5EF4-FFF2-40B4-BE49-F238E27FC236}">
                <a16:creationId xmlns:a16="http://schemas.microsoft.com/office/drawing/2014/main" id="{228355E9-0DD6-443E-B85D-98EF6649B297}"/>
              </a:ext>
            </a:extLst>
          </p:cNvPr>
          <p:cNvCxnSpPr>
            <a:cxnSpLocks/>
          </p:cNvCxnSpPr>
          <p:nvPr/>
        </p:nvCxnSpPr>
        <p:spPr>
          <a:xfrm>
            <a:off x="2025650" y="4286691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4" name="Google Shape;519;p42">
            <a:extLst>
              <a:ext uri="{FF2B5EF4-FFF2-40B4-BE49-F238E27FC236}">
                <a16:creationId xmlns:a16="http://schemas.microsoft.com/office/drawing/2014/main" id="{6D7F65E3-B0EC-4CF8-9AE0-306A5482C51F}"/>
              </a:ext>
            </a:extLst>
          </p:cNvPr>
          <p:cNvSpPr>
            <a:spLocks/>
          </p:cNvSpPr>
          <p:nvPr/>
        </p:nvSpPr>
        <p:spPr>
          <a:xfrm>
            <a:off x="7233399" y="432065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15" name="Google Shape;538;p42">
            <a:extLst>
              <a:ext uri="{FF2B5EF4-FFF2-40B4-BE49-F238E27FC236}">
                <a16:creationId xmlns:a16="http://schemas.microsoft.com/office/drawing/2014/main" id="{D1028CC9-BFB3-431A-946C-268AABAB97F2}"/>
              </a:ext>
            </a:extLst>
          </p:cNvPr>
          <p:cNvSpPr>
            <a:spLocks/>
          </p:cNvSpPr>
          <p:nvPr/>
        </p:nvSpPr>
        <p:spPr>
          <a:xfrm>
            <a:off x="7894638" y="432065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16" name="Google Shape;523;p42">
            <a:extLst>
              <a:ext uri="{FF2B5EF4-FFF2-40B4-BE49-F238E27FC236}">
                <a16:creationId xmlns:a16="http://schemas.microsoft.com/office/drawing/2014/main" id="{9B02D9B2-21E5-41B9-AC18-2C5D4BBC3BEB}"/>
              </a:ext>
            </a:extLst>
          </p:cNvPr>
          <p:cNvSpPr>
            <a:spLocks/>
          </p:cNvSpPr>
          <p:nvPr/>
        </p:nvSpPr>
        <p:spPr>
          <a:xfrm>
            <a:off x="8568396" y="432065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84C8A811-0F54-4FD8-828C-83486F1F0767}"/>
              </a:ext>
            </a:extLst>
          </p:cNvPr>
          <p:cNvSpPr txBox="1"/>
          <p:nvPr/>
        </p:nvSpPr>
        <p:spPr>
          <a:xfrm>
            <a:off x="3673017" y="4320699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Обучающий контент для предпринимателей</a:t>
            </a:r>
          </a:p>
        </p:txBody>
      </p:sp>
      <p:sp>
        <p:nvSpPr>
          <p:cNvPr id="544" name="Google Shape;523;p42">
            <a:extLst>
              <a:ext uri="{FF2B5EF4-FFF2-40B4-BE49-F238E27FC236}">
                <a16:creationId xmlns:a16="http://schemas.microsoft.com/office/drawing/2014/main" id="{80943B0C-A90A-467A-8B31-5EEDA96C2C77}"/>
              </a:ext>
            </a:extLst>
          </p:cNvPr>
          <p:cNvSpPr>
            <a:spLocks/>
          </p:cNvSpPr>
          <p:nvPr/>
        </p:nvSpPr>
        <p:spPr>
          <a:xfrm>
            <a:off x="6565900" y="239276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6565900" y="17501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18" name="Google Shape;523;p42">
            <a:extLst>
              <a:ext uri="{FF2B5EF4-FFF2-40B4-BE49-F238E27FC236}">
                <a16:creationId xmlns:a16="http://schemas.microsoft.com/office/drawing/2014/main" id="{A1377281-29CD-4706-AB94-10B46B2E33E4}"/>
              </a:ext>
            </a:extLst>
          </p:cNvPr>
          <p:cNvSpPr>
            <a:spLocks/>
          </p:cNvSpPr>
          <p:nvPr/>
        </p:nvSpPr>
        <p:spPr>
          <a:xfrm>
            <a:off x="6565900" y="432065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4FE2B0E0-9604-474A-AE8D-84B3D9BCBAAF}"/>
              </a:ext>
            </a:extLst>
          </p:cNvPr>
          <p:cNvSpPr txBox="1"/>
          <p:nvPr/>
        </p:nvSpPr>
        <p:spPr>
          <a:xfrm>
            <a:off x="2025650" y="3892279"/>
            <a:ext cx="1594003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Риски и комплаенс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CF78965B-88EB-4507-9A06-38938D4993B9}"/>
              </a:ext>
            </a:extLst>
          </p:cNvPr>
          <p:cNvSpPr txBox="1"/>
          <p:nvPr/>
        </p:nvSpPr>
        <p:spPr>
          <a:xfrm>
            <a:off x="2025650" y="4320743"/>
            <a:ext cx="1594003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Обучение</a:t>
            </a:r>
          </a:p>
        </p:txBody>
      </p:sp>
      <p:sp>
        <p:nvSpPr>
          <p:cNvPr id="628" name="Google Shape;519;p42">
            <a:extLst>
              <a:ext uri="{FF2B5EF4-FFF2-40B4-BE49-F238E27FC236}">
                <a16:creationId xmlns:a16="http://schemas.microsoft.com/office/drawing/2014/main" id="{9C418EE6-30D5-458E-A78C-46412C6222DF}"/>
              </a:ext>
            </a:extLst>
          </p:cNvPr>
          <p:cNvSpPr>
            <a:spLocks/>
          </p:cNvSpPr>
          <p:nvPr/>
        </p:nvSpPr>
        <p:spPr>
          <a:xfrm>
            <a:off x="7233399" y="453486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29" name="Google Shape;538;p42">
            <a:extLst>
              <a:ext uri="{FF2B5EF4-FFF2-40B4-BE49-F238E27FC236}">
                <a16:creationId xmlns:a16="http://schemas.microsoft.com/office/drawing/2014/main" id="{7320619A-0804-4A2A-9DF7-35E84AAE0CC1}"/>
              </a:ext>
            </a:extLst>
          </p:cNvPr>
          <p:cNvSpPr>
            <a:spLocks/>
          </p:cNvSpPr>
          <p:nvPr/>
        </p:nvSpPr>
        <p:spPr>
          <a:xfrm>
            <a:off x="7894638" y="453486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30" name="Google Shape;523;p42">
            <a:extLst>
              <a:ext uri="{FF2B5EF4-FFF2-40B4-BE49-F238E27FC236}">
                <a16:creationId xmlns:a16="http://schemas.microsoft.com/office/drawing/2014/main" id="{F2EB8504-2853-44F2-9912-B4E5E1E6C8DA}"/>
              </a:ext>
            </a:extLst>
          </p:cNvPr>
          <p:cNvSpPr>
            <a:spLocks/>
          </p:cNvSpPr>
          <p:nvPr/>
        </p:nvSpPr>
        <p:spPr>
          <a:xfrm>
            <a:off x="8568396" y="453486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38334C46-DA76-4297-B558-A1D1CEC5E71F}"/>
              </a:ext>
            </a:extLst>
          </p:cNvPr>
          <p:cNvSpPr txBox="1"/>
          <p:nvPr/>
        </p:nvSpPr>
        <p:spPr>
          <a:xfrm>
            <a:off x="3673017" y="4534909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Аналитика для </a:t>
            </a:r>
            <a:r>
              <a:rPr lang="ru-RU" sz="950" dirty="0" err="1">
                <a:cs typeface="Segoe UI" panose="020B0502040204020203" pitchFamily="34" charset="0"/>
              </a:rPr>
              <a:t>селлеров</a:t>
            </a:r>
            <a:endParaRPr lang="ru-RU" sz="950" dirty="0">
              <a:cs typeface="Segoe UI" panose="020B0502040204020203" pitchFamily="34" charset="0"/>
            </a:endParaRPr>
          </a:p>
        </p:txBody>
      </p:sp>
      <p:sp>
        <p:nvSpPr>
          <p:cNvPr id="632" name="Google Shape;523;p42">
            <a:extLst>
              <a:ext uri="{FF2B5EF4-FFF2-40B4-BE49-F238E27FC236}">
                <a16:creationId xmlns:a16="http://schemas.microsoft.com/office/drawing/2014/main" id="{2D734E99-07A6-46BB-B8AA-715D2DD8BFAA}"/>
              </a:ext>
            </a:extLst>
          </p:cNvPr>
          <p:cNvSpPr>
            <a:spLocks/>
          </p:cNvSpPr>
          <p:nvPr/>
        </p:nvSpPr>
        <p:spPr>
          <a:xfrm>
            <a:off x="6565900" y="453486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cxnSp>
        <p:nvCxnSpPr>
          <p:cNvPr id="633" name="Google Shape;516;p42">
            <a:extLst>
              <a:ext uri="{FF2B5EF4-FFF2-40B4-BE49-F238E27FC236}">
                <a16:creationId xmlns:a16="http://schemas.microsoft.com/office/drawing/2014/main" id="{F179529E-86E3-487C-BB94-7BB7CA9201BF}"/>
              </a:ext>
            </a:extLst>
          </p:cNvPr>
          <p:cNvCxnSpPr>
            <a:cxnSpLocks/>
          </p:cNvCxnSpPr>
          <p:nvPr/>
        </p:nvCxnSpPr>
        <p:spPr>
          <a:xfrm>
            <a:off x="3680460" y="4715111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6" name="Google Shape;538;p42">
            <a:extLst>
              <a:ext uri="{FF2B5EF4-FFF2-40B4-BE49-F238E27FC236}">
                <a16:creationId xmlns:a16="http://schemas.microsoft.com/office/drawing/2014/main" id="{0CA7AF2B-27AC-4BF2-802F-B3D009A26E5C}"/>
              </a:ext>
            </a:extLst>
          </p:cNvPr>
          <p:cNvSpPr>
            <a:spLocks/>
          </p:cNvSpPr>
          <p:nvPr/>
        </p:nvSpPr>
        <p:spPr>
          <a:xfrm>
            <a:off x="7894638" y="474907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37" name="Google Shape;523;p42">
            <a:extLst>
              <a:ext uri="{FF2B5EF4-FFF2-40B4-BE49-F238E27FC236}">
                <a16:creationId xmlns:a16="http://schemas.microsoft.com/office/drawing/2014/main" id="{2A2727B1-1FC4-4F3B-AC31-ABC789B88537}"/>
              </a:ext>
            </a:extLst>
          </p:cNvPr>
          <p:cNvSpPr>
            <a:spLocks/>
          </p:cNvSpPr>
          <p:nvPr/>
        </p:nvSpPr>
        <p:spPr>
          <a:xfrm>
            <a:off x="8568396" y="474907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38" name="TextBox 637">
            <a:extLst>
              <a:ext uri="{FF2B5EF4-FFF2-40B4-BE49-F238E27FC236}">
                <a16:creationId xmlns:a16="http://schemas.microsoft.com/office/drawing/2014/main" id="{25B153DB-72D0-4A3B-B85E-02B8EB2AAEAF}"/>
              </a:ext>
            </a:extLst>
          </p:cNvPr>
          <p:cNvSpPr txBox="1"/>
          <p:nvPr/>
        </p:nvSpPr>
        <p:spPr>
          <a:xfrm>
            <a:off x="3673017" y="4749119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Конструктор сайтов и интернет-магазинов</a:t>
            </a:r>
          </a:p>
        </p:txBody>
      </p:sp>
      <p:sp>
        <p:nvSpPr>
          <p:cNvPr id="639" name="Google Shape;523;p42">
            <a:extLst>
              <a:ext uri="{FF2B5EF4-FFF2-40B4-BE49-F238E27FC236}">
                <a16:creationId xmlns:a16="http://schemas.microsoft.com/office/drawing/2014/main" id="{644B803A-430B-498D-9233-F99AA8D81D9A}"/>
              </a:ext>
            </a:extLst>
          </p:cNvPr>
          <p:cNvSpPr>
            <a:spLocks/>
          </p:cNvSpPr>
          <p:nvPr/>
        </p:nvSpPr>
        <p:spPr>
          <a:xfrm>
            <a:off x="6565900" y="474907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05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cxnSp>
        <p:nvCxnSpPr>
          <p:cNvPr id="641" name="Google Shape;495;p42">
            <a:extLst>
              <a:ext uri="{FF2B5EF4-FFF2-40B4-BE49-F238E27FC236}">
                <a16:creationId xmlns:a16="http://schemas.microsoft.com/office/drawing/2014/main" id="{7A0346D6-B054-402A-9CBC-1D03A7F9959B}"/>
              </a:ext>
            </a:extLst>
          </p:cNvPr>
          <p:cNvCxnSpPr>
            <a:cxnSpLocks/>
          </p:cNvCxnSpPr>
          <p:nvPr/>
        </p:nvCxnSpPr>
        <p:spPr>
          <a:xfrm>
            <a:off x="2025650" y="4929321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2" name="TextBox 641">
            <a:extLst>
              <a:ext uri="{FF2B5EF4-FFF2-40B4-BE49-F238E27FC236}">
                <a16:creationId xmlns:a16="http://schemas.microsoft.com/office/drawing/2014/main" id="{A2B2235E-2E7C-4C97-BE53-068E1916BCD7}"/>
              </a:ext>
            </a:extLst>
          </p:cNvPr>
          <p:cNvSpPr txBox="1"/>
          <p:nvPr/>
        </p:nvSpPr>
        <p:spPr>
          <a:xfrm>
            <a:off x="2025650" y="4568917"/>
            <a:ext cx="1594003" cy="2923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Продажи </a:t>
            </a:r>
            <a:br>
              <a:rPr lang="ru-RU" sz="950" b="1" dirty="0">
                <a:cs typeface="Segoe UI" panose="020B0502040204020203" pitchFamily="34" charset="0"/>
              </a:rPr>
            </a:br>
            <a:r>
              <a:rPr lang="ru-RU" sz="950" b="1" dirty="0">
                <a:cs typeface="Segoe UI" panose="020B0502040204020203" pitchFamily="34" charset="0"/>
              </a:rPr>
              <a:t>и </a:t>
            </a:r>
            <a:r>
              <a:rPr lang="en-US" sz="950" b="1" dirty="0">
                <a:cs typeface="Segoe UI" panose="020B0502040204020203" pitchFamily="34" charset="0"/>
              </a:rPr>
              <a:t>e-commerce</a:t>
            </a:r>
          </a:p>
        </p:txBody>
      </p:sp>
      <p:sp>
        <p:nvSpPr>
          <p:cNvPr id="644" name="Google Shape;519;p42">
            <a:extLst>
              <a:ext uri="{FF2B5EF4-FFF2-40B4-BE49-F238E27FC236}">
                <a16:creationId xmlns:a16="http://schemas.microsoft.com/office/drawing/2014/main" id="{230A9676-F103-4D58-9EE7-EB4BA5D3C0C1}"/>
              </a:ext>
            </a:extLst>
          </p:cNvPr>
          <p:cNvSpPr>
            <a:spLocks/>
          </p:cNvSpPr>
          <p:nvPr/>
        </p:nvSpPr>
        <p:spPr>
          <a:xfrm>
            <a:off x="7233399" y="496328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45" name="Google Shape;538;p42">
            <a:extLst>
              <a:ext uri="{FF2B5EF4-FFF2-40B4-BE49-F238E27FC236}">
                <a16:creationId xmlns:a16="http://schemas.microsoft.com/office/drawing/2014/main" id="{D3C2A907-9032-4803-8021-15138FAE40C4}"/>
              </a:ext>
            </a:extLst>
          </p:cNvPr>
          <p:cNvSpPr>
            <a:spLocks/>
          </p:cNvSpPr>
          <p:nvPr/>
        </p:nvSpPr>
        <p:spPr>
          <a:xfrm>
            <a:off x="7894638" y="496328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46" name="Google Shape;523;p42">
            <a:extLst>
              <a:ext uri="{FF2B5EF4-FFF2-40B4-BE49-F238E27FC236}">
                <a16:creationId xmlns:a16="http://schemas.microsoft.com/office/drawing/2014/main" id="{00BB8BB0-929A-4171-A859-3FFA29009D27}"/>
              </a:ext>
            </a:extLst>
          </p:cNvPr>
          <p:cNvSpPr>
            <a:spLocks/>
          </p:cNvSpPr>
          <p:nvPr/>
        </p:nvSpPr>
        <p:spPr>
          <a:xfrm>
            <a:off x="8568396" y="496328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47" name="TextBox 646">
            <a:extLst>
              <a:ext uri="{FF2B5EF4-FFF2-40B4-BE49-F238E27FC236}">
                <a16:creationId xmlns:a16="http://schemas.microsoft.com/office/drawing/2014/main" id="{B5E0595D-DAD3-4F04-91E7-55B2E38EE5B8}"/>
              </a:ext>
            </a:extLst>
          </p:cNvPr>
          <p:cNvSpPr txBox="1"/>
          <p:nvPr/>
        </p:nvSpPr>
        <p:spPr>
          <a:xfrm>
            <a:off x="3673017" y="4963329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Поиск контрагентов</a:t>
            </a:r>
          </a:p>
        </p:txBody>
      </p:sp>
      <p:sp>
        <p:nvSpPr>
          <p:cNvPr id="648" name="Google Shape;523;p42">
            <a:extLst>
              <a:ext uri="{FF2B5EF4-FFF2-40B4-BE49-F238E27FC236}">
                <a16:creationId xmlns:a16="http://schemas.microsoft.com/office/drawing/2014/main" id="{D3DAE4E9-BEEC-4CA0-BF73-10842030DCEB}"/>
              </a:ext>
            </a:extLst>
          </p:cNvPr>
          <p:cNvSpPr>
            <a:spLocks/>
          </p:cNvSpPr>
          <p:nvPr/>
        </p:nvSpPr>
        <p:spPr>
          <a:xfrm>
            <a:off x="6565900" y="496328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cxnSp>
        <p:nvCxnSpPr>
          <p:cNvPr id="649" name="Google Shape;516;p42">
            <a:extLst>
              <a:ext uri="{FF2B5EF4-FFF2-40B4-BE49-F238E27FC236}">
                <a16:creationId xmlns:a16="http://schemas.microsoft.com/office/drawing/2014/main" id="{0BD28A30-40EF-4979-BC59-B9F669658234}"/>
              </a:ext>
            </a:extLst>
          </p:cNvPr>
          <p:cNvCxnSpPr>
            <a:cxnSpLocks/>
          </p:cNvCxnSpPr>
          <p:nvPr/>
        </p:nvCxnSpPr>
        <p:spPr>
          <a:xfrm>
            <a:off x="3680460" y="5143531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2" name="Google Shape;538;p42">
            <a:extLst>
              <a:ext uri="{FF2B5EF4-FFF2-40B4-BE49-F238E27FC236}">
                <a16:creationId xmlns:a16="http://schemas.microsoft.com/office/drawing/2014/main" id="{91141ED7-B100-44CC-A4A3-1A6BCB0A6703}"/>
              </a:ext>
            </a:extLst>
          </p:cNvPr>
          <p:cNvSpPr>
            <a:spLocks/>
          </p:cNvSpPr>
          <p:nvPr/>
        </p:nvSpPr>
        <p:spPr>
          <a:xfrm>
            <a:off x="7894638" y="517749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53" name="Google Shape;523;p42">
            <a:extLst>
              <a:ext uri="{FF2B5EF4-FFF2-40B4-BE49-F238E27FC236}">
                <a16:creationId xmlns:a16="http://schemas.microsoft.com/office/drawing/2014/main" id="{596B8ABA-D1B9-464B-9DB0-9BF399E06474}"/>
              </a:ext>
            </a:extLst>
          </p:cNvPr>
          <p:cNvSpPr>
            <a:spLocks/>
          </p:cNvSpPr>
          <p:nvPr/>
        </p:nvSpPr>
        <p:spPr>
          <a:xfrm>
            <a:off x="8568396" y="517749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9430D77A-3CE9-42BC-A1C1-E1FFE0A52743}"/>
              </a:ext>
            </a:extLst>
          </p:cNvPr>
          <p:cNvSpPr txBox="1"/>
          <p:nvPr/>
        </p:nvSpPr>
        <p:spPr>
          <a:xfrm>
            <a:off x="3673017" y="5177539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Реклама, запуск рекламных кампаний</a:t>
            </a:r>
          </a:p>
        </p:txBody>
      </p:sp>
      <p:sp>
        <p:nvSpPr>
          <p:cNvPr id="655" name="Google Shape;523;p42">
            <a:extLst>
              <a:ext uri="{FF2B5EF4-FFF2-40B4-BE49-F238E27FC236}">
                <a16:creationId xmlns:a16="http://schemas.microsoft.com/office/drawing/2014/main" id="{43F4B19A-D9AB-47B9-8C7E-B22315496B16}"/>
              </a:ext>
            </a:extLst>
          </p:cNvPr>
          <p:cNvSpPr>
            <a:spLocks/>
          </p:cNvSpPr>
          <p:nvPr/>
        </p:nvSpPr>
        <p:spPr>
          <a:xfrm>
            <a:off x="6565900" y="517749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05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cxnSp>
        <p:nvCxnSpPr>
          <p:cNvPr id="656" name="Google Shape;495;p42">
            <a:extLst>
              <a:ext uri="{FF2B5EF4-FFF2-40B4-BE49-F238E27FC236}">
                <a16:creationId xmlns:a16="http://schemas.microsoft.com/office/drawing/2014/main" id="{FBD195D6-9FAE-4CCF-9DDD-F6F4A28BB490}"/>
              </a:ext>
            </a:extLst>
          </p:cNvPr>
          <p:cNvCxnSpPr>
            <a:cxnSpLocks/>
          </p:cNvCxnSpPr>
          <p:nvPr/>
        </p:nvCxnSpPr>
        <p:spPr>
          <a:xfrm>
            <a:off x="2025650" y="5357741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7" name="TextBox 656">
            <a:extLst>
              <a:ext uri="{FF2B5EF4-FFF2-40B4-BE49-F238E27FC236}">
                <a16:creationId xmlns:a16="http://schemas.microsoft.com/office/drawing/2014/main" id="{440648F5-CD0D-41DC-8F93-12A6D4B481F7}"/>
              </a:ext>
            </a:extLst>
          </p:cNvPr>
          <p:cNvSpPr txBox="1"/>
          <p:nvPr/>
        </p:nvSpPr>
        <p:spPr>
          <a:xfrm>
            <a:off x="2025650" y="4997337"/>
            <a:ext cx="1594003" cy="2923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Продвижение </a:t>
            </a:r>
            <a:br>
              <a:rPr lang="ru-RU" sz="950" b="1" dirty="0">
                <a:cs typeface="Segoe UI" panose="020B0502040204020203" pitchFamily="34" charset="0"/>
              </a:rPr>
            </a:br>
            <a:r>
              <a:rPr lang="ru-RU" sz="950" b="1" dirty="0">
                <a:cs typeface="Segoe UI" panose="020B0502040204020203" pitchFamily="34" charset="0"/>
              </a:rPr>
              <a:t>и реклама</a:t>
            </a:r>
          </a:p>
        </p:txBody>
      </p:sp>
      <p:sp>
        <p:nvSpPr>
          <p:cNvPr id="662" name="TextBox 661">
            <a:extLst>
              <a:ext uri="{FF2B5EF4-FFF2-40B4-BE49-F238E27FC236}">
                <a16:creationId xmlns:a16="http://schemas.microsoft.com/office/drawing/2014/main" id="{56119CEF-A8E9-4556-9555-830F2F0F600D}"/>
              </a:ext>
            </a:extLst>
          </p:cNvPr>
          <p:cNvSpPr txBox="1"/>
          <p:nvPr/>
        </p:nvSpPr>
        <p:spPr>
          <a:xfrm>
            <a:off x="3673017" y="5391749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 err="1">
                <a:cs typeface="Segoe UI" panose="020B0502040204020203" pitchFamily="34" charset="0"/>
              </a:rPr>
              <a:t>Некредитное</a:t>
            </a:r>
            <a:r>
              <a:rPr lang="ru-RU" sz="950" dirty="0">
                <a:cs typeface="Segoe UI" panose="020B0502040204020203" pitchFamily="34" charset="0"/>
              </a:rPr>
              <a:t> страхование</a:t>
            </a: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3B164AB8-F649-4387-8BBE-2CF2CE93B373}"/>
              </a:ext>
            </a:extLst>
          </p:cNvPr>
          <p:cNvSpPr txBox="1"/>
          <p:nvPr/>
        </p:nvSpPr>
        <p:spPr>
          <a:xfrm>
            <a:off x="2025650" y="5391705"/>
            <a:ext cx="1594003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Страхование</a:t>
            </a:r>
          </a:p>
        </p:txBody>
      </p:sp>
      <p:cxnSp>
        <p:nvCxnSpPr>
          <p:cNvPr id="665" name="Google Shape;495;p42">
            <a:extLst>
              <a:ext uri="{FF2B5EF4-FFF2-40B4-BE49-F238E27FC236}">
                <a16:creationId xmlns:a16="http://schemas.microsoft.com/office/drawing/2014/main" id="{5631EC26-2852-4D2D-98B8-54D752C864FF}"/>
              </a:ext>
            </a:extLst>
          </p:cNvPr>
          <p:cNvCxnSpPr>
            <a:cxnSpLocks/>
          </p:cNvCxnSpPr>
          <p:nvPr/>
        </p:nvCxnSpPr>
        <p:spPr>
          <a:xfrm>
            <a:off x="2025650" y="5571951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7" name="Google Shape;519;p42">
            <a:extLst>
              <a:ext uri="{FF2B5EF4-FFF2-40B4-BE49-F238E27FC236}">
                <a16:creationId xmlns:a16="http://schemas.microsoft.com/office/drawing/2014/main" id="{65BF2599-84A4-47FA-988B-2A4B9CDF2EF1}"/>
              </a:ext>
            </a:extLst>
          </p:cNvPr>
          <p:cNvSpPr>
            <a:spLocks/>
          </p:cNvSpPr>
          <p:nvPr/>
        </p:nvSpPr>
        <p:spPr>
          <a:xfrm>
            <a:off x="7233399" y="560591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68" name="Google Shape;538;p42">
            <a:extLst>
              <a:ext uri="{FF2B5EF4-FFF2-40B4-BE49-F238E27FC236}">
                <a16:creationId xmlns:a16="http://schemas.microsoft.com/office/drawing/2014/main" id="{F255AE7A-042D-4C58-9BB8-0B8E1E111B5F}"/>
              </a:ext>
            </a:extLst>
          </p:cNvPr>
          <p:cNvSpPr>
            <a:spLocks/>
          </p:cNvSpPr>
          <p:nvPr/>
        </p:nvSpPr>
        <p:spPr>
          <a:xfrm>
            <a:off x="7894638" y="560591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69" name="Google Shape;523;p42">
            <a:extLst>
              <a:ext uri="{FF2B5EF4-FFF2-40B4-BE49-F238E27FC236}">
                <a16:creationId xmlns:a16="http://schemas.microsoft.com/office/drawing/2014/main" id="{781B8451-0A8A-4884-9DEF-48C44917BCDB}"/>
              </a:ext>
            </a:extLst>
          </p:cNvPr>
          <p:cNvSpPr>
            <a:spLocks/>
          </p:cNvSpPr>
          <p:nvPr/>
        </p:nvSpPr>
        <p:spPr>
          <a:xfrm>
            <a:off x="8568396" y="560591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70" name="TextBox 669">
            <a:extLst>
              <a:ext uri="{FF2B5EF4-FFF2-40B4-BE49-F238E27FC236}">
                <a16:creationId xmlns:a16="http://schemas.microsoft.com/office/drawing/2014/main" id="{4D630DAA-602D-41F5-AB51-560D178534AE}"/>
              </a:ext>
            </a:extLst>
          </p:cNvPr>
          <p:cNvSpPr txBox="1"/>
          <p:nvPr/>
        </p:nvSpPr>
        <p:spPr>
          <a:xfrm>
            <a:off x="3673017" y="5605959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 err="1">
                <a:cs typeface="Segoe UI" panose="020B0502040204020203" pitchFamily="34" charset="0"/>
              </a:rPr>
              <a:t>Нейроассистенты</a:t>
            </a:r>
            <a:endParaRPr lang="ru-RU" sz="950" dirty="0">
              <a:cs typeface="Segoe UI" panose="020B0502040204020203" pitchFamily="34" charset="0"/>
            </a:endParaRPr>
          </a:p>
        </p:txBody>
      </p:sp>
      <p:sp>
        <p:nvSpPr>
          <p:cNvPr id="671" name="Google Shape;523;p42">
            <a:extLst>
              <a:ext uri="{FF2B5EF4-FFF2-40B4-BE49-F238E27FC236}">
                <a16:creationId xmlns:a16="http://schemas.microsoft.com/office/drawing/2014/main" id="{C0E909E6-2BD8-4548-B663-1B12416A6C70}"/>
              </a:ext>
            </a:extLst>
          </p:cNvPr>
          <p:cNvSpPr>
            <a:spLocks/>
          </p:cNvSpPr>
          <p:nvPr/>
        </p:nvSpPr>
        <p:spPr>
          <a:xfrm>
            <a:off x="6565900" y="560591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72" name="TextBox 671">
            <a:extLst>
              <a:ext uri="{FF2B5EF4-FFF2-40B4-BE49-F238E27FC236}">
                <a16:creationId xmlns:a16="http://schemas.microsoft.com/office/drawing/2014/main" id="{A1BF88E4-5DC8-462D-8514-56F74A9947B4}"/>
              </a:ext>
            </a:extLst>
          </p:cNvPr>
          <p:cNvSpPr txBox="1"/>
          <p:nvPr/>
        </p:nvSpPr>
        <p:spPr>
          <a:xfrm>
            <a:off x="2025650" y="5605915"/>
            <a:ext cx="1594003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50" b="1" dirty="0">
                <a:cs typeface="Segoe UI" panose="020B0502040204020203" pitchFamily="34" charset="0"/>
              </a:rPr>
              <a:t>AI-</a:t>
            </a:r>
            <a:r>
              <a:rPr lang="ru-RU" sz="950" b="1" dirty="0">
                <a:cs typeface="Segoe UI" panose="020B0502040204020203" pitchFamily="34" charset="0"/>
              </a:rPr>
              <a:t>инструменты</a:t>
            </a:r>
          </a:p>
        </p:txBody>
      </p:sp>
      <p:sp>
        <p:nvSpPr>
          <p:cNvPr id="674" name="Прямоугольник: скругленные углы 673">
            <a:extLst>
              <a:ext uri="{FF2B5EF4-FFF2-40B4-BE49-F238E27FC236}">
                <a16:creationId xmlns:a16="http://schemas.microsoft.com/office/drawing/2014/main" id="{2CDF44BA-EC1A-4902-ADD1-9FAE446B4197}"/>
              </a:ext>
            </a:extLst>
          </p:cNvPr>
          <p:cNvSpPr>
            <a:spLocks/>
          </p:cNvSpPr>
          <p:nvPr/>
        </p:nvSpPr>
        <p:spPr>
          <a:xfrm>
            <a:off x="3591560" y="2606974"/>
            <a:ext cx="25200" cy="574702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675" name="Прямоугольник: скругленные углы 674">
            <a:extLst>
              <a:ext uri="{FF2B5EF4-FFF2-40B4-BE49-F238E27FC236}">
                <a16:creationId xmlns:a16="http://schemas.microsoft.com/office/drawing/2014/main" id="{2B3133D6-EB9A-48B1-B3BB-0E277885D087}"/>
              </a:ext>
            </a:extLst>
          </p:cNvPr>
          <p:cNvSpPr>
            <a:spLocks/>
          </p:cNvSpPr>
          <p:nvPr/>
        </p:nvSpPr>
        <p:spPr>
          <a:xfrm>
            <a:off x="3591560" y="3678025"/>
            <a:ext cx="25200" cy="574702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676" name="Прямоугольник: скругленные углы 675">
            <a:extLst>
              <a:ext uri="{FF2B5EF4-FFF2-40B4-BE49-F238E27FC236}">
                <a16:creationId xmlns:a16="http://schemas.microsoft.com/office/drawing/2014/main" id="{FEA86AA4-D215-498E-8CDA-5DF9E725F63C}"/>
              </a:ext>
            </a:extLst>
          </p:cNvPr>
          <p:cNvSpPr>
            <a:spLocks/>
          </p:cNvSpPr>
          <p:nvPr/>
        </p:nvSpPr>
        <p:spPr>
          <a:xfrm>
            <a:off x="3591560" y="3249604"/>
            <a:ext cx="25200" cy="360492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677" name="Прямоугольник: скругленные углы 676">
            <a:extLst>
              <a:ext uri="{FF2B5EF4-FFF2-40B4-BE49-F238E27FC236}">
                <a16:creationId xmlns:a16="http://schemas.microsoft.com/office/drawing/2014/main" id="{F660DDB5-3844-40B0-B777-BE6F64A790B7}"/>
              </a:ext>
            </a:extLst>
          </p:cNvPr>
          <p:cNvSpPr>
            <a:spLocks/>
          </p:cNvSpPr>
          <p:nvPr/>
        </p:nvSpPr>
        <p:spPr>
          <a:xfrm>
            <a:off x="3591560" y="4534865"/>
            <a:ext cx="25200" cy="36049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678" name="Прямоугольник: скругленные углы 677">
            <a:extLst>
              <a:ext uri="{FF2B5EF4-FFF2-40B4-BE49-F238E27FC236}">
                <a16:creationId xmlns:a16="http://schemas.microsoft.com/office/drawing/2014/main" id="{78288860-6176-4217-BE94-67C3053A9F88}"/>
              </a:ext>
            </a:extLst>
          </p:cNvPr>
          <p:cNvSpPr>
            <a:spLocks/>
          </p:cNvSpPr>
          <p:nvPr/>
        </p:nvSpPr>
        <p:spPr>
          <a:xfrm>
            <a:off x="3591560" y="4963285"/>
            <a:ext cx="25200" cy="36049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679" name="Прямоугольник: скругленные углы 678">
            <a:extLst>
              <a:ext uri="{FF2B5EF4-FFF2-40B4-BE49-F238E27FC236}">
                <a16:creationId xmlns:a16="http://schemas.microsoft.com/office/drawing/2014/main" id="{99BD1800-4A3D-4C56-83FC-C41456169190}"/>
              </a:ext>
            </a:extLst>
          </p:cNvPr>
          <p:cNvSpPr>
            <a:spLocks/>
          </p:cNvSpPr>
          <p:nvPr/>
        </p:nvSpPr>
        <p:spPr>
          <a:xfrm>
            <a:off x="3591560" y="5391705"/>
            <a:ext cx="25200" cy="14628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680" name="Прямоугольник: скругленные углы 679">
            <a:extLst>
              <a:ext uri="{FF2B5EF4-FFF2-40B4-BE49-F238E27FC236}">
                <a16:creationId xmlns:a16="http://schemas.microsoft.com/office/drawing/2014/main" id="{2C039CE0-D757-49CA-88ED-EF46CF49CDBE}"/>
              </a:ext>
            </a:extLst>
          </p:cNvPr>
          <p:cNvSpPr>
            <a:spLocks/>
          </p:cNvSpPr>
          <p:nvPr/>
        </p:nvSpPr>
        <p:spPr>
          <a:xfrm>
            <a:off x="3591560" y="5605915"/>
            <a:ext cx="25200" cy="14628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681" name="Прямоугольник: скругленные углы 680">
            <a:extLst>
              <a:ext uri="{FF2B5EF4-FFF2-40B4-BE49-F238E27FC236}">
                <a16:creationId xmlns:a16="http://schemas.microsoft.com/office/drawing/2014/main" id="{74E1FE8D-8283-45BF-8D0E-F8694D972793}"/>
              </a:ext>
            </a:extLst>
          </p:cNvPr>
          <p:cNvSpPr>
            <a:spLocks/>
          </p:cNvSpPr>
          <p:nvPr/>
        </p:nvSpPr>
        <p:spPr>
          <a:xfrm>
            <a:off x="3591560" y="4320655"/>
            <a:ext cx="25200" cy="146282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64" name="Google Shape;523;p42">
            <a:extLst>
              <a:ext uri="{FF2B5EF4-FFF2-40B4-BE49-F238E27FC236}">
                <a16:creationId xmlns:a16="http://schemas.microsoft.com/office/drawing/2014/main" id="{486F88B7-29CF-437E-B9F9-B60A5A75E9DD}"/>
              </a:ext>
            </a:extLst>
          </p:cNvPr>
          <p:cNvSpPr>
            <a:spLocks/>
          </p:cNvSpPr>
          <p:nvPr/>
        </p:nvSpPr>
        <p:spPr>
          <a:xfrm>
            <a:off x="7230608" y="217855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165" name="Google Shape;523;p42">
            <a:extLst>
              <a:ext uri="{FF2B5EF4-FFF2-40B4-BE49-F238E27FC236}">
                <a16:creationId xmlns:a16="http://schemas.microsoft.com/office/drawing/2014/main" id="{299CEFB2-4558-414D-A67A-2124AAA013E5}"/>
              </a:ext>
            </a:extLst>
          </p:cNvPr>
          <p:cNvSpPr>
            <a:spLocks/>
          </p:cNvSpPr>
          <p:nvPr/>
        </p:nvSpPr>
        <p:spPr>
          <a:xfrm>
            <a:off x="7903819" y="217855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167" name="Google Shape;523;p42">
            <a:extLst>
              <a:ext uri="{FF2B5EF4-FFF2-40B4-BE49-F238E27FC236}">
                <a16:creationId xmlns:a16="http://schemas.microsoft.com/office/drawing/2014/main" id="{873C6063-CEF3-4BE2-B747-C72EF2F9F6AE}"/>
              </a:ext>
            </a:extLst>
          </p:cNvPr>
          <p:cNvSpPr>
            <a:spLocks/>
          </p:cNvSpPr>
          <p:nvPr/>
        </p:nvSpPr>
        <p:spPr>
          <a:xfrm>
            <a:off x="8568396" y="2821096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05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169" name="Google Shape;523;p42">
            <a:extLst>
              <a:ext uri="{FF2B5EF4-FFF2-40B4-BE49-F238E27FC236}">
                <a16:creationId xmlns:a16="http://schemas.microsoft.com/office/drawing/2014/main" id="{A9E140D7-2B47-4653-B4EF-7A2FF31390F3}"/>
              </a:ext>
            </a:extLst>
          </p:cNvPr>
          <p:cNvSpPr>
            <a:spLocks/>
          </p:cNvSpPr>
          <p:nvPr/>
        </p:nvSpPr>
        <p:spPr>
          <a:xfrm>
            <a:off x="7894638" y="3463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05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171" name="Google Shape;523;p42">
            <a:extLst>
              <a:ext uri="{FF2B5EF4-FFF2-40B4-BE49-F238E27FC236}">
                <a16:creationId xmlns:a16="http://schemas.microsoft.com/office/drawing/2014/main" id="{CA52B122-A173-4DBB-B562-9BAD365F3C88}"/>
              </a:ext>
            </a:extLst>
          </p:cNvPr>
          <p:cNvSpPr>
            <a:spLocks/>
          </p:cNvSpPr>
          <p:nvPr/>
        </p:nvSpPr>
        <p:spPr>
          <a:xfrm>
            <a:off x="8568396" y="3898926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05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172" name="Google Shape;523;p42">
            <a:extLst>
              <a:ext uri="{FF2B5EF4-FFF2-40B4-BE49-F238E27FC236}">
                <a16:creationId xmlns:a16="http://schemas.microsoft.com/office/drawing/2014/main" id="{2003B75E-E1A8-482B-8DA6-6CB3522F2494}"/>
              </a:ext>
            </a:extLst>
          </p:cNvPr>
          <p:cNvSpPr>
            <a:spLocks/>
          </p:cNvSpPr>
          <p:nvPr/>
        </p:nvSpPr>
        <p:spPr>
          <a:xfrm>
            <a:off x="7894638" y="3898926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050">
              <a:solidFill>
                <a:schemeClr val="dk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175" name="Google Shape;519;p42">
            <a:extLst>
              <a:ext uri="{FF2B5EF4-FFF2-40B4-BE49-F238E27FC236}">
                <a16:creationId xmlns:a16="http://schemas.microsoft.com/office/drawing/2014/main" id="{45BD6137-57F3-4CE9-B9A1-90714F140FE9}"/>
              </a:ext>
            </a:extLst>
          </p:cNvPr>
          <p:cNvSpPr>
            <a:spLocks/>
          </p:cNvSpPr>
          <p:nvPr/>
        </p:nvSpPr>
        <p:spPr>
          <a:xfrm>
            <a:off x="7233399" y="4749031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177" name="Google Shape;519;p42">
            <a:extLst>
              <a:ext uri="{FF2B5EF4-FFF2-40B4-BE49-F238E27FC236}">
                <a16:creationId xmlns:a16="http://schemas.microsoft.com/office/drawing/2014/main" id="{AA9C9DFE-4E5E-41F0-AAE9-BA3E06DF231D}"/>
              </a:ext>
            </a:extLst>
          </p:cNvPr>
          <p:cNvSpPr>
            <a:spLocks/>
          </p:cNvSpPr>
          <p:nvPr/>
        </p:nvSpPr>
        <p:spPr>
          <a:xfrm>
            <a:off x="7233399" y="5173485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187" name="Sticky">
            <a:extLst>
              <a:ext uri="{FF2B5EF4-FFF2-40B4-BE49-F238E27FC236}">
                <a16:creationId xmlns:a16="http://schemas.microsoft.com/office/drawing/2014/main" id="{9183E132-A117-43D5-95C5-FBF1AB2BCAA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0290176" y="3176"/>
            <a:ext cx="1905000" cy="411899"/>
          </a:xfrm>
          <a:prstGeom prst="foldedCorner">
            <a:avLst/>
          </a:prstGeom>
          <a:solidFill>
            <a:srgbClr val="FFFF6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500" tIns="64943" rIns="63500" bIns="635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400" dirty="0">
                <a:solidFill>
                  <a:srgbClr val="000000"/>
                </a:solidFill>
              </a:rPr>
              <a:t>В работе</a:t>
            </a: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6565392" y="5391749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232904" y="5391749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891272" y="5391749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8567928" y="5391749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09" name="Google Shape;340;p41">
            <a:extLst>
              <a:ext uri="{FF2B5EF4-FFF2-40B4-BE49-F238E27FC236}">
                <a16:creationId xmlns:a16="http://schemas.microsoft.com/office/drawing/2014/main" id="{5FFEF585-C6EE-460D-B321-D624B05E4216}"/>
              </a:ext>
            </a:extLst>
          </p:cNvPr>
          <p:cNvSpPr/>
          <p:nvPr/>
        </p:nvSpPr>
        <p:spPr>
          <a:xfrm>
            <a:off x="8988552" y="1070784"/>
            <a:ext cx="334038" cy="120632"/>
          </a:xfrm>
          <a:prstGeom prst="roundRect">
            <a:avLst>
              <a:gd name="adj" fmla="val 16667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10" name="Google Shape;341;p41">
            <a:extLst>
              <a:ext uri="{FF2B5EF4-FFF2-40B4-BE49-F238E27FC236}">
                <a16:creationId xmlns:a16="http://schemas.microsoft.com/office/drawing/2014/main" id="{B7BF2CFB-017D-4B53-9669-FCAE7F3ABF6A}"/>
              </a:ext>
            </a:extLst>
          </p:cNvPr>
          <p:cNvSpPr txBox="1"/>
          <p:nvPr/>
        </p:nvSpPr>
        <p:spPr>
          <a:xfrm>
            <a:off x="9381744" y="1069545"/>
            <a:ext cx="82296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Quattrocento Sans"/>
              <a:buNone/>
            </a:pPr>
            <a:r>
              <a:rPr lang="ru-RU" sz="800" dirty="0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Частично</a:t>
            </a:r>
            <a:endParaRPr sz="800" b="0" i="0" u="none" strike="noStrike" cap="none" dirty="0">
              <a:solidFill>
                <a:srgbClr val="0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771764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>
            <a:extLst>
              <a:ext uri="{FF2B5EF4-FFF2-40B4-BE49-F238E27FC236}">
                <a16:creationId xmlns:a16="http://schemas.microsoft.com/office/drawing/2014/main" id="{E6865866-A01B-46BB-8678-5A86FE1B9A70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12" name="think-cell Slide" r:id="rId8" imgW="484" imgH="486" progId="TCLayout.ActiveDocument.1">
                  <p:embed/>
                </p:oleObj>
              </mc:Choice>
              <mc:Fallback>
                <p:oleObj name="think-cell Slide" r:id="rId8" imgW="484" imgH="486" progId="TCLayout.ActiveDocument.1">
                  <p:embed/>
                  <p:pic>
                    <p:nvPicPr>
                      <p:cNvPr id="4" name="Object 6" hidden="1">
                        <a:extLst>
                          <a:ext uri="{FF2B5EF4-FFF2-40B4-BE49-F238E27FC236}">
                            <a16:creationId xmlns:a16="http://schemas.microsoft.com/office/drawing/2014/main" id="{E6865866-A01B-46BB-8678-5A86FE1B9A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5" name="Group 277">
            <a:extLst>
              <a:ext uri="{FF2B5EF4-FFF2-40B4-BE49-F238E27FC236}">
                <a16:creationId xmlns:a16="http://schemas.microsoft.com/office/drawing/2014/main" id="{C70AE169-B202-4E21-B549-938410E96049}"/>
              </a:ext>
            </a:extLst>
          </p:cNvPr>
          <p:cNvGrpSpPr/>
          <p:nvPr/>
        </p:nvGrpSpPr>
        <p:grpSpPr>
          <a:xfrm>
            <a:off x="3176" y="3176"/>
            <a:ext cx="12192000" cy="6854824"/>
            <a:chOff x="0" y="3176"/>
            <a:chExt cx="12192000" cy="6854824"/>
          </a:xfrm>
        </p:grpSpPr>
        <p:grpSp>
          <p:nvGrpSpPr>
            <p:cNvPr id="196" name="Group 278">
              <a:extLst>
                <a:ext uri="{FF2B5EF4-FFF2-40B4-BE49-F238E27FC236}">
                  <a16:creationId xmlns:a16="http://schemas.microsoft.com/office/drawing/2014/main" id="{00D8EF05-E48F-43EB-82D2-43034F02FC6C}"/>
                </a:ext>
              </a:extLst>
            </p:cNvPr>
            <p:cNvGrpSpPr/>
            <p:nvPr/>
          </p:nvGrpSpPr>
          <p:grpSpPr>
            <a:xfrm>
              <a:off x="0" y="3176"/>
              <a:ext cx="12192000" cy="6854824"/>
              <a:chOff x="0" y="0"/>
              <a:chExt cx="12192000" cy="6854824"/>
            </a:xfrm>
          </p:grpSpPr>
          <p:sp>
            <p:nvSpPr>
              <p:cNvPr id="199" name="Прямоугольник 281">
                <a:extLst>
                  <a:ext uri="{FF2B5EF4-FFF2-40B4-BE49-F238E27FC236}">
                    <a16:creationId xmlns:a16="http://schemas.microsoft.com/office/drawing/2014/main" id="{FE33CC0A-5A77-4FE2-8123-5B801AC5BE75}"/>
                  </a:ext>
                </a:extLst>
              </p:cNvPr>
              <p:cNvSpPr/>
              <p:nvPr/>
            </p:nvSpPr>
            <p:spPr>
              <a:xfrm flipH="1">
                <a:off x="0" y="0"/>
                <a:ext cx="12192000" cy="6854824"/>
              </a:xfrm>
              <a:prstGeom prst="rect">
                <a:avLst/>
              </a:prstGeom>
              <a:solidFill>
                <a:srgbClr val="F5F5F5"/>
              </a:solidFill>
              <a:ln w="6350" cap="flat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01" name="Группа 282">
                <a:extLst>
                  <a:ext uri="{FF2B5EF4-FFF2-40B4-BE49-F238E27FC236}">
                    <a16:creationId xmlns:a16="http://schemas.microsoft.com/office/drawing/2014/main" id="{012DDAD5-FAC4-4E43-9338-7980A1F3F7E3}"/>
                  </a:ext>
                </a:extLst>
              </p:cNvPr>
              <p:cNvGrpSpPr/>
              <p:nvPr/>
            </p:nvGrpSpPr>
            <p:grpSpPr>
              <a:xfrm flipH="1">
                <a:off x="3525520" y="1668802"/>
                <a:ext cx="8666480" cy="5186022"/>
                <a:chOff x="0" y="2693375"/>
                <a:chExt cx="6959600" cy="4164625"/>
              </a:xfrm>
            </p:grpSpPr>
            <p:pic>
              <p:nvPicPr>
                <p:cNvPr id="202" name="Рисунок 283">
                  <a:extLst>
                    <a:ext uri="{FF2B5EF4-FFF2-40B4-BE49-F238E27FC236}">
                      <a16:creationId xmlns:a16="http://schemas.microsoft.com/office/drawing/2014/main" id="{B5BAC52B-CE06-402F-9290-F40CAB7736AD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10" cstate="hqprint">
                  <a:grayscl/>
                  <a:alphaModFix amt="6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0" y="2693375"/>
                  <a:ext cx="6959600" cy="4164625"/>
                </a:xfrm>
                <a:prstGeom prst="rect">
                  <a:avLst/>
                </a:prstGeom>
              </p:spPr>
            </p:pic>
            <p:sp>
              <p:nvSpPr>
                <p:cNvPr id="205" name="Прямоугольник 284">
                  <a:extLst>
                    <a:ext uri="{FF2B5EF4-FFF2-40B4-BE49-F238E27FC236}">
                      <a16:creationId xmlns:a16="http://schemas.microsoft.com/office/drawing/2014/main" id="{EAC48359-3D7F-4124-8D3E-5FF025803BF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81600" y="2693375"/>
                  <a:ext cx="1778000" cy="4164625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F5F5F5">
                        <a:alpha val="0"/>
                      </a:srgbClr>
                    </a:gs>
                    <a:gs pos="100000">
                      <a:srgbClr val="F5F5F5"/>
                    </a:gs>
                  </a:gsLst>
                  <a:lin ang="0" scaled="1"/>
                  <a:tileRect/>
                </a:gradFill>
                <a:ln w="6350" cap="flat">
                  <a:noFill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spcBef>
                      <a:spcPts val="300"/>
                    </a:spcBef>
                    <a:spcAft>
                      <a:spcPts val="300"/>
                    </a:spcAft>
                  </a:pPr>
                  <a:endParaRPr lang="en-US" sz="16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97" name="Slide Number">
              <a:extLst>
                <a:ext uri="{FF2B5EF4-FFF2-40B4-BE49-F238E27FC236}">
                  <a16:creationId xmlns:a16="http://schemas.microsoft.com/office/drawing/2014/main" id="{B7869036-7203-4454-BB86-B78BB1A6B561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black">
            <a:xfrm>
              <a:off x="11311762" y="6514142"/>
              <a:ext cx="325501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b">
              <a:spAutoFit/>
            </a:bodyPr>
            <a:lstStyle/>
            <a:p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fld id="{4ABDCABE-3F10-B64C-92F1-862014417034}" type="slidenum">
                <a:rPr lang="ru-RU" sz="800" b="0" smtClean="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rPr>
                <a:pPr algn="r" defTabSz="61074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t>2</a:t>
              </a:fld>
              <a:endParaRPr lang="ru-RU" sz="800" b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98" name="Рисунок 286">
              <a:extLst>
                <a:ext uri="{FF2B5EF4-FFF2-40B4-BE49-F238E27FC236}">
                  <a16:creationId xmlns:a16="http://schemas.microsoft.com/office/drawing/2014/main" id="{0DD7C94B-394A-4FB9-97AD-B1BB6659CC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l="30920" t="19524" r="30920" b="22511"/>
            <a:stretch/>
          </p:blipFill>
          <p:spPr>
            <a:xfrm>
              <a:off x="11191495" y="226624"/>
              <a:ext cx="445768" cy="677108"/>
            </a:xfrm>
            <a:prstGeom prst="rect">
              <a:avLst/>
            </a:prstGeom>
          </p:spPr>
        </p:pic>
      </p:grp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1FF7321-BAE9-E7F1-F559-E41D5BDF1652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>
          <a:xfrm>
            <a:off x="554735" y="41597"/>
            <a:ext cx="3843338" cy="123111"/>
          </a:xfrm>
        </p:spPr>
        <p:txBody>
          <a:bodyPr/>
          <a:lstStyle/>
          <a:p>
            <a:r>
              <a:rPr lang="ru-RU" cap="none" dirty="0">
                <a:solidFill>
                  <a:srgbClr val="000000"/>
                </a:solidFill>
                <a:cs typeface="Arial" panose="020B0604020202020204" pitchFamily="34" charset="0"/>
              </a:rPr>
              <a:t>ПРЕДВАРИТЕЛЬНО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03DEB4-8035-4A97-91A7-7EB84FFC2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ru-RU" dirty="0"/>
              <a:t>На рынке Альфа-Банк занимает уверенное </a:t>
            </a:r>
            <a:r>
              <a:rPr lang="en-US" dirty="0"/>
              <a:t>2</a:t>
            </a:r>
            <a:r>
              <a:rPr lang="ru-RU" dirty="0"/>
              <a:t> место по количеству небанковских сервисов (</a:t>
            </a:r>
            <a:r>
              <a:rPr lang="en-US" dirty="0"/>
              <a:t>2</a:t>
            </a:r>
            <a:r>
              <a:rPr lang="ru-RU" dirty="0"/>
              <a:t>/2)</a:t>
            </a:r>
          </a:p>
        </p:txBody>
      </p:sp>
      <p:sp>
        <p:nvSpPr>
          <p:cNvPr id="206" name="Прямоугольник: скругленные верхние углы 77">
            <a:extLst>
              <a:ext uri="{FF2B5EF4-FFF2-40B4-BE49-F238E27FC236}">
                <a16:creationId xmlns:a16="http://schemas.microsoft.com/office/drawing/2014/main" id="{C30202A1-E193-4E59-8EF0-0DF44D9BE34F}"/>
              </a:ext>
            </a:extLst>
          </p:cNvPr>
          <p:cNvSpPr>
            <a:spLocks/>
          </p:cNvSpPr>
          <p:nvPr/>
        </p:nvSpPr>
        <p:spPr>
          <a:xfrm>
            <a:off x="554735" y="1335293"/>
            <a:ext cx="8748015" cy="493200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6350">
            <a:noFill/>
          </a:ln>
          <a:effectLst>
            <a:outerShdw blurRad="152400" algn="ctr" rotWithShape="0">
              <a:schemeClr val="accent3">
                <a:alpha val="17000"/>
              </a:schemeClr>
            </a:outerShdw>
          </a:effectLst>
        </p:spPr>
        <p:txBody>
          <a:bodyPr wrap="square" lIns="144000" tIns="72000" rIns="144000" bIns="72000">
            <a:noAutofit/>
          </a:bodyPr>
          <a:lstStyle/>
          <a:p>
            <a:endParaRPr lang="ru-RU" b="1" dirty="0" err="1">
              <a:solidFill>
                <a:schemeClr val="tx1"/>
              </a:solidFill>
            </a:endParaRPr>
          </a:p>
        </p:txBody>
      </p:sp>
      <p:sp>
        <p:nvSpPr>
          <p:cNvPr id="208" name="Google Shape;337;p41">
            <a:extLst>
              <a:ext uri="{FF2B5EF4-FFF2-40B4-BE49-F238E27FC236}">
                <a16:creationId xmlns:a16="http://schemas.microsoft.com/office/drawing/2014/main" id="{DDEEE29F-B8AC-46A8-BCAF-D9CFBD27E4B9}"/>
              </a:ext>
            </a:extLst>
          </p:cNvPr>
          <p:cNvSpPr/>
          <p:nvPr/>
        </p:nvSpPr>
        <p:spPr>
          <a:xfrm>
            <a:off x="10290710" y="1070784"/>
            <a:ext cx="334038" cy="120632"/>
          </a:xfrm>
          <a:prstGeom prst="roundRect">
            <a:avLst>
              <a:gd name="adj" fmla="val 16667"/>
            </a:avLst>
          </a:prstGeom>
          <a:solidFill>
            <a:schemeClr val="accent1">
              <a:alpha val="50196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10" name="Google Shape;338;p41">
            <a:extLst>
              <a:ext uri="{FF2B5EF4-FFF2-40B4-BE49-F238E27FC236}">
                <a16:creationId xmlns:a16="http://schemas.microsoft.com/office/drawing/2014/main" id="{9C015DF9-DA13-43D6-AFE2-A19E63994ABF}"/>
              </a:ext>
            </a:extLst>
          </p:cNvPr>
          <p:cNvSpPr txBox="1"/>
          <p:nvPr/>
        </p:nvSpPr>
        <p:spPr>
          <a:xfrm>
            <a:off x="10682717" y="1069545"/>
            <a:ext cx="98264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Quattrocento Sans"/>
              <a:buNone/>
            </a:pPr>
            <a:r>
              <a:rPr lang="en-US" sz="800" b="0" i="0" u="none" strike="noStrike" cap="none" dirty="0" err="1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Отсутствие</a:t>
            </a:r>
            <a:r>
              <a:rPr lang="en-US" sz="800" b="0" i="0" u="none" strike="noStrike" cap="none" dirty="0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</a:t>
            </a:r>
            <a:r>
              <a:rPr lang="en-US" sz="800" b="0" i="0" u="none" strike="noStrike" cap="none" dirty="0" err="1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сервисов</a:t>
            </a:r>
            <a:endParaRPr sz="800" b="0" i="0" u="none" strike="noStrike" cap="none" dirty="0">
              <a:solidFill>
                <a:srgbClr val="0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11" name="Google Shape;340;p41">
            <a:extLst>
              <a:ext uri="{FF2B5EF4-FFF2-40B4-BE49-F238E27FC236}">
                <a16:creationId xmlns:a16="http://schemas.microsoft.com/office/drawing/2014/main" id="{0AED0A05-BD78-4DC7-B23B-F9EB55BF1017}"/>
              </a:ext>
            </a:extLst>
          </p:cNvPr>
          <p:cNvSpPr/>
          <p:nvPr/>
        </p:nvSpPr>
        <p:spPr>
          <a:xfrm>
            <a:off x="6812280" y="1070784"/>
            <a:ext cx="334038" cy="120632"/>
          </a:xfrm>
          <a:prstGeom prst="roundRect">
            <a:avLst>
              <a:gd name="adj" fmla="val 16667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14" name="Google Shape;341;p41">
            <a:extLst>
              <a:ext uri="{FF2B5EF4-FFF2-40B4-BE49-F238E27FC236}">
                <a16:creationId xmlns:a16="http://schemas.microsoft.com/office/drawing/2014/main" id="{41632322-F02E-43A0-B4A3-BDA433F1DD95}"/>
              </a:ext>
            </a:extLst>
          </p:cNvPr>
          <p:cNvSpPr txBox="1"/>
          <p:nvPr/>
        </p:nvSpPr>
        <p:spPr>
          <a:xfrm>
            <a:off x="7205472" y="1069545"/>
            <a:ext cx="166071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Quattrocento Sans"/>
              <a:buNone/>
            </a:pPr>
            <a:r>
              <a:rPr lang="ru-RU" sz="800" dirty="0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Наличие сервиса, </a:t>
            </a:r>
            <a:r>
              <a:rPr lang="ru-RU" sz="800" dirty="0" err="1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вкл</a:t>
            </a:r>
            <a:r>
              <a:rPr lang="ru-RU" sz="800" dirty="0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партнерский</a:t>
            </a:r>
            <a:endParaRPr sz="800" b="0" i="0" u="none" strike="noStrike" cap="none" dirty="0">
              <a:solidFill>
                <a:srgbClr val="0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15" name="Google Shape;330;p41">
            <a:extLst>
              <a:ext uri="{FF2B5EF4-FFF2-40B4-BE49-F238E27FC236}">
                <a16:creationId xmlns:a16="http://schemas.microsoft.com/office/drawing/2014/main" id="{62125966-75E0-4470-9454-5D4CE6C2A256}"/>
              </a:ext>
            </a:extLst>
          </p:cNvPr>
          <p:cNvSpPr>
            <a:spLocks/>
          </p:cNvSpPr>
          <p:nvPr/>
        </p:nvSpPr>
        <p:spPr>
          <a:xfrm>
            <a:off x="9398000" y="1335293"/>
            <a:ext cx="2267358" cy="4932000"/>
          </a:xfrm>
          <a:prstGeom prst="roundRect">
            <a:avLst>
              <a:gd name="adj" fmla="val 560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</a:pPr>
            <a:endParaRPr sz="14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16" name="Google Shape;334;p41">
            <a:extLst>
              <a:ext uri="{FF2B5EF4-FFF2-40B4-BE49-F238E27FC236}">
                <a16:creationId xmlns:a16="http://schemas.microsoft.com/office/drawing/2014/main" id="{DFEECEA7-0486-433D-8D7A-1CF0037A0087}"/>
              </a:ext>
            </a:extLst>
          </p:cNvPr>
          <p:cNvSpPr txBox="1">
            <a:spLocks/>
          </p:cNvSpPr>
          <p:nvPr/>
        </p:nvSpPr>
        <p:spPr>
          <a:xfrm>
            <a:off x="9506284" y="1818752"/>
            <a:ext cx="2050791" cy="448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6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2"/>
              </a:buClr>
              <a:buSzPts val="1320"/>
              <a:buFont typeface="Noto Sans Symbols"/>
              <a:buNone/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Т-Банк: CRM, подбор персонала, юристы, логистика, командировки, почта и облако (VK WorkSpace), видеосвязь (Контур.Толк) — партнёрская витрина Т-Бизнеса</a:t>
            </a:r>
            <a:endParaRPr lang="en-US" sz="1100" b="0" i="0" u="none" strike="noStrike" cap="none" dirty="0">
              <a:solidFill>
                <a:schemeClr val="tx2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Сбер: складской учёт («Моя торговля»), командировки («Деловые поездки»), СберЛогистика, видеосвязь (Jazz)</a:t>
            </a: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Альфа: МойСклад, hh.ru, Saby в Клубе клиентов, Альфа-Диск как хранилище, Альфа-Логист для грузов</a:t>
            </a: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Точка: поставщики и доставка из Китая (Точка ВЭД) — частично, геоаналитика — для франшиз</a:t>
            </a: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Сервисы будущего: Т-Банк «Аналитика бизнеса» (клиентская аналитика, бенчмарки), Альфа «Пульс рынка» (бенчмарки), Точка — ИИ-ассистент</a:t>
            </a:r>
          </a:p>
          <a:p>
            <a:pPr>
              <a:spcAft>
                <a:spcPts val="400"/>
              </a:spcAft>
            </a:pPr>
            <a:r>
              <a:rPr lang="en-US" sz="800" dirty="0">
                <a:solidFill>
                  <a:schemeClr val="tx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Состав строк приведён к экселю v13: убрана «Полноценная аналитика», добавлены Бизнес-360 и Клиент-360</a:t>
            </a:r>
          </a:p>
        </p:txBody>
      </p:sp>
      <p:cxnSp>
        <p:nvCxnSpPr>
          <p:cNvPr id="217" name="Google Shape;335;p41">
            <a:extLst>
              <a:ext uri="{FF2B5EF4-FFF2-40B4-BE49-F238E27FC236}">
                <a16:creationId xmlns:a16="http://schemas.microsoft.com/office/drawing/2014/main" id="{5D4C4E32-C838-4887-88DC-E087D3444E36}"/>
              </a:ext>
            </a:extLst>
          </p:cNvPr>
          <p:cNvCxnSpPr>
            <a:cxnSpLocks/>
          </p:cNvCxnSpPr>
          <p:nvPr/>
        </p:nvCxnSpPr>
        <p:spPr>
          <a:xfrm>
            <a:off x="9506284" y="1741570"/>
            <a:ext cx="2050791" cy="0"/>
          </a:xfrm>
          <a:prstGeom prst="straightConnector1">
            <a:avLst/>
          </a:prstGeom>
          <a:noFill/>
          <a:ln w="12700" cap="sq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D39E1079-09D6-4F0B-820F-3AD8FEFFA8F0}"/>
              </a:ext>
            </a:extLst>
          </p:cNvPr>
          <p:cNvSpPr txBox="1"/>
          <p:nvPr/>
        </p:nvSpPr>
        <p:spPr>
          <a:xfrm>
            <a:off x="9506284" y="1424332"/>
            <a:ext cx="2050791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ru-RU" b="1" dirty="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Segoe UI" panose="020B0502040204020203" pitchFamily="34" charset="0"/>
              </a:rPr>
              <a:t>Комментарии</a:t>
            </a:r>
          </a:p>
        </p:txBody>
      </p:sp>
      <p:cxnSp>
        <p:nvCxnSpPr>
          <p:cNvPr id="220" name="Google Shape;356;p41">
            <a:extLst>
              <a:ext uri="{FF2B5EF4-FFF2-40B4-BE49-F238E27FC236}">
                <a16:creationId xmlns:a16="http://schemas.microsoft.com/office/drawing/2014/main" id="{5D2C43F2-16CA-4776-A92D-408ACD3209FA}"/>
              </a:ext>
            </a:extLst>
          </p:cNvPr>
          <p:cNvCxnSpPr>
            <a:cxnSpLocks/>
          </p:cNvCxnSpPr>
          <p:nvPr/>
        </p:nvCxnSpPr>
        <p:spPr>
          <a:xfrm>
            <a:off x="657761" y="1716170"/>
            <a:ext cx="8541963" cy="0"/>
          </a:xfrm>
          <a:prstGeom prst="straightConnector1">
            <a:avLst/>
          </a:prstGeom>
          <a:noFill/>
          <a:ln w="12700" cap="sq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3" name="Google Shape;346;p41">
            <a:extLst>
              <a:ext uri="{FF2B5EF4-FFF2-40B4-BE49-F238E27FC236}">
                <a16:creationId xmlns:a16="http://schemas.microsoft.com/office/drawing/2014/main" id="{6F9D66CA-5F9C-44BC-809D-AD4970F19F27}"/>
              </a:ext>
            </a:extLst>
          </p:cNvPr>
          <p:cNvSpPr>
            <a:spLocks/>
          </p:cNvSpPr>
          <p:nvPr/>
        </p:nvSpPr>
        <p:spPr>
          <a:xfrm>
            <a:off x="652837" y="1750134"/>
            <a:ext cx="1296613" cy="3145222"/>
          </a:xfrm>
          <a:prstGeom prst="roundRect">
            <a:avLst>
              <a:gd name="adj" fmla="val 6856"/>
            </a:avLst>
          </a:prstGeom>
          <a:gradFill flip="none" rotWithShape="1">
            <a:gsLst>
              <a:gs pos="96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ru-RU" sz="105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ДИФФЕРЕН-</a:t>
            </a:r>
            <a:br>
              <a:rPr lang="ru-RU" sz="105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</a:br>
            <a:r>
              <a:rPr lang="ru-RU" sz="105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ЦИАТОРЫ</a:t>
            </a:r>
          </a:p>
        </p:txBody>
      </p:sp>
      <p:sp>
        <p:nvSpPr>
          <p:cNvPr id="224" name="Google Shape;348;p41">
            <a:extLst>
              <a:ext uri="{FF2B5EF4-FFF2-40B4-BE49-F238E27FC236}">
                <a16:creationId xmlns:a16="http://schemas.microsoft.com/office/drawing/2014/main" id="{FD6C82FF-863D-441F-91FF-424396913E72}"/>
              </a:ext>
            </a:extLst>
          </p:cNvPr>
          <p:cNvSpPr>
            <a:spLocks/>
          </p:cNvSpPr>
          <p:nvPr/>
        </p:nvSpPr>
        <p:spPr>
          <a:xfrm>
            <a:off x="652837" y="4963284"/>
            <a:ext cx="1296613" cy="1217322"/>
          </a:xfrm>
          <a:prstGeom prst="roundRect">
            <a:avLst>
              <a:gd name="adj" fmla="val 7303"/>
            </a:avLst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  <a:spcBef>
                <a:spcPts val="300"/>
              </a:spcBef>
              <a:spcAft>
                <a:spcPts val="300"/>
              </a:spcAft>
            </a:pPr>
            <a:r>
              <a:rPr lang="ru-RU" sz="105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СЕРВИСЫ БУДУЩЕГО</a:t>
            </a:r>
            <a:endParaRPr lang="ru-RU" sz="1050" b="1" dirty="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25" name="Google Shape;356;p41">
            <a:extLst>
              <a:ext uri="{FF2B5EF4-FFF2-40B4-BE49-F238E27FC236}">
                <a16:creationId xmlns:a16="http://schemas.microsoft.com/office/drawing/2014/main" id="{B45A3F87-C461-4916-B979-4F50F8754EAA}"/>
              </a:ext>
            </a:extLst>
          </p:cNvPr>
          <p:cNvCxnSpPr>
            <a:cxnSpLocks/>
          </p:cNvCxnSpPr>
          <p:nvPr/>
        </p:nvCxnSpPr>
        <p:spPr>
          <a:xfrm>
            <a:off x="657761" y="4929320"/>
            <a:ext cx="8541963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4" name="Прямоугольник: скругленные углы 253">
            <a:extLst>
              <a:ext uri="{FF2B5EF4-FFF2-40B4-BE49-F238E27FC236}">
                <a16:creationId xmlns:a16="http://schemas.microsoft.com/office/drawing/2014/main" id="{31F89165-9F44-4E2B-88EB-D1604E1F9E1B}"/>
              </a:ext>
            </a:extLst>
          </p:cNvPr>
          <p:cNvSpPr>
            <a:spLocks/>
          </p:cNvSpPr>
          <p:nvPr/>
        </p:nvSpPr>
        <p:spPr>
          <a:xfrm>
            <a:off x="7233399" y="1404461"/>
            <a:ext cx="631328" cy="25161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39000"/>
            </a:schemeClr>
          </a:solidFill>
          <a:ln w="6350" cap="sq">
            <a:gradFill flip="none" rotWithShape="1">
              <a:gsLst>
                <a:gs pos="0">
                  <a:schemeClr val="accent3">
                    <a:lumMod val="60000"/>
                    <a:lumOff val="40000"/>
                    <a:alpha val="12000"/>
                  </a:schemeClr>
                </a:gs>
                <a:gs pos="100000">
                  <a:schemeClr val="accent3">
                    <a:lumMod val="60000"/>
                    <a:lumOff val="40000"/>
                    <a:alpha val="5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56" name="Прямоугольник: скругленные углы 255">
            <a:extLst>
              <a:ext uri="{FF2B5EF4-FFF2-40B4-BE49-F238E27FC236}">
                <a16:creationId xmlns:a16="http://schemas.microsoft.com/office/drawing/2014/main" id="{686D3E0D-EBF7-40DB-B930-997AB3AF34E2}"/>
              </a:ext>
            </a:extLst>
          </p:cNvPr>
          <p:cNvSpPr>
            <a:spLocks/>
          </p:cNvSpPr>
          <p:nvPr/>
        </p:nvSpPr>
        <p:spPr>
          <a:xfrm>
            <a:off x="8568396" y="1404461"/>
            <a:ext cx="631328" cy="25161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39000"/>
            </a:schemeClr>
          </a:solidFill>
          <a:ln w="6350" cap="sq">
            <a:gradFill flip="none" rotWithShape="1">
              <a:gsLst>
                <a:gs pos="0">
                  <a:schemeClr val="accent3">
                    <a:lumMod val="60000"/>
                    <a:lumOff val="40000"/>
                    <a:alpha val="12000"/>
                  </a:schemeClr>
                </a:gs>
                <a:gs pos="100000">
                  <a:schemeClr val="accent3">
                    <a:lumMod val="60000"/>
                    <a:lumOff val="40000"/>
                    <a:alpha val="5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57" name="Прямоугольник: скругленные углы 256">
            <a:extLst>
              <a:ext uri="{FF2B5EF4-FFF2-40B4-BE49-F238E27FC236}">
                <a16:creationId xmlns:a16="http://schemas.microsoft.com/office/drawing/2014/main" id="{6D6CAA2F-A104-41EC-BA95-A1DDB016388C}"/>
              </a:ext>
            </a:extLst>
          </p:cNvPr>
          <p:cNvSpPr>
            <a:spLocks/>
          </p:cNvSpPr>
          <p:nvPr/>
        </p:nvSpPr>
        <p:spPr>
          <a:xfrm>
            <a:off x="7900897" y="1404461"/>
            <a:ext cx="631328" cy="251619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39000"/>
            </a:schemeClr>
          </a:solidFill>
          <a:ln w="6350" cap="sq">
            <a:gradFill flip="none" rotWithShape="1">
              <a:gsLst>
                <a:gs pos="0">
                  <a:schemeClr val="accent3">
                    <a:lumMod val="60000"/>
                    <a:lumOff val="40000"/>
                    <a:alpha val="12000"/>
                  </a:schemeClr>
                </a:gs>
                <a:gs pos="100000">
                  <a:schemeClr val="accent3">
                    <a:lumMod val="60000"/>
                    <a:lumOff val="40000"/>
                    <a:alpha val="5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60" name="Прямоугольник: скругленные углы 259">
            <a:extLst>
              <a:ext uri="{FF2B5EF4-FFF2-40B4-BE49-F238E27FC236}">
                <a16:creationId xmlns:a16="http://schemas.microsoft.com/office/drawing/2014/main" id="{231DAE31-FA03-4DE0-931A-1FDA435E5F16}"/>
              </a:ext>
            </a:extLst>
          </p:cNvPr>
          <p:cNvSpPr>
            <a:spLocks/>
          </p:cNvSpPr>
          <p:nvPr/>
        </p:nvSpPr>
        <p:spPr>
          <a:xfrm>
            <a:off x="6565900" y="1404461"/>
            <a:ext cx="631328" cy="251619"/>
          </a:xfrm>
          <a:prstGeom prst="roundRect">
            <a:avLst>
              <a:gd name="adj" fmla="val 50000"/>
            </a:avLst>
          </a:prstGeom>
          <a:solidFill>
            <a:schemeClr val="accent1">
              <a:alpha val="9000"/>
            </a:schemeClr>
          </a:solidFill>
          <a:ln w="6350" cap="sq">
            <a:gradFill flip="none" rotWithShape="1">
              <a:gsLst>
                <a:gs pos="0">
                  <a:schemeClr val="accent1">
                    <a:lumMod val="60000"/>
                    <a:lumOff val="40000"/>
                    <a:alpha val="24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431" name="Рисунок 271">
            <a:extLst>
              <a:ext uri="{FF2B5EF4-FFF2-40B4-BE49-F238E27FC236}">
                <a16:creationId xmlns:a16="http://schemas.microsoft.com/office/drawing/2014/main" id="{4020F6C8-6F31-4730-9C3D-CC9EF0A749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065" y="1474379"/>
            <a:ext cx="542999" cy="111782"/>
          </a:xfrm>
          <a:prstGeom prst="rect">
            <a:avLst/>
          </a:prstGeom>
        </p:spPr>
      </p:pic>
      <p:pic>
        <p:nvPicPr>
          <p:cNvPr id="434" name="Рисунок 270">
            <a:extLst>
              <a:ext uri="{FF2B5EF4-FFF2-40B4-BE49-F238E27FC236}">
                <a16:creationId xmlns:a16="http://schemas.microsoft.com/office/drawing/2014/main" id="{8B7BEB2C-CAD9-445A-8DC9-62BF4C267F9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" t="5830" r="2079" b="5830"/>
          <a:stretch/>
        </p:blipFill>
        <p:spPr>
          <a:xfrm>
            <a:off x="7288570" y="1457113"/>
            <a:ext cx="520987" cy="146314"/>
          </a:xfrm>
          <a:prstGeom prst="rect">
            <a:avLst/>
          </a:prstGeom>
        </p:spPr>
      </p:pic>
      <p:pic>
        <p:nvPicPr>
          <p:cNvPr id="435" name="Рисунок 273">
            <a:extLst>
              <a:ext uri="{FF2B5EF4-FFF2-40B4-BE49-F238E27FC236}">
                <a16:creationId xmlns:a16="http://schemas.microsoft.com/office/drawing/2014/main" id="{5DE119BE-EDC8-4960-AA8A-7E8A13F547B7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49" b="52953"/>
          <a:stretch/>
        </p:blipFill>
        <p:spPr>
          <a:xfrm>
            <a:off x="8668149" y="1487766"/>
            <a:ext cx="431822" cy="85008"/>
          </a:xfrm>
          <a:prstGeom prst="rect">
            <a:avLst/>
          </a:prstGeom>
        </p:spPr>
      </p:pic>
      <p:pic>
        <p:nvPicPr>
          <p:cNvPr id="436" name="Рисунок 272">
            <a:extLst>
              <a:ext uri="{FF2B5EF4-FFF2-40B4-BE49-F238E27FC236}">
                <a16:creationId xmlns:a16="http://schemas.microsoft.com/office/drawing/2014/main" id="{EC35B707-BBBD-4075-B124-BCD56C709934}"/>
              </a:ext>
            </a:extLst>
          </p:cNvPr>
          <p:cNvPicPr>
            <a:picLocks/>
          </p:cNvPicPr>
          <p:nvPr/>
        </p:nvPicPr>
        <p:blipFill rotWithShape="1">
          <a:blip r:embed="rId16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8" b="5458"/>
          <a:stretch/>
        </p:blipFill>
        <p:spPr>
          <a:xfrm>
            <a:off x="7956484" y="1447279"/>
            <a:ext cx="520154" cy="165982"/>
          </a:xfrm>
          <a:prstGeom prst="rect">
            <a:avLst/>
          </a:prstGeom>
        </p:spPr>
      </p:pic>
      <p:cxnSp>
        <p:nvCxnSpPr>
          <p:cNvPr id="650" name="Google Shape;495;p42">
            <a:extLst>
              <a:ext uri="{FF2B5EF4-FFF2-40B4-BE49-F238E27FC236}">
                <a16:creationId xmlns:a16="http://schemas.microsoft.com/office/drawing/2014/main" id="{19E7C3A1-C84B-447E-9C15-CE7F24F8D663}"/>
              </a:ext>
            </a:extLst>
          </p:cNvPr>
          <p:cNvCxnSpPr>
            <a:cxnSpLocks/>
          </p:cNvCxnSpPr>
          <p:nvPr/>
        </p:nvCxnSpPr>
        <p:spPr>
          <a:xfrm>
            <a:off x="2025650" y="2144590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2" name="Google Shape;497;p42">
            <a:extLst>
              <a:ext uri="{FF2B5EF4-FFF2-40B4-BE49-F238E27FC236}">
                <a16:creationId xmlns:a16="http://schemas.microsoft.com/office/drawing/2014/main" id="{FC0081E3-F2AF-461F-A88E-9052BBFCCA16}"/>
              </a:ext>
            </a:extLst>
          </p:cNvPr>
          <p:cNvCxnSpPr>
            <a:cxnSpLocks/>
          </p:cNvCxnSpPr>
          <p:nvPr/>
        </p:nvCxnSpPr>
        <p:spPr>
          <a:xfrm>
            <a:off x="2025650" y="2787220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4" name="Google Shape;499;p42">
            <a:extLst>
              <a:ext uri="{FF2B5EF4-FFF2-40B4-BE49-F238E27FC236}">
                <a16:creationId xmlns:a16="http://schemas.microsoft.com/office/drawing/2014/main" id="{55E93718-CF6A-4CE0-9E0D-9852F304A2E8}"/>
              </a:ext>
            </a:extLst>
          </p:cNvPr>
          <p:cNvCxnSpPr>
            <a:cxnSpLocks/>
          </p:cNvCxnSpPr>
          <p:nvPr/>
        </p:nvCxnSpPr>
        <p:spPr>
          <a:xfrm>
            <a:off x="2025650" y="3644060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6" name="Google Shape;501;p42">
            <a:extLst>
              <a:ext uri="{FF2B5EF4-FFF2-40B4-BE49-F238E27FC236}">
                <a16:creationId xmlns:a16="http://schemas.microsoft.com/office/drawing/2014/main" id="{913C229F-442F-4075-A6C0-ECE69EF3C9F5}"/>
              </a:ext>
            </a:extLst>
          </p:cNvPr>
          <p:cNvCxnSpPr>
            <a:cxnSpLocks/>
          </p:cNvCxnSpPr>
          <p:nvPr/>
        </p:nvCxnSpPr>
        <p:spPr>
          <a:xfrm>
            <a:off x="2025650" y="4071806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0" name="Google Shape;505;p42">
            <a:extLst>
              <a:ext uri="{FF2B5EF4-FFF2-40B4-BE49-F238E27FC236}">
                <a16:creationId xmlns:a16="http://schemas.microsoft.com/office/drawing/2014/main" id="{F2E48436-0BEF-40DC-8459-E12D0FC69D4B}"/>
              </a:ext>
            </a:extLst>
          </p:cNvPr>
          <p:cNvCxnSpPr>
            <a:cxnSpLocks/>
          </p:cNvCxnSpPr>
          <p:nvPr/>
        </p:nvCxnSpPr>
        <p:spPr>
          <a:xfrm>
            <a:off x="2025650" y="5143530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2" name="Google Shape;507;p42">
            <a:extLst>
              <a:ext uri="{FF2B5EF4-FFF2-40B4-BE49-F238E27FC236}">
                <a16:creationId xmlns:a16="http://schemas.microsoft.com/office/drawing/2014/main" id="{137C3CDA-2AC3-4AEB-8DA1-4E828EA083A9}"/>
              </a:ext>
            </a:extLst>
          </p:cNvPr>
          <p:cNvCxnSpPr>
            <a:cxnSpLocks/>
          </p:cNvCxnSpPr>
          <p:nvPr/>
        </p:nvCxnSpPr>
        <p:spPr>
          <a:xfrm>
            <a:off x="3685032" y="5786160"/>
            <a:ext cx="5522976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4" name="Google Shape;509;p42">
            <a:extLst>
              <a:ext uri="{FF2B5EF4-FFF2-40B4-BE49-F238E27FC236}">
                <a16:creationId xmlns:a16="http://schemas.microsoft.com/office/drawing/2014/main" id="{E6ADC71E-3286-4AFB-B8FD-B8D892A8E659}"/>
              </a:ext>
            </a:extLst>
          </p:cNvPr>
          <p:cNvCxnSpPr>
            <a:cxnSpLocks/>
          </p:cNvCxnSpPr>
          <p:nvPr/>
        </p:nvCxnSpPr>
        <p:spPr>
          <a:xfrm>
            <a:off x="2025650" y="6000370"/>
            <a:ext cx="7174074" cy="0"/>
          </a:xfrm>
          <a:prstGeom prst="straightConnector1">
            <a:avLst/>
          </a:prstGeom>
          <a:noFill/>
          <a:ln w="63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0" name="Google Shape;516;p42">
            <a:extLst>
              <a:ext uri="{FF2B5EF4-FFF2-40B4-BE49-F238E27FC236}">
                <a16:creationId xmlns:a16="http://schemas.microsoft.com/office/drawing/2014/main" id="{86647BC6-9C34-4361-9B1A-BA5BDA703F29}"/>
              </a:ext>
            </a:extLst>
          </p:cNvPr>
          <p:cNvCxnSpPr>
            <a:cxnSpLocks/>
          </p:cNvCxnSpPr>
          <p:nvPr/>
        </p:nvCxnSpPr>
        <p:spPr>
          <a:xfrm>
            <a:off x="3680460" y="193038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8" name="Google Shape;527;p42">
            <a:extLst>
              <a:ext uri="{FF2B5EF4-FFF2-40B4-BE49-F238E27FC236}">
                <a16:creationId xmlns:a16="http://schemas.microsoft.com/office/drawing/2014/main" id="{15DD8A21-0E11-4478-BADE-44AAA46EF65A}"/>
              </a:ext>
            </a:extLst>
          </p:cNvPr>
          <p:cNvCxnSpPr>
            <a:cxnSpLocks/>
          </p:cNvCxnSpPr>
          <p:nvPr/>
        </p:nvCxnSpPr>
        <p:spPr>
          <a:xfrm>
            <a:off x="3680460" y="235880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3" name="Google Shape;533;p42">
            <a:extLst>
              <a:ext uri="{FF2B5EF4-FFF2-40B4-BE49-F238E27FC236}">
                <a16:creationId xmlns:a16="http://schemas.microsoft.com/office/drawing/2014/main" id="{E22AB6DA-8198-4FD5-93A6-C7279A852C3F}"/>
              </a:ext>
            </a:extLst>
          </p:cNvPr>
          <p:cNvCxnSpPr>
            <a:cxnSpLocks/>
          </p:cNvCxnSpPr>
          <p:nvPr/>
        </p:nvCxnSpPr>
        <p:spPr>
          <a:xfrm>
            <a:off x="3680460" y="257301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0" name="Google Shape;544;p42">
            <a:extLst>
              <a:ext uri="{FF2B5EF4-FFF2-40B4-BE49-F238E27FC236}">
                <a16:creationId xmlns:a16="http://schemas.microsoft.com/office/drawing/2014/main" id="{87B080FA-8B3A-423C-ADF5-CD7EA4E7473C}"/>
              </a:ext>
            </a:extLst>
          </p:cNvPr>
          <p:cNvCxnSpPr>
            <a:cxnSpLocks/>
          </p:cNvCxnSpPr>
          <p:nvPr/>
        </p:nvCxnSpPr>
        <p:spPr>
          <a:xfrm>
            <a:off x="3680460" y="300143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4" name="Google Shape;550;p42">
            <a:extLst>
              <a:ext uri="{FF2B5EF4-FFF2-40B4-BE49-F238E27FC236}">
                <a16:creationId xmlns:a16="http://schemas.microsoft.com/office/drawing/2014/main" id="{2A855BDC-6131-4881-B048-F3A2D8607890}"/>
              </a:ext>
            </a:extLst>
          </p:cNvPr>
          <p:cNvCxnSpPr>
            <a:cxnSpLocks/>
          </p:cNvCxnSpPr>
          <p:nvPr/>
        </p:nvCxnSpPr>
        <p:spPr>
          <a:xfrm>
            <a:off x="3680460" y="321564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6" name="Google Shape;552;p42">
            <a:extLst>
              <a:ext uri="{FF2B5EF4-FFF2-40B4-BE49-F238E27FC236}">
                <a16:creationId xmlns:a16="http://schemas.microsoft.com/office/drawing/2014/main" id="{5162DC8C-3823-45B2-BF28-351DA330050C}"/>
              </a:ext>
            </a:extLst>
          </p:cNvPr>
          <p:cNvCxnSpPr>
            <a:cxnSpLocks/>
          </p:cNvCxnSpPr>
          <p:nvPr/>
        </p:nvCxnSpPr>
        <p:spPr>
          <a:xfrm>
            <a:off x="3680460" y="342985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6" name="Google Shape;563;p42">
            <a:extLst>
              <a:ext uri="{FF2B5EF4-FFF2-40B4-BE49-F238E27FC236}">
                <a16:creationId xmlns:a16="http://schemas.microsoft.com/office/drawing/2014/main" id="{DBF9A3E8-4004-4BE5-A81D-7FFD1EBAA227}"/>
              </a:ext>
            </a:extLst>
          </p:cNvPr>
          <p:cNvCxnSpPr>
            <a:cxnSpLocks/>
          </p:cNvCxnSpPr>
          <p:nvPr/>
        </p:nvCxnSpPr>
        <p:spPr>
          <a:xfrm>
            <a:off x="3680460" y="385827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0" name="Google Shape;586;p42">
            <a:extLst>
              <a:ext uri="{FF2B5EF4-FFF2-40B4-BE49-F238E27FC236}">
                <a16:creationId xmlns:a16="http://schemas.microsoft.com/office/drawing/2014/main" id="{23E7AA88-DB2D-40C4-A2E9-C0701EF552ED}"/>
              </a:ext>
            </a:extLst>
          </p:cNvPr>
          <p:cNvCxnSpPr>
            <a:cxnSpLocks/>
          </p:cNvCxnSpPr>
          <p:nvPr/>
        </p:nvCxnSpPr>
        <p:spPr>
          <a:xfrm>
            <a:off x="3680460" y="535774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2" name="Google Shape;592;p42">
            <a:extLst>
              <a:ext uri="{FF2B5EF4-FFF2-40B4-BE49-F238E27FC236}">
                <a16:creationId xmlns:a16="http://schemas.microsoft.com/office/drawing/2014/main" id="{996E2107-D6B4-42E7-AF29-829DCE45C3E5}"/>
              </a:ext>
            </a:extLst>
          </p:cNvPr>
          <p:cNvCxnSpPr>
            <a:cxnSpLocks/>
          </p:cNvCxnSpPr>
          <p:nvPr/>
        </p:nvCxnSpPr>
        <p:spPr>
          <a:xfrm>
            <a:off x="3680460" y="5571950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4" name="Google Shape;501;p42">
            <a:extLst>
              <a:ext uri="{FF2B5EF4-FFF2-40B4-BE49-F238E27FC236}">
                <a16:creationId xmlns:a16="http://schemas.microsoft.com/office/drawing/2014/main" id="{09E0F0E6-8AA2-4A86-A69A-AD7834852913}"/>
              </a:ext>
            </a:extLst>
          </p:cNvPr>
          <p:cNvCxnSpPr>
            <a:cxnSpLocks/>
          </p:cNvCxnSpPr>
          <p:nvPr/>
        </p:nvCxnSpPr>
        <p:spPr>
          <a:xfrm>
            <a:off x="3680460" y="4286016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5" name="Google Shape;501;p42">
            <a:extLst>
              <a:ext uri="{FF2B5EF4-FFF2-40B4-BE49-F238E27FC236}">
                <a16:creationId xmlns:a16="http://schemas.microsoft.com/office/drawing/2014/main" id="{5C87149A-EAFA-4A37-A632-91DD2F12D9DC}"/>
              </a:ext>
            </a:extLst>
          </p:cNvPr>
          <p:cNvCxnSpPr>
            <a:cxnSpLocks/>
          </p:cNvCxnSpPr>
          <p:nvPr/>
        </p:nvCxnSpPr>
        <p:spPr>
          <a:xfrm>
            <a:off x="3680460" y="4500226"/>
            <a:ext cx="5519264" cy="0"/>
          </a:xfrm>
          <a:prstGeom prst="straightConnector1">
            <a:avLst/>
          </a:prstGeom>
          <a:noFill/>
          <a:ln w="6350" cap="flat" cmpd="sng">
            <a:solidFill>
              <a:srgbClr val="D0D0D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9" name="Google Shape;513;p42">
            <a:extLst>
              <a:ext uri="{FF2B5EF4-FFF2-40B4-BE49-F238E27FC236}">
                <a16:creationId xmlns:a16="http://schemas.microsoft.com/office/drawing/2014/main" id="{34A6AC9C-1B37-46D5-AA45-BC566EAFEF32}"/>
              </a:ext>
            </a:extLst>
          </p:cNvPr>
          <p:cNvSpPr>
            <a:spLocks/>
          </p:cNvSpPr>
          <p:nvPr/>
        </p:nvSpPr>
        <p:spPr>
          <a:xfrm>
            <a:off x="7233399" y="17501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13" name="Google Shape;532;p42">
            <a:extLst>
              <a:ext uri="{FF2B5EF4-FFF2-40B4-BE49-F238E27FC236}">
                <a16:creationId xmlns:a16="http://schemas.microsoft.com/office/drawing/2014/main" id="{D7902B93-9425-42BA-B07F-C41773DFA485}"/>
              </a:ext>
            </a:extLst>
          </p:cNvPr>
          <p:cNvSpPr>
            <a:spLocks/>
          </p:cNvSpPr>
          <p:nvPr/>
        </p:nvSpPr>
        <p:spPr>
          <a:xfrm>
            <a:off x="7894638" y="17501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58" name="Google Shape;523;p42">
            <a:extLst>
              <a:ext uri="{FF2B5EF4-FFF2-40B4-BE49-F238E27FC236}">
                <a16:creationId xmlns:a16="http://schemas.microsoft.com/office/drawing/2014/main" id="{0F92EDBC-6148-4D59-AA4D-916198440806}"/>
              </a:ext>
            </a:extLst>
          </p:cNvPr>
          <p:cNvSpPr>
            <a:spLocks/>
          </p:cNvSpPr>
          <p:nvPr/>
        </p:nvSpPr>
        <p:spPr>
          <a:xfrm>
            <a:off x="8568396" y="17501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6B0AB7-BEE0-4334-9CFF-CD29663A06C6}"/>
              </a:ext>
            </a:extLst>
          </p:cNvPr>
          <p:cNvSpPr txBox="1"/>
          <p:nvPr/>
        </p:nvSpPr>
        <p:spPr>
          <a:xfrm>
            <a:off x="3673017" y="175017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50" dirty="0">
                <a:cs typeface="Segoe UI" panose="020B0502040204020203" pitchFamily="34" charset="0"/>
              </a:rPr>
              <a:t>CRM</a:t>
            </a:r>
            <a:endParaRPr lang="ru-RU" sz="950" dirty="0">
              <a:cs typeface="Segoe UI" panose="020B0502040204020203" pitchFamily="34" charset="0"/>
            </a:endParaRPr>
          </a:p>
        </p:txBody>
      </p:sp>
      <p:sp>
        <p:nvSpPr>
          <p:cNvPr id="662" name="Google Shape;519;p42">
            <a:extLst>
              <a:ext uri="{FF2B5EF4-FFF2-40B4-BE49-F238E27FC236}">
                <a16:creationId xmlns:a16="http://schemas.microsoft.com/office/drawing/2014/main" id="{3C0B5C29-70E6-4005-9852-0B5148A3A009}"/>
              </a:ext>
            </a:extLst>
          </p:cNvPr>
          <p:cNvSpPr>
            <a:spLocks/>
          </p:cNvSpPr>
          <p:nvPr/>
        </p:nvSpPr>
        <p:spPr>
          <a:xfrm>
            <a:off x="7233399" y="196434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14" name="Google Shape;538;p42">
            <a:extLst>
              <a:ext uri="{FF2B5EF4-FFF2-40B4-BE49-F238E27FC236}">
                <a16:creationId xmlns:a16="http://schemas.microsoft.com/office/drawing/2014/main" id="{DED993BC-8DE6-44F7-89C0-B05621F200C9}"/>
              </a:ext>
            </a:extLst>
          </p:cNvPr>
          <p:cNvSpPr>
            <a:spLocks/>
          </p:cNvSpPr>
          <p:nvPr/>
        </p:nvSpPr>
        <p:spPr>
          <a:xfrm>
            <a:off x="7894638" y="196434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59" name="Google Shape;523;p42">
            <a:extLst>
              <a:ext uri="{FF2B5EF4-FFF2-40B4-BE49-F238E27FC236}">
                <a16:creationId xmlns:a16="http://schemas.microsoft.com/office/drawing/2014/main" id="{385E31ED-9C02-43B5-99FD-36CF37C5E48E}"/>
              </a:ext>
            </a:extLst>
          </p:cNvPr>
          <p:cNvSpPr>
            <a:spLocks/>
          </p:cNvSpPr>
          <p:nvPr/>
        </p:nvSpPr>
        <p:spPr>
          <a:xfrm>
            <a:off x="8568396" y="196434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F1C95F-5B92-4419-A178-4D719BC6F84D}"/>
              </a:ext>
            </a:extLst>
          </p:cNvPr>
          <p:cNvSpPr txBox="1"/>
          <p:nvPr/>
        </p:nvSpPr>
        <p:spPr>
          <a:xfrm>
            <a:off x="3673017" y="196438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50" dirty="0">
                <a:cs typeface="Segoe UI" panose="020B0502040204020203" pitchFamily="34" charset="0"/>
              </a:rPr>
              <a:t>ERP / </a:t>
            </a:r>
            <a:r>
              <a:rPr lang="ru-RU" sz="950" dirty="0"/>
              <a:t>управление ресурсами бизнеса</a:t>
            </a:r>
          </a:p>
        </p:txBody>
      </p:sp>
      <p:sp>
        <p:nvSpPr>
          <p:cNvPr id="664" name="Google Shape;523;p42">
            <a:extLst>
              <a:ext uri="{FF2B5EF4-FFF2-40B4-BE49-F238E27FC236}">
                <a16:creationId xmlns:a16="http://schemas.microsoft.com/office/drawing/2014/main" id="{889AFC5B-29FB-4ACD-AECD-5D0218F1EF9F}"/>
              </a:ext>
            </a:extLst>
          </p:cNvPr>
          <p:cNvSpPr>
            <a:spLocks/>
          </p:cNvSpPr>
          <p:nvPr/>
        </p:nvSpPr>
        <p:spPr>
          <a:xfrm>
            <a:off x="6565900" y="217855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65" name="Google Shape;524;p42">
            <a:extLst>
              <a:ext uri="{FF2B5EF4-FFF2-40B4-BE49-F238E27FC236}">
                <a16:creationId xmlns:a16="http://schemas.microsoft.com/office/drawing/2014/main" id="{0316AC7A-C891-4A9F-9016-9C1CA8B8F548}"/>
              </a:ext>
            </a:extLst>
          </p:cNvPr>
          <p:cNvSpPr>
            <a:spLocks/>
          </p:cNvSpPr>
          <p:nvPr/>
        </p:nvSpPr>
        <p:spPr>
          <a:xfrm>
            <a:off x="7233399" y="217855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66" name="Google Shape;525;p42">
            <a:extLst>
              <a:ext uri="{FF2B5EF4-FFF2-40B4-BE49-F238E27FC236}">
                <a16:creationId xmlns:a16="http://schemas.microsoft.com/office/drawing/2014/main" id="{2A2928DB-1C4A-4024-B222-032670A98C69}"/>
              </a:ext>
            </a:extLst>
          </p:cNvPr>
          <p:cNvSpPr>
            <a:spLocks/>
          </p:cNvSpPr>
          <p:nvPr/>
        </p:nvSpPr>
        <p:spPr>
          <a:xfrm>
            <a:off x="7894163" y="217855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67" name="Google Shape;526;p42">
            <a:extLst>
              <a:ext uri="{FF2B5EF4-FFF2-40B4-BE49-F238E27FC236}">
                <a16:creationId xmlns:a16="http://schemas.microsoft.com/office/drawing/2014/main" id="{EFA53454-DCCF-4B16-94DC-0DBC3B255D98}"/>
              </a:ext>
            </a:extLst>
          </p:cNvPr>
          <p:cNvSpPr>
            <a:spLocks/>
          </p:cNvSpPr>
          <p:nvPr/>
        </p:nvSpPr>
        <p:spPr>
          <a:xfrm>
            <a:off x="8568396" y="217855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76D4E3-A27F-4B7E-A88B-9D7836D6BB94}"/>
              </a:ext>
            </a:extLst>
          </p:cNvPr>
          <p:cNvSpPr txBox="1"/>
          <p:nvPr/>
        </p:nvSpPr>
        <p:spPr>
          <a:xfrm>
            <a:off x="3673017" y="217859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50" dirty="0">
                <a:cs typeface="Segoe UI" panose="020B0502040204020203" pitchFamily="34" charset="0"/>
              </a:rPr>
              <a:t>HRM / </a:t>
            </a:r>
            <a:r>
              <a:rPr lang="ru-RU" sz="950" dirty="0"/>
              <a:t>кадровый учёт</a:t>
            </a:r>
          </a:p>
        </p:txBody>
      </p:sp>
      <p:sp>
        <p:nvSpPr>
          <p:cNvPr id="671" name="Google Shape;530;p42">
            <a:extLst>
              <a:ext uri="{FF2B5EF4-FFF2-40B4-BE49-F238E27FC236}">
                <a16:creationId xmlns:a16="http://schemas.microsoft.com/office/drawing/2014/main" id="{CA6975D6-5144-42AC-9FF6-41208B8DF6A7}"/>
              </a:ext>
            </a:extLst>
          </p:cNvPr>
          <p:cNvSpPr>
            <a:spLocks/>
          </p:cNvSpPr>
          <p:nvPr/>
        </p:nvSpPr>
        <p:spPr>
          <a:xfrm>
            <a:off x="7233399" y="239276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72" name="Google Shape;532;p42">
            <a:extLst>
              <a:ext uri="{FF2B5EF4-FFF2-40B4-BE49-F238E27FC236}">
                <a16:creationId xmlns:a16="http://schemas.microsoft.com/office/drawing/2014/main" id="{77EBBFC4-38D6-435B-A23D-9587E6B005F5}"/>
              </a:ext>
            </a:extLst>
          </p:cNvPr>
          <p:cNvSpPr>
            <a:spLocks/>
          </p:cNvSpPr>
          <p:nvPr/>
        </p:nvSpPr>
        <p:spPr>
          <a:xfrm>
            <a:off x="8568396" y="239276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11" name="Google Shape;532;p42">
            <a:extLst>
              <a:ext uri="{FF2B5EF4-FFF2-40B4-BE49-F238E27FC236}">
                <a16:creationId xmlns:a16="http://schemas.microsoft.com/office/drawing/2014/main" id="{20AA376D-EB84-4C48-9CE1-3A6F3A66452D}"/>
              </a:ext>
            </a:extLst>
          </p:cNvPr>
          <p:cNvSpPr>
            <a:spLocks/>
          </p:cNvSpPr>
          <p:nvPr/>
        </p:nvSpPr>
        <p:spPr>
          <a:xfrm>
            <a:off x="7894638" y="239276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65F41F-6B03-4773-972C-C703CF3BB173}"/>
              </a:ext>
            </a:extLst>
          </p:cNvPr>
          <p:cNvSpPr txBox="1"/>
          <p:nvPr/>
        </p:nvSpPr>
        <p:spPr>
          <a:xfrm>
            <a:off x="3673017" y="239280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Подбор персонала</a:t>
            </a:r>
          </a:p>
        </p:txBody>
      </p:sp>
      <p:sp>
        <p:nvSpPr>
          <p:cNvPr id="675" name="Google Shape;535;p42">
            <a:extLst>
              <a:ext uri="{FF2B5EF4-FFF2-40B4-BE49-F238E27FC236}">
                <a16:creationId xmlns:a16="http://schemas.microsoft.com/office/drawing/2014/main" id="{086E1624-E4F1-452E-89E4-510E6E917712}"/>
              </a:ext>
            </a:extLst>
          </p:cNvPr>
          <p:cNvSpPr>
            <a:spLocks/>
          </p:cNvSpPr>
          <p:nvPr/>
        </p:nvSpPr>
        <p:spPr>
          <a:xfrm>
            <a:off x="6565900" y="260697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76" name="Google Shape;536;p42">
            <a:extLst>
              <a:ext uri="{FF2B5EF4-FFF2-40B4-BE49-F238E27FC236}">
                <a16:creationId xmlns:a16="http://schemas.microsoft.com/office/drawing/2014/main" id="{B104D8E2-8067-4FF7-A85C-9CE0A1D443E0}"/>
              </a:ext>
            </a:extLst>
          </p:cNvPr>
          <p:cNvSpPr>
            <a:spLocks/>
          </p:cNvSpPr>
          <p:nvPr/>
        </p:nvSpPr>
        <p:spPr>
          <a:xfrm>
            <a:off x="7233399" y="260697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77" name="Google Shape;538;p42">
            <a:extLst>
              <a:ext uri="{FF2B5EF4-FFF2-40B4-BE49-F238E27FC236}">
                <a16:creationId xmlns:a16="http://schemas.microsoft.com/office/drawing/2014/main" id="{6BAE8371-E4A8-4EB1-B75C-0DDA2C37F8D3}"/>
              </a:ext>
            </a:extLst>
          </p:cNvPr>
          <p:cNvSpPr>
            <a:spLocks/>
          </p:cNvSpPr>
          <p:nvPr/>
        </p:nvSpPr>
        <p:spPr>
          <a:xfrm>
            <a:off x="8568396" y="260697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12" name="Google Shape;538;p42">
            <a:extLst>
              <a:ext uri="{FF2B5EF4-FFF2-40B4-BE49-F238E27FC236}">
                <a16:creationId xmlns:a16="http://schemas.microsoft.com/office/drawing/2014/main" id="{011F3B70-6A92-4F26-88B2-23EC10EB38D0}"/>
              </a:ext>
            </a:extLst>
          </p:cNvPr>
          <p:cNvSpPr>
            <a:spLocks/>
          </p:cNvSpPr>
          <p:nvPr/>
        </p:nvSpPr>
        <p:spPr>
          <a:xfrm>
            <a:off x="7894638" y="260697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B611A2-D6A2-4CE8-9D0A-7EAAFD4DE047}"/>
              </a:ext>
            </a:extLst>
          </p:cNvPr>
          <p:cNvSpPr txBox="1"/>
          <p:nvPr/>
        </p:nvSpPr>
        <p:spPr>
          <a:xfrm>
            <a:off x="3673017" y="260701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 err="1">
                <a:cs typeface="Segoe UI" panose="020B0502040204020203" pitchFamily="34" charset="0"/>
              </a:rPr>
              <a:t>Тревел</a:t>
            </a:r>
            <a:r>
              <a:rPr lang="ru-RU" sz="950" dirty="0">
                <a:cs typeface="Segoe UI" panose="020B0502040204020203" pitchFamily="34" charset="0"/>
              </a:rPr>
              <a:t>: организация командировок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65E871-470E-4204-8FDC-C6E65CED3FB5}"/>
              </a:ext>
            </a:extLst>
          </p:cNvPr>
          <p:cNvSpPr txBox="1"/>
          <p:nvPr/>
        </p:nvSpPr>
        <p:spPr>
          <a:xfrm>
            <a:off x="3673017" y="282122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Товарный и складской учёт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BE45BC-96E8-4218-BD14-B6949F18D163}"/>
              </a:ext>
            </a:extLst>
          </p:cNvPr>
          <p:cNvSpPr txBox="1"/>
          <p:nvPr/>
        </p:nvSpPr>
        <p:spPr>
          <a:xfrm>
            <a:off x="3673017" y="303543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Закупки и управление поставщиками</a:t>
            </a:r>
          </a:p>
        </p:txBody>
      </p:sp>
      <p:sp>
        <p:nvSpPr>
          <p:cNvPr id="774" name="Google Shape;573;p42">
            <a:extLst>
              <a:ext uri="{FF2B5EF4-FFF2-40B4-BE49-F238E27FC236}">
                <a16:creationId xmlns:a16="http://schemas.microsoft.com/office/drawing/2014/main" id="{A3F958DB-8BA5-4B75-9B58-2108B924FFD9}"/>
              </a:ext>
            </a:extLst>
          </p:cNvPr>
          <p:cNvSpPr>
            <a:spLocks/>
          </p:cNvSpPr>
          <p:nvPr/>
        </p:nvSpPr>
        <p:spPr>
          <a:xfrm>
            <a:off x="7233399" y="32496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75" name="Google Shape;575;p42">
            <a:extLst>
              <a:ext uri="{FF2B5EF4-FFF2-40B4-BE49-F238E27FC236}">
                <a16:creationId xmlns:a16="http://schemas.microsoft.com/office/drawing/2014/main" id="{D11BC6FD-1B4B-4FE4-947B-DC516F0FE9BD}"/>
              </a:ext>
            </a:extLst>
          </p:cNvPr>
          <p:cNvSpPr>
            <a:spLocks/>
          </p:cNvSpPr>
          <p:nvPr/>
        </p:nvSpPr>
        <p:spPr>
          <a:xfrm>
            <a:off x="8568396" y="32496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76" name="Google Shape;594;p42">
            <a:extLst>
              <a:ext uri="{FF2B5EF4-FFF2-40B4-BE49-F238E27FC236}">
                <a16:creationId xmlns:a16="http://schemas.microsoft.com/office/drawing/2014/main" id="{3C9C59E4-0712-40C8-9E6B-44597366E31B}"/>
              </a:ext>
            </a:extLst>
          </p:cNvPr>
          <p:cNvSpPr>
            <a:spLocks/>
          </p:cNvSpPr>
          <p:nvPr/>
        </p:nvSpPr>
        <p:spPr>
          <a:xfrm>
            <a:off x="6565900" y="32496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77" name="Google Shape;573;p42">
            <a:extLst>
              <a:ext uri="{FF2B5EF4-FFF2-40B4-BE49-F238E27FC236}">
                <a16:creationId xmlns:a16="http://schemas.microsoft.com/office/drawing/2014/main" id="{83E9AEBA-FB03-4CFA-9E72-AC4D0D5F012D}"/>
              </a:ext>
            </a:extLst>
          </p:cNvPr>
          <p:cNvSpPr>
            <a:spLocks/>
          </p:cNvSpPr>
          <p:nvPr/>
        </p:nvSpPr>
        <p:spPr>
          <a:xfrm>
            <a:off x="7894163" y="32496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754BE3-4682-421C-8A96-5E39F4C699DD}"/>
              </a:ext>
            </a:extLst>
          </p:cNvPr>
          <p:cNvSpPr txBox="1"/>
          <p:nvPr/>
        </p:nvSpPr>
        <p:spPr>
          <a:xfrm>
            <a:off x="3673017" y="324964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 err="1">
                <a:cs typeface="Segoe UI" panose="020B0502040204020203" pitchFamily="34" charset="0"/>
              </a:rPr>
              <a:t>Автоподбор</a:t>
            </a:r>
            <a:r>
              <a:rPr lang="ru-RU" sz="950" dirty="0">
                <a:cs typeface="Segoe UI" panose="020B0502040204020203" pitchFamily="34" charset="0"/>
              </a:rPr>
              <a:t> поставщиков</a:t>
            </a:r>
          </a:p>
        </p:txBody>
      </p:sp>
      <p:sp>
        <p:nvSpPr>
          <p:cNvPr id="688" name="Google Shape;554;p42">
            <a:extLst>
              <a:ext uri="{FF2B5EF4-FFF2-40B4-BE49-F238E27FC236}">
                <a16:creationId xmlns:a16="http://schemas.microsoft.com/office/drawing/2014/main" id="{1EF9F794-6E32-4C71-BD23-EA7338C1DC7C}"/>
              </a:ext>
            </a:extLst>
          </p:cNvPr>
          <p:cNvSpPr>
            <a:spLocks/>
          </p:cNvSpPr>
          <p:nvPr/>
        </p:nvSpPr>
        <p:spPr>
          <a:xfrm>
            <a:off x="6565900" y="3463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89" name="Google Shape;555;p42">
            <a:extLst>
              <a:ext uri="{FF2B5EF4-FFF2-40B4-BE49-F238E27FC236}">
                <a16:creationId xmlns:a16="http://schemas.microsoft.com/office/drawing/2014/main" id="{3A679AEF-D80E-474E-B748-851F9CDCAD5F}"/>
              </a:ext>
            </a:extLst>
          </p:cNvPr>
          <p:cNvSpPr>
            <a:spLocks/>
          </p:cNvSpPr>
          <p:nvPr/>
        </p:nvSpPr>
        <p:spPr>
          <a:xfrm>
            <a:off x="7233399" y="3463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90" name="Google Shape;557;p42">
            <a:extLst>
              <a:ext uri="{FF2B5EF4-FFF2-40B4-BE49-F238E27FC236}">
                <a16:creationId xmlns:a16="http://schemas.microsoft.com/office/drawing/2014/main" id="{F57BC9E9-8075-4E84-A3B0-0C9AF20DA213}"/>
              </a:ext>
            </a:extLst>
          </p:cNvPr>
          <p:cNvSpPr>
            <a:spLocks/>
          </p:cNvSpPr>
          <p:nvPr/>
        </p:nvSpPr>
        <p:spPr>
          <a:xfrm>
            <a:off x="8568396" y="3463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16" name="Google Shape;555;p42">
            <a:extLst>
              <a:ext uri="{FF2B5EF4-FFF2-40B4-BE49-F238E27FC236}">
                <a16:creationId xmlns:a16="http://schemas.microsoft.com/office/drawing/2014/main" id="{7B53EF03-A91C-45AE-A830-7DA6385D3730}"/>
              </a:ext>
            </a:extLst>
          </p:cNvPr>
          <p:cNvSpPr>
            <a:spLocks/>
          </p:cNvSpPr>
          <p:nvPr/>
        </p:nvSpPr>
        <p:spPr>
          <a:xfrm>
            <a:off x="7894163" y="3463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A13A1F-AECE-48A5-AB4D-73D4793275B9}"/>
              </a:ext>
            </a:extLst>
          </p:cNvPr>
          <p:cNvSpPr txBox="1"/>
          <p:nvPr/>
        </p:nvSpPr>
        <p:spPr>
          <a:xfrm>
            <a:off x="3673017" y="346385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Логистика грузов</a:t>
            </a:r>
          </a:p>
        </p:txBody>
      </p:sp>
      <p:sp>
        <p:nvSpPr>
          <p:cNvPr id="693" name="Google Shape;560;p42">
            <a:extLst>
              <a:ext uri="{FF2B5EF4-FFF2-40B4-BE49-F238E27FC236}">
                <a16:creationId xmlns:a16="http://schemas.microsoft.com/office/drawing/2014/main" id="{50B2033E-776C-42BC-9764-62067BB4B69F}"/>
              </a:ext>
            </a:extLst>
          </p:cNvPr>
          <p:cNvSpPr>
            <a:spLocks/>
          </p:cNvSpPr>
          <p:nvPr/>
        </p:nvSpPr>
        <p:spPr>
          <a:xfrm>
            <a:off x="7233399" y="367802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94" name="Google Shape;561;p42">
            <a:extLst>
              <a:ext uri="{FF2B5EF4-FFF2-40B4-BE49-F238E27FC236}">
                <a16:creationId xmlns:a16="http://schemas.microsoft.com/office/drawing/2014/main" id="{03AA4E98-CF81-4F90-AA2D-110EFE47AE32}"/>
              </a:ext>
            </a:extLst>
          </p:cNvPr>
          <p:cNvSpPr>
            <a:spLocks/>
          </p:cNvSpPr>
          <p:nvPr/>
        </p:nvSpPr>
        <p:spPr>
          <a:xfrm>
            <a:off x="7894163" y="367802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95" name="Google Shape;562;p42">
            <a:extLst>
              <a:ext uri="{FF2B5EF4-FFF2-40B4-BE49-F238E27FC236}">
                <a16:creationId xmlns:a16="http://schemas.microsoft.com/office/drawing/2014/main" id="{D18F9CBA-D6C6-42CC-B09E-C725C9494413}"/>
              </a:ext>
            </a:extLst>
          </p:cNvPr>
          <p:cNvSpPr>
            <a:spLocks/>
          </p:cNvSpPr>
          <p:nvPr/>
        </p:nvSpPr>
        <p:spPr>
          <a:xfrm>
            <a:off x="8568396" y="367802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4737FF-6339-4999-A210-B6A5BEADEDE5}"/>
              </a:ext>
            </a:extLst>
          </p:cNvPr>
          <p:cNvSpPr txBox="1"/>
          <p:nvPr/>
        </p:nvSpPr>
        <p:spPr>
          <a:xfrm>
            <a:off x="3673017" y="367806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 err="1">
                <a:cs typeface="Segoe UI" panose="020B0502040204020203" pitchFamily="34" charset="0"/>
              </a:rPr>
              <a:t>Геоаналитика</a:t>
            </a:r>
            <a:endParaRPr lang="ru-RU" sz="950" dirty="0">
              <a:cs typeface="Segoe UI" panose="020B0502040204020203" pitchFamily="34" charset="0"/>
            </a:endParaRPr>
          </a:p>
        </p:txBody>
      </p:sp>
      <p:sp>
        <p:nvSpPr>
          <p:cNvPr id="692" name="Google Shape;559;p42">
            <a:extLst>
              <a:ext uri="{FF2B5EF4-FFF2-40B4-BE49-F238E27FC236}">
                <a16:creationId xmlns:a16="http://schemas.microsoft.com/office/drawing/2014/main" id="{F66149AF-B40C-4700-BD4E-2A91B8D87053}"/>
              </a:ext>
            </a:extLst>
          </p:cNvPr>
          <p:cNvSpPr>
            <a:spLocks/>
          </p:cNvSpPr>
          <p:nvPr/>
        </p:nvSpPr>
        <p:spPr>
          <a:xfrm>
            <a:off x="6565900" y="367802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00" name="Google Shape;567;p42">
            <a:extLst>
              <a:ext uri="{FF2B5EF4-FFF2-40B4-BE49-F238E27FC236}">
                <a16:creationId xmlns:a16="http://schemas.microsoft.com/office/drawing/2014/main" id="{D319C3A8-576A-4459-B665-003DB2FD5BC1}"/>
              </a:ext>
            </a:extLst>
          </p:cNvPr>
          <p:cNvSpPr>
            <a:spLocks/>
          </p:cNvSpPr>
          <p:nvPr/>
        </p:nvSpPr>
        <p:spPr>
          <a:xfrm>
            <a:off x="6565900" y="389156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01" name="Google Shape;568;p42">
            <a:extLst>
              <a:ext uri="{FF2B5EF4-FFF2-40B4-BE49-F238E27FC236}">
                <a16:creationId xmlns:a16="http://schemas.microsoft.com/office/drawing/2014/main" id="{6412907E-D29B-4BF8-8B8F-BB06672124D1}"/>
              </a:ext>
            </a:extLst>
          </p:cNvPr>
          <p:cNvSpPr>
            <a:spLocks/>
          </p:cNvSpPr>
          <p:nvPr/>
        </p:nvSpPr>
        <p:spPr>
          <a:xfrm>
            <a:off x="7233399" y="389156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02" name="Google Shape;569;p42">
            <a:extLst>
              <a:ext uri="{FF2B5EF4-FFF2-40B4-BE49-F238E27FC236}">
                <a16:creationId xmlns:a16="http://schemas.microsoft.com/office/drawing/2014/main" id="{1F5DA73D-66A6-4924-B282-E35E429FC0D1}"/>
              </a:ext>
            </a:extLst>
          </p:cNvPr>
          <p:cNvSpPr>
            <a:spLocks/>
          </p:cNvSpPr>
          <p:nvPr/>
        </p:nvSpPr>
        <p:spPr>
          <a:xfrm>
            <a:off x="7894163" y="389156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18" name="Google Shape;562;p42">
            <a:extLst>
              <a:ext uri="{FF2B5EF4-FFF2-40B4-BE49-F238E27FC236}">
                <a16:creationId xmlns:a16="http://schemas.microsoft.com/office/drawing/2014/main" id="{D30152C8-4417-4C77-BE44-D5432CDD7414}"/>
              </a:ext>
            </a:extLst>
          </p:cNvPr>
          <p:cNvSpPr>
            <a:spLocks/>
          </p:cNvSpPr>
          <p:nvPr/>
        </p:nvSpPr>
        <p:spPr>
          <a:xfrm>
            <a:off x="8568396" y="389156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6DB3F2-2D85-4C7B-85DB-5F3B48B7A1E1}"/>
              </a:ext>
            </a:extLst>
          </p:cNvPr>
          <p:cNvSpPr txBox="1"/>
          <p:nvPr/>
        </p:nvSpPr>
        <p:spPr>
          <a:xfrm>
            <a:off x="3673017" y="3891604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50" dirty="0">
                <a:cs typeface="Segoe UI" panose="020B0502040204020203" pitchFamily="34" charset="0"/>
              </a:rPr>
              <a:t>BI-</a:t>
            </a:r>
            <a:r>
              <a:rPr lang="ru-RU" sz="950" dirty="0"/>
              <a:t>аналитика и управленческая отчётность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0DC1B9-7857-404E-9415-762010D00D6F}"/>
              </a:ext>
            </a:extLst>
          </p:cNvPr>
          <p:cNvSpPr txBox="1"/>
          <p:nvPr/>
        </p:nvSpPr>
        <p:spPr>
          <a:xfrm>
            <a:off x="3673017" y="4105814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Коммуникации</a:t>
            </a:r>
          </a:p>
        </p:txBody>
      </p:sp>
      <p:sp>
        <p:nvSpPr>
          <p:cNvPr id="748" name="Google Shape;599;p42">
            <a:extLst>
              <a:ext uri="{FF2B5EF4-FFF2-40B4-BE49-F238E27FC236}">
                <a16:creationId xmlns:a16="http://schemas.microsoft.com/office/drawing/2014/main" id="{2E67C9EE-8F46-407E-B37B-673DE127875B}"/>
              </a:ext>
            </a:extLst>
          </p:cNvPr>
          <p:cNvSpPr>
            <a:spLocks/>
          </p:cNvSpPr>
          <p:nvPr/>
        </p:nvSpPr>
        <p:spPr>
          <a:xfrm>
            <a:off x="7233399" y="4965192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52" name="Google Shape;599;p42">
            <a:extLst>
              <a:ext uri="{FF2B5EF4-FFF2-40B4-BE49-F238E27FC236}">
                <a16:creationId xmlns:a16="http://schemas.microsoft.com/office/drawing/2014/main" id="{85C84569-26B7-4A5D-806B-1CF3E4646147}"/>
              </a:ext>
            </a:extLst>
          </p:cNvPr>
          <p:cNvSpPr>
            <a:spLocks/>
          </p:cNvSpPr>
          <p:nvPr/>
        </p:nvSpPr>
        <p:spPr>
          <a:xfrm>
            <a:off x="7894163" y="4965192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55" name="Google Shape;599;p42">
            <a:extLst>
              <a:ext uri="{FF2B5EF4-FFF2-40B4-BE49-F238E27FC236}">
                <a16:creationId xmlns:a16="http://schemas.microsoft.com/office/drawing/2014/main" id="{5F2EA4AD-7B0D-412F-88F2-DC5E1AFEA9C6}"/>
              </a:ext>
            </a:extLst>
          </p:cNvPr>
          <p:cNvSpPr>
            <a:spLocks/>
          </p:cNvSpPr>
          <p:nvPr/>
        </p:nvSpPr>
        <p:spPr>
          <a:xfrm>
            <a:off x="8568396" y="4965192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A483B9-1C23-4987-915A-A738280D4141}"/>
              </a:ext>
            </a:extLst>
          </p:cNvPr>
          <p:cNvSpPr txBox="1"/>
          <p:nvPr/>
        </p:nvSpPr>
        <p:spPr>
          <a:xfrm>
            <a:off x="3673017" y="4965192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AI-агенты, ведущие процесс до результата</a:t>
            </a:r>
          </a:p>
        </p:txBody>
      </p:sp>
      <p:sp>
        <p:nvSpPr>
          <p:cNvPr id="728" name="Google Shape;584;p42">
            <a:extLst>
              <a:ext uri="{FF2B5EF4-FFF2-40B4-BE49-F238E27FC236}">
                <a16:creationId xmlns:a16="http://schemas.microsoft.com/office/drawing/2014/main" id="{EC7899DF-7BC6-469B-B8A5-4E0C018AC255}"/>
              </a:ext>
            </a:extLst>
          </p:cNvPr>
          <p:cNvSpPr>
            <a:spLocks/>
          </p:cNvSpPr>
          <p:nvPr/>
        </p:nvSpPr>
        <p:spPr>
          <a:xfrm>
            <a:off x="7894163" y="5605272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29" name="Google Shape;585;p42">
            <a:extLst>
              <a:ext uri="{FF2B5EF4-FFF2-40B4-BE49-F238E27FC236}">
                <a16:creationId xmlns:a16="http://schemas.microsoft.com/office/drawing/2014/main" id="{83573F63-3364-4FCD-A0A9-19FEEBA17FB3}"/>
              </a:ext>
            </a:extLst>
          </p:cNvPr>
          <p:cNvSpPr>
            <a:spLocks/>
          </p:cNvSpPr>
          <p:nvPr/>
        </p:nvSpPr>
        <p:spPr>
          <a:xfrm>
            <a:off x="8568396" y="5605272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45" name="Google Shape;594;p42">
            <a:extLst>
              <a:ext uri="{FF2B5EF4-FFF2-40B4-BE49-F238E27FC236}">
                <a16:creationId xmlns:a16="http://schemas.microsoft.com/office/drawing/2014/main" id="{DF42653B-D676-4F05-A286-C3526607D491}"/>
              </a:ext>
            </a:extLst>
          </p:cNvPr>
          <p:cNvSpPr>
            <a:spLocks/>
          </p:cNvSpPr>
          <p:nvPr/>
        </p:nvSpPr>
        <p:spPr>
          <a:xfrm>
            <a:off x="6565900" y="5605272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49" name="Google Shape;594;p42">
            <a:extLst>
              <a:ext uri="{FF2B5EF4-FFF2-40B4-BE49-F238E27FC236}">
                <a16:creationId xmlns:a16="http://schemas.microsoft.com/office/drawing/2014/main" id="{11C9FD45-E196-4A0C-95AD-579476162BE0}"/>
              </a:ext>
            </a:extLst>
          </p:cNvPr>
          <p:cNvSpPr>
            <a:spLocks/>
          </p:cNvSpPr>
          <p:nvPr/>
        </p:nvSpPr>
        <p:spPr>
          <a:xfrm>
            <a:off x="7233399" y="5605272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C49CB7-9566-459B-AD5E-B4EA8BCB0E86}"/>
              </a:ext>
            </a:extLst>
          </p:cNvPr>
          <p:cNvSpPr txBox="1"/>
          <p:nvPr/>
        </p:nvSpPr>
        <p:spPr>
          <a:xfrm>
            <a:off x="3673017" y="5605272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Отраслевые бенчмарки на данных банка</a:t>
            </a:r>
          </a:p>
        </p:txBody>
      </p:sp>
      <p:sp>
        <p:nvSpPr>
          <p:cNvPr id="746" name="Google Shape;599;p42">
            <a:extLst>
              <a:ext uri="{FF2B5EF4-FFF2-40B4-BE49-F238E27FC236}">
                <a16:creationId xmlns:a16="http://schemas.microsoft.com/office/drawing/2014/main" id="{88D2A485-30B3-4080-B2CF-4C86A49B4615}"/>
              </a:ext>
            </a:extLst>
          </p:cNvPr>
          <p:cNvSpPr>
            <a:spLocks/>
          </p:cNvSpPr>
          <p:nvPr/>
        </p:nvSpPr>
        <p:spPr>
          <a:xfrm>
            <a:off x="6565900" y="582472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50" name="Google Shape;599;p42">
            <a:extLst>
              <a:ext uri="{FF2B5EF4-FFF2-40B4-BE49-F238E27FC236}">
                <a16:creationId xmlns:a16="http://schemas.microsoft.com/office/drawing/2014/main" id="{75BC01CC-19FA-418D-A6F9-4EC950E890F6}"/>
              </a:ext>
            </a:extLst>
          </p:cNvPr>
          <p:cNvSpPr>
            <a:spLocks/>
          </p:cNvSpPr>
          <p:nvPr/>
        </p:nvSpPr>
        <p:spPr>
          <a:xfrm>
            <a:off x="7233399" y="582472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53" name="Google Shape;599;p42">
            <a:extLst>
              <a:ext uri="{FF2B5EF4-FFF2-40B4-BE49-F238E27FC236}">
                <a16:creationId xmlns:a16="http://schemas.microsoft.com/office/drawing/2014/main" id="{D2E5EFE7-8379-4DF4-9159-E486ADE41092}"/>
              </a:ext>
            </a:extLst>
          </p:cNvPr>
          <p:cNvSpPr>
            <a:spLocks/>
          </p:cNvSpPr>
          <p:nvPr/>
        </p:nvSpPr>
        <p:spPr>
          <a:xfrm>
            <a:off x="7894163" y="582472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56" name="Google Shape;599;p42">
            <a:extLst>
              <a:ext uri="{FF2B5EF4-FFF2-40B4-BE49-F238E27FC236}">
                <a16:creationId xmlns:a16="http://schemas.microsoft.com/office/drawing/2014/main" id="{1496593F-74B9-4D8B-B70E-D791DF2D19E5}"/>
              </a:ext>
            </a:extLst>
          </p:cNvPr>
          <p:cNvSpPr>
            <a:spLocks/>
          </p:cNvSpPr>
          <p:nvPr/>
        </p:nvSpPr>
        <p:spPr>
          <a:xfrm>
            <a:off x="8568396" y="582472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18328C-4241-4229-9D83-0A6D91190D68}"/>
              </a:ext>
            </a:extLst>
          </p:cNvPr>
          <p:cNvSpPr txBox="1"/>
          <p:nvPr/>
        </p:nvSpPr>
        <p:spPr>
          <a:xfrm>
            <a:off x="3673017" y="5824728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 err="1">
                <a:cs typeface="Segoe UI" panose="020B0502040204020203" pitchFamily="34" charset="0"/>
              </a:rPr>
              <a:t>Проактивный decisioning</a:t>
            </a:r>
          </a:p>
        </p:txBody>
      </p:sp>
      <p:sp>
        <p:nvSpPr>
          <p:cNvPr id="734" name="Google Shape;594;p42">
            <a:extLst>
              <a:ext uri="{FF2B5EF4-FFF2-40B4-BE49-F238E27FC236}">
                <a16:creationId xmlns:a16="http://schemas.microsoft.com/office/drawing/2014/main" id="{0C137F88-6904-4D1C-A9FC-E3DE5026C4A7}"/>
              </a:ext>
            </a:extLst>
          </p:cNvPr>
          <p:cNvSpPr>
            <a:spLocks/>
          </p:cNvSpPr>
          <p:nvPr/>
        </p:nvSpPr>
        <p:spPr>
          <a:xfrm>
            <a:off x="6565900" y="51755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35" name="Google Shape;595;p42">
            <a:extLst>
              <a:ext uri="{FF2B5EF4-FFF2-40B4-BE49-F238E27FC236}">
                <a16:creationId xmlns:a16="http://schemas.microsoft.com/office/drawing/2014/main" id="{8C28EECD-4BEB-415A-94D2-F2F0D60AFC44}"/>
              </a:ext>
            </a:extLst>
          </p:cNvPr>
          <p:cNvSpPr>
            <a:spLocks/>
          </p:cNvSpPr>
          <p:nvPr/>
        </p:nvSpPr>
        <p:spPr>
          <a:xfrm>
            <a:off x="7233399" y="51755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36" name="Google Shape;596;p42">
            <a:extLst>
              <a:ext uri="{FF2B5EF4-FFF2-40B4-BE49-F238E27FC236}">
                <a16:creationId xmlns:a16="http://schemas.microsoft.com/office/drawing/2014/main" id="{91495FF0-2013-4200-B7B0-224BF5743391}"/>
              </a:ext>
            </a:extLst>
          </p:cNvPr>
          <p:cNvSpPr>
            <a:spLocks/>
          </p:cNvSpPr>
          <p:nvPr/>
        </p:nvSpPr>
        <p:spPr>
          <a:xfrm>
            <a:off x="7894163" y="51755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37" name="Google Shape;597;p42">
            <a:extLst>
              <a:ext uri="{FF2B5EF4-FFF2-40B4-BE49-F238E27FC236}">
                <a16:creationId xmlns:a16="http://schemas.microsoft.com/office/drawing/2014/main" id="{8124A974-7000-44B2-9955-CE5A9D8933A0}"/>
              </a:ext>
            </a:extLst>
          </p:cNvPr>
          <p:cNvSpPr>
            <a:spLocks/>
          </p:cNvSpPr>
          <p:nvPr/>
        </p:nvSpPr>
        <p:spPr>
          <a:xfrm>
            <a:off x="8568396" y="517550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A491D8E-5107-48D4-8926-89F4E3E2225E}"/>
              </a:ext>
            </a:extLst>
          </p:cNvPr>
          <p:cNvSpPr txBox="1"/>
          <p:nvPr/>
        </p:nvSpPr>
        <p:spPr>
          <a:xfrm>
            <a:off x="3673017" y="5175504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Бизнес-360: единый профиль компании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A5ECB35-1DF4-4E9D-B308-FE04D52A593B}"/>
              </a:ext>
            </a:extLst>
          </p:cNvPr>
          <p:cNvSpPr txBox="1"/>
          <p:nvPr/>
        </p:nvSpPr>
        <p:spPr>
          <a:xfrm>
            <a:off x="3673017" y="4320024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Видеоконференции</a:t>
            </a:r>
          </a:p>
        </p:txBody>
      </p:sp>
      <p:sp>
        <p:nvSpPr>
          <p:cNvPr id="707" name="Google Shape;523;p42">
            <a:extLst>
              <a:ext uri="{FF2B5EF4-FFF2-40B4-BE49-F238E27FC236}">
                <a16:creationId xmlns:a16="http://schemas.microsoft.com/office/drawing/2014/main" id="{41C288AB-7F30-49F8-86D3-D592CE5ECE3D}"/>
              </a:ext>
            </a:extLst>
          </p:cNvPr>
          <p:cNvSpPr>
            <a:spLocks/>
          </p:cNvSpPr>
          <p:nvPr/>
        </p:nvSpPr>
        <p:spPr>
          <a:xfrm>
            <a:off x="6565900" y="196434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06" name="Google Shape;523;p42">
            <a:extLst>
              <a:ext uri="{FF2B5EF4-FFF2-40B4-BE49-F238E27FC236}">
                <a16:creationId xmlns:a16="http://schemas.microsoft.com/office/drawing/2014/main" id="{173F7137-C669-44C1-A182-1B8514030FC3}"/>
              </a:ext>
            </a:extLst>
          </p:cNvPr>
          <p:cNvSpPr>
            <a:spLocks/>
          </p:cNvSpPr>
          <p:nvPr/>
        </p:nvSpPr>
        <p:spPr>
          <a:xfrm>
            <a:off x="6565900" y="17501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503C4B3-B9C3-4017-B29B-B181E106AB23}"/>
              </a:ext>
            </a:extLst>
          </p:cNvPr>
          <p:cNvSpPr txBox="1"/>
          <p:nvPr/>
        </p:nvSpPr>
        <p:spPr>
          <a:xfrm>
            <a:off x="3673017" y="4534234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Хранилище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F980E8E-7FD9-4B18-B040-E39679BFD0B2}"/>
              </a:ext>
            </a:extLst>
          </p:cNvPr>
          <p:cNvSpPr txBox="1"/>
          <p:nvPr/>
        </p:nvSpPr>
        <p:spPr>
          <a:xfrm>
            <a:off x="2025650" y="2392808"/>
            <a:ext cx="1594003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50" b="1" dirty="0">
                <a:cs typeface="Segoe UI" panose="020B0502040204020203" pitchFamily="34" charset="0"/>
              </a:rPr>
              <a:t>HR </a:t>
            </a:r>
            <a:r>
              <a:rPr lang="ru-RU" sz="950" b="1" dirty="0"/>
              <a:t>и персонал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D362D7E-48E3-43EA-BC38-F11DE2B9EEC4}"/>
              </a:ext>
            </a:extLst>
          </p:cNvPr>
          <p:cNvSpPr txBox="1"/>
          <p:nvPr/>
        </p:nvSpPr>
        <p:spPr>
          <a:xfrm>
            <a:off x="2025650" y="1784186"/>
            <a:ext cx="1594003" cy="2923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Управление бизнесом </a:t>
            </a:r>
            <a:br>
              <a:rPr lang="en-US" sz="950" b="1" dirty="0">
                <a:cs typeface="Segoe UI" panose="020B0502040204020203" pitchFamily="34" charset="0"/>
              </a:rPr>
            </a:br>
            <a:r>
              <a:rPr lang="ru-RU" sz="950" b="1" dirty="0">
                <a:cs typeface="Segoe UI" panose="020B0502040204020203" pitchFamily="34" charset="0"/>
              </a:rPr>
              <a:t>и клиентами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1794C33-C3C4-4CA9-AD64-8B112A218A3F}"/>
              </a:ext>
            </a:extLst>
          </p:cNvPr>
          <p:cNvSpPr txBox="1"/>
          <p:nvPr/>
        </p:nvSpPr>
        <p:spPr>
          <a:xfrm>
            <a:off x="2025650" y="3069446"/>
            <a:ext cx="1594003" cy="2923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Операции и цепочка поставок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15CA6BE-B49D-4627-98AF-F7D89FA2FFDF}"/>
              </a:ext>
            </a:extLst>
          </p:cNvPr>
          <p:cNvSpPr txBox="1"/>
          <p:nvPr/>
        </p:nvSpPr>
        <p:spPr>
          <a:xfrm>
            <a:off x="2025650" y="3727741"/>
            <a:ext cx="1594003" cy="2923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Аналитика </a:t>
            </a:r>
            <a:br>
              <a:rPr lang="en-US" sz="950" b="1" dirty="0">
                <a:cs typeface="Segoe UI" panose="020B0502040204020203" pitchFamily="34" charset="0"/>
              </a:rPr>
            </a:br>
            <a:r>
              <a:rPr lang="ru-RU" sz="950" b="1" dirty="0">
                <a:cs typeface="Segoe UI" panose="020B0502040204020203" pitchFamily="34" charset="0"/>
              </a:rPr>
              <a:t>и планирование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AB88846-C542-466B-B498-42F2847B4998}"/>
              </a:ext>
            </a:extLst>
          </p:cNvPr>
          <p:cNvSpPr txBox="1"/>
          <p:nvPr/>
        </p:nvSpPr>
        <p:spPr>
          <a:xfrm>
            <a:off x="2025650" y="4320024"/>
            <a:ext cx="1594003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Корпоративный софт</a:t>
            </a:r>
          </a:p>
        </p:txBody>
      </p:sp>
      <p:sp>
        <p:nvSpPr>
          <p:cNvPr id="782" name="TextBox 781">
            <a:extLst>
              <a:ext uri="{FF2B5EF4-FFF2-40B4-BE49-F238E27FC236}">
                <a16:creationId xmlns:a16="http://schemas.microsoft.com/office/drawing/2014/main" id="{5447D28F-E578-4D18-B8E0-800937D2B9FA}"/>
              </a:ext>
            </a:extLst>
          </p:cNvPr>
          <p:cNvSpPr txBox="1"/>
          <p:nvPr/>
        </p:nvSpPr>
        <p:spPr>
          <a:xfrm>
            <a:off x="2025650" y="4963284"/>
            <a:ext cx="1594003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50" b="1" dirty="0">
                <a:cs typeface="Segoe UI" panose="020B0502040204020203" pitchFamily="34" charset="0"/>
              </a:rPr>
              <a:t>AI </a:t>
            </a:r>
            <a:r>
              <a:rPr lang="ru-RU" sz="950" b="1" dirty="0"/>
              <a:t>и автоматизация</a:t>
            </a:r>
          </a:p>
        </p:txBody>
      </p:sp>
      <p:sp>
        <p:nvSpPr>
          <p:cNvPr id="784" name="TextBox 783">
            <a:extLst>
              <a:ext uri="{FF2B5EF4-FFF2-40B4-BE49-F238E27FC236}">
                <a16:creationId xmlns:a16="http://schemas.microsoft.com/office/drawing/2014/main" id="{D3AEDB85-3589-479C-B1BF-D87D533B9671}"/>
              </a:ext>
            </a:extLst>
          </p:cNvPr>
          <p:cNvSpPr txBox="1"/>
          <p:nvPr/>
        </p:nvSpPr>
        <p:spPr>
          <a:xfrm>
            <a:off x="2025650" y="5458968"/>
            <a:ext cx="1594003" cy="2923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950" b="1" dirty="0">
                <a:cs typeface="Segoe UI" panose="020B0502040204020203" pitchFamily="34" charset="0"/>
              </a:rPr>
              <a:t>Data-driven </a:t>
            </a:r>
            <a:r>
              <a:rPr lang="ru-RU" sz="950" b="1" dirty="0"/>
              <a:t>аналитика </a:t>
            </a:r>
            <a:br>
              <a:rPr lang="en-US" sz="950" b="1" dirty="0"/>
            </a:br>
            <a:r>
              <a:rPr lang="ru-RU" sz="950" b="1" dirty="0"/>
              <a:t>и </a:t>
            </a:r>
            <a:r>
              <a:rPr lang="en-US" sz="950" b="1" dirty="0"/>
              <a:t>decisioning</a:t>
            </a:r>
            <a:endParaRPr lang="ru-RU" sz="950" b="1" dirty="0"/>
          </a:p>
        </p:txBody>
      </p:sp>
      <p:sp>
        <p:nvSpPr>
          <p:cNvPr id="739" name="Google Shape;599;p42">
            <a:extLst>
              <a:ext uri="{FF2B5EF4-FFF2-40B4-BE49-F238E27FC236}">
                <a16:creationId xmlns:a16="http://schemas.microsoft.com/office/drawing/2014/main" id="{4669524B-C398-4802-AF84-C7EC36F50C4C}"/>
              </a:ext>
            </a:extLst>
          </p:cNvPr>
          <p:cNvSpPr>
            <a:spLocks/>
          </p:cNvSpPr>
          <p:nvPr/>
        </p:nvSpPr>
        <p:spPr>
          <a:xfrm>
            <a:off x="6565900" y="603504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40" name="Google Shape;600;p42">
            <a:extLst>
              <a:ext uri="{FF2B5EF4-FFF2-40B4-BE49-F238E27FC236}">
                <a16:creationId xmlns:a16="http://schemas.microsoft.com/office/drawing/2014/main" id="{EFCEB8E6-8DB4-410A-B5C7-ACC25C26D271}"/>
              </a:ext>
            </a:extLst>
          </p:cNvPr>
          <p:cNvSpPr>
            <a:spLocks/>
          </p:cNvSpPr>
          <p:nvPr/>
        </p:nvSpPr>
        <p:spPr>
          <a:xfrm>
            <a:off x="7233399" y="603504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41" name="Google Shape;601;p42">
            <a:extLst>
              <a:ext uri="{FF2B5EF4-FFF2-40B4-BE49-F238E27FC236}">
                <a16:creationId xmlns:a16="http://schemas.microsoft.com/office/drawing/2014/main" id="{F9C6EE8B-CEF7-4D6E-A0EE-1FEDA8844C91}"/>
              </a:ext>
            </a:extLst>
          </p:cNvPr>
          <p:cNvSpPr>
            <a:spLocks/>
          </p:cNvSpPr>
          <p:nvPr/>
        </p:nvSpPr>
        <p:spPr>
          <a:xfrm>
            <a:off x="7894163" y="603504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42" name="Google Shape;602;p42">
            <a:extLst>
              <a:ext uri="{FF2B5EF4-FFF2-40B4-BE49-F238E27FC236}">
                <a16:creationId xmlns:a16="http://schemas.microsoft.com/office/drawing/2014/main" id="{BF1C4BE0-CA08-4287-879F-E078272FCD47}"/>
              </a:ext>
            </a:extLst>
          </p:cNvPr>
          <p:cNvSpPr>
            <a:spLocks/>
          </p:cNvSpPr>
          <p:nvPr/>
        </p:nvSpPr>
        <p:spPr>
          <a:xfrm>
            <a:off x="8568396" y="603504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62C37CD-3DF0-4C21-B0F2-8639B130BF01}"/>
              </a:ext>
            </a:extLst>
          </p:cNvPr>
          <p:cNvSpPr txBox="1"/>
          <p:nvPr/>
        </p:nvSpPr>
        <p:spPr>
          <a:xfrm>
            <a:off x="3673017" y="6035040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Цифровой двойник бизнеса</a:t>
            </a: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D4D80751-1D09-4DB1-B913-3C21A305B74C}"/>
              </a:ext>
            </a:extLst>
          </p:cNvPr>
          <p:cNvSpPr txBox="1"/>
          <p:nvPr/>
        </p:nvSpPr>
        <p:spPr>
          <a:xfrm>
            <a:off x="2025650" y="6035040"/>
            <a:ext cx="1594003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b="1" dirty="0">
                <a:cs typeface="Segoe UI" panose="020B0502040204020203" pitchFamily="34" charset="0"/>
              </a:rPr>
              <a:t>Моделирование бизнеса</a:t>
            </a:r>
          </a:p>
        </p:txBody>
      </p:sp>
      <p:sp>
        <p:nvSpPr>
          <p:cNvPr id="744" name="Google Shape;599;p42">
            <a:extLst>
              <a:ext uri="{FF2B5EF4-FFF2-40B4-BE49-F238E27FC236}">
                <a16:creationId xmlns:a16="http://schemas.microsoft.com/office/drawing/2014/main" id="{85730B16-5D6F-4E4B-9F3E-08347C7E1ED1}"/>
              </a:ext>
            </a:extLst>
          </p:cNvPr>
          <p:cNvSpPr>
            <a:spLocks/>
          </p:cNvSpPr>
          <p:nvPr/>
        </p:nvSpPr>
        <p:spPr>
          <a:xfrm>
            <a:off x="6565900" y="4965192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47" name="Google Shape;599;p42">
            <a:extLst>
              <a:ext uri="{FF2B5EF4-FFF2-40B4-BE49-F238E27FC236}">
                <a16:creationId xmlns:a16="http://schemas.microsoft.com/office/drawing/2014/main" id="{9A5E160F-3E79-414B-AC98-411DA76BE1EE}"/>
              </a:ext>
            </a:extLst>
          </p:cNvPr>
          <p:cNvSpPr>
            <a:spLocks/>
          </p:cNvSpPr>
          <p:nvPr/>
        </p:nvSpPr>
        <p:spPr>
          <a:xfrm>
            <a:off x="6565900" y="539496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51" name="Google Shape;599;p42">
            <a:extLst>
              <a:ext uri="{FF2B5EF4-FFF2-40B4-BE49-F238E27FC236}">
                <a16:creationId xmlns:a16="http://schemas.microsoft.com/office/drawing/2014/main" id="{F33E269D-09E4-4F7B-9AA3-D680940B5727}"/>
              </a:ext>
            </a:extLst>
          </p:cNvPr>
          <p:cNvSpPr>
            <a:spLocks/>
          </p:cNvSpPr>
          <p:nvPr/>
        </p:nvSpPr>
        <p:spPr>
          <a:xfrm>
            <a:off x="7233399" y="539496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54" name="Google Shape;599;p42">
            <a:extLst>
              <a:ext uri="{FF2B5EF4-FFF2-40B4-BE49-F238E27FC236}">
                <a16:creationId xmlns:a16="http://schemas.microsoft.com/office/drawing/2014/main" id="{DB47E1FA-A9C7-4A15-AF58-5C1C5064A829}"/>
              </a:ext>
            </a:extLst>
          </p:cNvPr>
          <p:cNvSpPr>
            <a:spLocks/>
          </p:cNvSpPr>
          <p:nvPr/>
        </p:nvSpPr>
        <p:spPr>
          <a:xfrm>
            <a:off x="7894163" y="539496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57" name="Google Shape;599;p42">
            <a:extLst>
              <a:ext uri="{FF2B5EF4-FFF2-40B4-BE49-F238E27FC236}">
                <a16:creationId xmlns:a16="http://schemas.microsoft.com/office/drawing/2014/main" id="{BC26ECA1-C164-4BA6-919C-020FE4A217F2}"/>
              </a:ext>
            </a:extLst>
          </p:cNvPr>
          <p:cNvSpPr>
            <a:spLocks/>
          </p:cNvSpPr>
          <p:nvPr/>
        </p:nvSpPr>
        <p:spPr>
          <a:xfrm>
            <a:off x="8568396" y="5394960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788" name="TextBox 787">
            <a:extLst>
              <a:ext uri="{FF2B5EF4-FFF2-40B4-BE49-F238E27FC236}">
                <a16:creationId xmlns:a16="http://schemas.microsoft.com/office/drawing/2014/main" id="{F5C2315B-C096-4066-BDB7-B764943C4A2D}"/>
              </a:ext>
            </a:extLst>
          </p:cNvPr>
          <p:cNvSpPr txBox="1"/>
          <p:nvPr/>
        </p:nvSpPr>
        <p:spPr>
          <a:xfrm>
            <a:off x="3673017" y="5394960"/>
            <a:ext cx="2823894" cy="14619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950" dirty="0">
                <a:cs typeface="Segoe UI" panose="020B0502040204020203" pitchFamily="34" charset="0"/>
              </a:rPr>
              <a:t>Клиент-360: аналитика покупателей</a:t>
            </a:r>
          </a:p>
        </p:txBody>
      </p:sp>
      <p:pic>
        <p:nvPicPr>
          <p:cNvPr id="817" name="Рисунок 816">
            <a:extLst>
              <a:ext uri="{FF2B5EF4-FFF2-40B4-BE49-F238E27FC236}">
                <a16:creationId xmlns:a16="http://schemas.microsoft.com/office/drawing/2014/main" id="{F49F7606-7E92-4D6E-B64D-6DA0FCF8A77C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14336" r="36306" b="25906"/>
          <a:stretch/>
        </p:blipFill>
        <p:spPr>
          <a:xfrm>
            <a:off x="652837" y="2948942"/>
            <a:ext cx="1296613" cy="1946415"/>
          </a:xfrm>
          <a:custGeom>
            <a:avLst/>
            <a:gdLst>
              <a:gd name="connsiteX0" fmla="*/ 0 w 1296613"/>
              <a:gd name="connsiteY0" fmla="*/ 0 h 1946415"/>
              <a:gd name="connsiteX1" fmla="*/ 1296613 w 1296613"/>
              <a:gd name="connsiteY1" fmla="*/ 0 h 1946415"/>
              <a:gd name="connsiteX2" fmla="*/ 1296613 w 1296613"/>
              <a:gd name="connsiteY2" fmla="*/ 1857519 h 1946415"/>
              <a:gd name="connsiteX3" fmla="*/ 1207717 w 1296613"/>
              <a:gd name="connsiteY3" fmla="*/ 1946415 h 1946415"/>
              <a:gd name="connsiteX4" fmla="*/ 88896 w 1296613"/>
              <a:gd name="connsiteY4" fmla="*/ 1946415 h 1946415"/>
              <a:gd name="connsiteX5" fmla="*/ 0 w 1296613"/>
              <a:gd name="connsiteY5" fmla="*/ 1857519 h 194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613" h="1946415">
                <a:moveTo>
                  <a:pt x="0" y="0"/>
                </a:moveTo>
                <a:lnTo>
                  <a:pt x="1296613" y="0"/>
                </a:lnTo>
                <a:lnTo>
                  <a:pt x="1296613" y="1857519"/>
                </a:lnTo>
                <a:cubicBezTo>
                  <a:pt x="1296613" y="1906615"/>
                  <a:pt x="1256813" y="1946415"/>
                  <a:pt x="1207717" y="1946415"/>
                </a:cubicBezTo>
                <a:lnTo>
                  <a:pt x="88896" y="1946415"/>
                </a:lnTo>
                <a:cubicBezTo>
                  <a:pt x="39800" y="1946415"/>
                  <a:pt x="0" y="1906615"/>
                  <a:pt x="0" y="1857519"/>
                </a:cubicBezTo>
                <a:close/>
              </a:path>
            </a:pathLst>
          </a:custGeom>
        </p:spPr>
      </p:pic>
      <p:pic>
        <p:nvPicPr>
          <p:cNvPr id="818" name="Рисунок 524">
            <a:extLst>
              <a:ext uri="{FF2B5EF4-FFF2-40B4-BE49-F238E27FC236}">
                <a16:creationId xmlns:a16="http://schemas.microsoft.com/office/drawing/2014/main" id="{F2593DFB-BCD8-4048-9026-3F5CBD673703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b="31946"/>
          <a:stretch/>
        </p:blipFill>
        <p:spPr>
          <a:xfrm>
            <a:off x="657860" y="5271233"/>
            <a:ext cx="1337463" cy="909373"/>
          </a:xfrm>
          <a:prstGeom prst="rect">
            <a:avLst/>
          </a:prstGeom>
        </p:spPr>
      </p:pic>
      <p:sp>
        <p:nvSpPr>
          <p:cNvPr id="819" name="Прямоугольник: скругленные углы 818">
            <a:extLst>
              <a:ext uri="{FF2B5EF4-FFF2-40B4-BE49-F238E27FC236}">
                <a16:creationId xmlns:a16="http://schemas.microsoft.com/office/drawing/2014/main" id="{EB5F423A-E30E-4EA8-9777-092E40A2A582}"/>
              </a:ext>
            </a:extLst>
          </p:cNvPr>
          <p:cNvSpPr>
            <a:spLocks/>
          </p:cNvSpPr>
          <p:nvPr/>
        </p:nvSpPr>
        <p:spPr>
          <a:xfrm>
            <a:off x="3591560" y="3678024"/>
            <a:ext cx="25200" cy="3598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821" name="Прямоугольник: скругленные углы 820">
            <a:extLst>
              <a:ext uri="{FF2B5EF4-FFF2-40B4-BE49-F238E27FC236}">
                <a16:creationId xmlns:a16="http://schemas.microsoft.com/office/drawing/2014/main" id="{E3BB2AD7-9640-496D-A706-9636D223303F}"/>
              </a:ext>
            </a:extLst>
          </p:cNvPr>
          <p:cNvSpPr>
            <a:spLocks/>
          </p:cNvSpPr>
          <p:nvPr/>
        </p:nvSpPr>
        <p:spPr>
          <a:xfrm>
            <a:off x="3591560" y="4105770"/>
            <a:ext cx="25200" cy="5747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822" name="Прямоугольник: скругленные углы 821">
            <a:extLst>
              <a:ext uri="{FF2B5EF4-FFF2-40B4-BE49-F238E27FC236}">
                <a16:creationId xmlns:a16="http://schemas.microsoft.com/office/drawing/2014/main" id="{ACDBB2E6-59B3-46BB-8341-89AD7D7D791B}"/>
              </a:ext>
            </a:extLst>
          </p:cNvPr>
          <p:cNvSpPr>
            <a:spLocks/>
          </p:cNvSpPr>
          <p:nvPr/>
        </p:nvSpPr>
        <p:spPr>
          <a:xfrm>
            <a:off x="3591560" y="2821184"/>
            <a:ext cx="25200" cy="78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824" name="Прямоугольник: скругленные углы 823">
            <a:extLst>
              <a:ext uri="{FF2B5EF4-FFF2-40B4-BE49-F238E27FC236}">
                <a16:creationId xmlns:a16="http://schemas.microsoft.com/office/drawing/2014/main" id="{B5B88581-5513-4CDF-BFD0-1F730F8A5033}"/>
              </a:ext>
            </a:extLst>
          </p:cNvPr>
          <p:cNvSpPr>
            <a:spLocks/>
          </p:cNvSpPr>
          <p:nvPr/>
        </p:nvSpPr>
        <p:spPr>
          <a:xfrm>
            <a:off x="3591560" y="2178554"/>
            <a:ext cx="25200" cy="5747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825" name="Прямоугольник: скругленные углы 824">
            <a:extLst>
              <a:ext uri="{FF2B5EF4-FFF2-40B4-BE49-F238E27FC236}">
                <a16:creationId xmlns:a16="http://schemas.microsoft.com/office/drawing/2014/main" id="{16463B64-4335-4A4F-93E0-7C04FCDAC61F}"/>
              </a:ext>
            </a:extLst>
          </p:cNvPr>
          <p:cNvSpPr>
            <a:spLocks/>
          </p:cNvSpPr>
          <p:nvPr/>
        </p:nvSpPr>
        <p:spPr>
          <a:xfrm>
            <a:off x="3591560" y="1750134"/>
            <a:ext cx="25200" cy="3604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827" name="Прямоугольник: скругленные углы 826">
            <a:extLst>
              <a:ext uri="{FF2B5EF4-FFF2-40B4-BE49-F238E27FC236}">
                <a16:creationId xmlns:a16="http://schemas.microsoft.com/office/drawing/2014/main" id="{C8746C27-5E03-4059-A929-B5C76C0C6505}"/>
              </a:ext>
            </a:extLst>
          </p:cNvPr>
          <p:cNvSpPr>
            <a:spLocks/>
          </p:cNvSpPr>
          <p:nvPr/>
        </p:nvSpPr>
        <p:spPr>
          <a:xfrm>
            <a:off x="3591560" y="5177494"/>
            <a:ext cx="25200" cy="79095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828" name="Прямоугольник: скругленные углы 827">
            <a:extLst>
              <a:ext uri="{FF2B5EF4-FFF2-40B4-BE49-F238E27FC236}">
                <a16:creationId xmlns:a16="http://schemas.microsoft.com/office/drawing/2014/main" id="{283A9623-B1B1-4FC7-A807-52CF5AA1406E}"/>
              </a:ext>
            </a:extLst>
          </p:cNvPr>
          <p:cNvSpPr>
            <a:spLocks/>
          </p:cNvSpPr>
          <p:nvPr/>
        </p:nvSpPr>
        <p:spPr>
          <a:xfrm>
            <a:off x="3591560" y="6035040"/>
            <a:ext cx="25200" cy="14628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829" name="Прямоугольник: скругленные углы 828">
            <a:extLst>
              <a:ext uri="{FF2B5EF4-FFF2-40B4-BE49-F238E27FC236}">
                <a16:creationId xmlns:a16="http://schemas.microsoft.com/office/drawing/2014/main" id="{3AE07894-A600-4668-B00C-4AE3596BA02E}"/>
              </a:ext>
            </a:extLst>
          </p:cNvPr>
          <p:cNvSpPr>
            <a:spLocks/>
          </p:cNvSpPr>
          <p:nvPr/>
        </p:nvSpPr>
        <p:spPr>
          <a:xfrm>
            <a:off x="3591560" y="4963328"/>
            <a:ext cx="25200" cy="14628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79" name="Google Shape;523;p42">
            <a:extLst>
              <a:ext uri="{FF2B5EF4-FFF2-40B4-BE49-F238E27FC236}">
                <a16:creationId xmlns:a16="http://schemas.microsoft.com/office/drawing/2014/main" id="{21CD719D-F520-4089-BBED-6374068F6BFE}"/>
              </a:ext>
            </a:extLst>
          </p:cNvPr>
          <p:cNvSpPr>
            <a:spLocks/>
          </p:cNvSpPr>
          <p:nvPr/>
        </p:nvSpPr>
        <p:spPr>
          <a:xfrm>
            <a:off x="6565900" y="239280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chemeClr val="dk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163" name="Sticky">
            <a:extLst>
              <a:ext uri="{FF2B5EF4-FFF2-40B4-BE49-F238E27FC236}">
                <a16:creationId xmlns:a16="http://schemas.microsoft.com/office/drawing/2014/main" id="{1A161135-43B9-4098-A84E-EE994933C96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290176" y="3176"/>
            <a:ext cx="1905000" cy="411899"/>
          </a:xfrm>
          <a:prstGeom prst="foldedCorner">
            <a:avLst/>
          </a:prstGeom>
          <a:solidFill>
            <a:srgbClr val="FFFF6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500" tIns="64943" rIns="63500" bIns="635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400" dirty="0">
                <a:solidFill>
                  <a:srgbClr val="000000"/>
                </a:solidFill>
              </a:rPr>
              <a:t>В работе</a:t>
            </a: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6565392" y="282122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232904" y="282122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891272" y="282122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8567928" y="282122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6565392" y="303543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232904" y="303543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891272" y="303543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8567928" y="3035438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6565392" y="4105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232904" y="4105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891272" y="4105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8567928" y="410581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6565392" y="432002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232904" y="432002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891272" y="432002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8567928" y="432002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6565392" y="45342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232904" y="45342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7891272" y="45342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00B050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95" name="Google Shape;523;p42">
            <a:extLst>
              <a:ext uri="{FF2B5EF4-FFF2-40B4-BE49-F238E27FC236}">
                <a16:creationId xmlns:a16="http://schemas.microsoft.com/office/drawing/2014/main" id="{CD05FCB5-91BC-4FF5-9693-64F1BBC0F640}"/>
              </a:ext>
            </a:extLst>
          </p:cNvPr>
          <p:cNvSpPr>
            <a:spLocks/>
          </p:cNvSpPr>
          <p:nvPr/>
        </p:nvSpPr>
        <p:spPr>
          <a:xfrm>
            <a:off x="8567928" y="4534234"/>
            <a:ext cx="631328" cy="146282"/>
          </a:xfrm>
          <a:prstGeom prst="roundRect">
            <a:avLst>
              <a:gd name="adj" fmla="val 25000"/>
            </a:avLst>
          </a:prstGeom>
          <a:solidFill>
            <a:srgbClr val="EF3124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11" name="Google Shape;340;p41">
            <a:extLst>
              <a:ext uri="{FF2B5EF4-FFF2-40B4-BE49-F238E27FC236}">
                <a16:creationId xmlns:a16="http://schemas.microsoft.com/office/drawing/2014/main" id="{0AED0A05-BD78-4DC7-B23B-F9EB55BF1017}"/>
              </a:ext>
            </a:extLst>
          </p:cNvPr>
          <p:cNvSpPr/>
          <p:nvPr/>
        </p:nvSpPr>
        <p:spPr>
          <a:xfrm>
            <a:off x="8988552" y="1070784"/>
            <a:ext cx="334038" cy="120632"/>
          </a:xfrm>
          <a:prstGeom prst="roundRect">
            <a:avLst>
              <a:gd name="adj" fmla="val 16667"/>
            </a:avLst>
          </a:prstGeom>
          <a:solidFill>
            <a:srgbClr val="7FD7A7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14" name="Google Shape;341;p41">
            <a:extLst>
              <a:ext uri="{FF2B5EF4-FFF2-40B4-BE49-F238E27FC236}">
                <a16:creationId xmlns:a16="http://schemas.microsoft.com/office/drawing/2014/main" id="{41632322-F02E-43A0-B4A3-BDA433F1DD95}"/>
              </a:ext>
            </a:extLst>
          </p:cNvPr>
          <p:cNvSpPr txBox="1"/>
          <p:nvPr/>
        </p:nvSpPr>
        <p:spPr>
          <a:xfrm>
            <a:off x="9381744" y="1069545"/>
            <a:ext cx="822960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Quattrocento Sans"/>
              <a:buNone/>
            </a:pPr>
            <a:r>
              <a:rPr lang="ru-RU" sz="800" dirty="0">
                <a:solidFill>
                  <a:srgbClr val="000000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Частично</a:t>
            </a:r>
            <a:endParaRPr sz="800" b="0" i="0" u="none" strike="noStrike" cap="none" dirty="0">
              <a:solidFill>
                <a:srgbClr val="000000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4697998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SCLIENT" val="True"/>
  <p:tag name="THINKCELLUNDODONOTDELETE" val="0"/>
  <p:tag name="TEMPLATELASTEDITED" val="2025-04-07 11:31 "/>
  <p:tag name="BULLETPOINTACTIVEGAP" val="0"/>
  <p:tag name="THINKCELLPRESENTATIONDONOTDELETE" val="&lt;?xml version=&quot;1.0&quot; encoding=&quot;UTF-16&quot; standalone=&quot;yes&quot;?&gt;&lt;root reqver=&quot;32687&quot;&gt;&lt;version val=&quot;1010198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1.00000000000000000000E+00&quot;&gt;&lt;m_msothmcolidx val=&quot;0&quot;/&gt;&lt;m_rgb r=&quot;00&quot; g=&quot;37&quot; b=&quot;91&quot;/&gt;&lt;/elem&gt;&lt;elem m_fUsage=&quot;9.00000000000000022204E-01&quot;&gt;&lt;m_msothmcolidx val=&quot;0&quot;/&gt;&lt;m_rgb r=&quot;E4&quot; g=&quot;E4&quot; b=&quot;E4&quot;/&gt;&lt;/elem&gt;&lt;elem m_fUsage=&quot;8.10000000000000053291E-01&quot;&gt;&lt;m_msothmcolidx val=&quot;0&quot;/&gt;&lt;m_rgb r=&quot;20&quot; g=&quot;4F&quot; b=&quot;EE&quot;/&gt;&lt;/elem&gt;&lt;elem m_fUsage=&quot;7.29000000000000092371E-01&quot;&gt;&lt;m_msothmcolidx val=&quot;0&quot;/&gt;&lt;m_rgb r=&quot;00&quot; g=&quot;DA&quot; b=&quot;C5&quot;/&gt;&lt;/elem&gt;&lt;elem m_fUsage=&quot;6.56100000000000127542E-01&quot;&gt;&lt;m_msothmcolidx val=&quot;0&quot;/&gt;&lt;m_rgb r=&quot;31&quot; g=&quot;5A&quot; b=&quot;C8&quot;/&gt;&lt;/elem&gt;&lt;/m_vecMRU&gt;&lt;/m_mruColor&gt;&lt;m_eweekdayFirstOfWeek val=&quot;2&quot;/&gt;&lt;m_eweekdayFirstOfWorkweek val=&quot;2&quot;/&gt;&lt;m_eweekdayFirstOfWeekend val=&quot;7&quot;/&gt;&lt;m_eweeknumbering val=&quot;1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heme/theme1.xml><?xml version="1.0" encoding="utf-8"?>
<a:theme xmlns:a="http://schemas.openxmlformats.org/drawingml/2006/main" name="Альфа_16x9 (2024_UPD-07.04.25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_UPD-07.04.25).potx" id="{D5545BD1-619B-4C6B-BE24-82069B3B5A82}" vid="{859D332F-F189-4BBF-95AF-67146A9BF049}"/>
    </a:ext>
  </a:extLst>
</a:theme>
</file>

<file path=ppt/theme/theme2.xml><?xml version="1.0" encoding="utf-8"?>
<a:theme xmlns:a="http://schemas.openxmlformats.org/drawingml/2006/main" name="1_Альфа_16x9 (2024_UPD-07.04.25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_UPD-07.04.25).potx" id="{D5545BD1-619B-4C6B-BE24-82069B3B5A82}" vid="{859D332F-F189-4BBF-95AF-67146A9BF049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Альфа_16x9 (2024_UPD-07.04.25) (1)</Template>
  <TotalTime>17885</TotalTime>
  <Words>260</Words>
  <Application>Microsoft Office PowerPoint</Application>
  <PresentationFormat>Widescreen</PresentationFormat>
  <Paragraphs>84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Noto Sans Symbols</vt:lpstr>
      <vt:lpstr>Quattrocento Sans</vt:lpstr>
      <vt:lpstr>Segoe UI</vt:lpstr>
      <vt:lpstr>Verdana</vt:lpstr>
      <vt:lpstr>Wingdings</vt:lpstr>
      <vt:lpstr>Альфа_16x9 (2024_UPD-07.04.25)</vt:lpstr>
      <vt:lpstr>1_Альфа_16x9 (2024_UPD-07.04.25)</vt:lpstr>
      <vt:lpstr>think-cell Slide</vt:lpstr>
      <vt:lpstr>На рынке Альфа-Банк занимает уверенное 2 место по количеству небанковских сервисов (1/2)</vt:lpstr>
      <vt:lpstr>На рынке Альфа-Банк занимает уверенное 2 место по количеству небанковских сервисов (2/2)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 of the document</dc:title>
  <dc:subject/>
  <dc:creator>Kirill Kovalenko</dc:creator>
  <cp:keywords/>
  <dc:description/>
  <cp:lastModifiedBy>Gleb Istrashkin</cp:lastModifiedBy>
  <cp:revision>837</cp:revision>
  <cp:lastPrinted>2018-10-30T20:37:12Z</cp:lastPrinted>
  <dcterms:created xsi:type="dcterms:W3CDTF">2026-08-06T06:14:36Z</dcterms:created>
  <dcterms:modified xsi:type="dcterms:W3CDTF">2026-09-03T07:58:40Z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2025-04-07 11:31 </vt:lpwstr>
  </property>
  <property fmtid="{D5CDD505-2E9C-101B-9397-08002B2CF9AE}" pid="8" name="TemplateCreated">
    <vt:lpwstr>2019-02-27 01:18 PM</vt:lpwstr>
  </property>
</Properties>
</file>