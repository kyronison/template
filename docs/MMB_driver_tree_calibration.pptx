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b" ContentType="application/vnd.ms-excel.sheet.binary.macroEnabled.12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heme/theme3.xml" ContentType="application/vnd.openxmlformats-officedocument.theme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notesSlides/notesSlide1.xml" ContentType="application/vnd.openxmlformats-officedocument.presentationml.notesSlide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82" r:id="rId2"/>
  </p:sldMasterIdLst>
  <p:notesMasterIdLst>
    <p:notesMasterId r:id="rId6"/>
  </p:notesMasterIdLst>
  <p:sldIdLst>
    <p:sldId id="2147482935" r:id="rId3"/>
    <p:sldId id="2147482936" r:id="rId13"/>
    <p:sldId id="265" r:id="rId4"/>
    <p:sldId id="275" r:id="rId5"/>
  </p:sldIdLst>
  <p:sldSz cx="12192000" cy="6858000"/>
  <p:notesSz cx="6858000" cy="9144000"/>
  <p:custDataLst>
    <p:tags r:id="rId7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66C6222-86B9-49D9-B23B-8E7DF82D9224}">
          <p14:sldIdLst/>
        </p14:section>
        <p14:section name="ТЕКУЩАЯ МОДЕЛЬ" id="{AE8548FC-858E-4CF8-8599-769C4543F6AA}">
          <p14:sldIdLst>
            <p14:sldId id="2147482935"/>
            <p14:sldId id="265"/>
            <p14:sldId id="275"/>
          </p14:sldIdLst>
        </p14:section>
        <p14:section name="ЦЕЛЕВАЯ МОДЕЛЬ" id="{0A71C9D2-1968-4BC4-8239-63EEFD00CE9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ia Likhodievskaya" initials="ML" lastIdx="1" clrIdx="0">
    <p:extLst>
      <p:ext uri="{19B8F6BF-5375-455C-9EA6-DF929625EA0E}">
        <p15:presenceInfo xmlns:p15="http://schemas.microsoft.com/office/powerpoint/2012/main" userId="S-1-5-21-3396197065-3743328220-1857712228-7362" providerId="AD"/>
      </p:ext>
    </p:extLst>
  </p:cmAuthor>
  <p:cmAuthor id="2" name="Aleksandr Beloborodov" initials="AB" lastIdx="1" clrIdx="1">
    <p:extLst>
      <p:ext uri="{19B8F6BF-5375-455C-9EA6-DF929625EA0E}">
        <p15:presenceInfo xmlns:p15="http://schemas.microsoft.com/office/powerpoint/2012/main" userId="S-1-5-21-3396197065-3743328220-1857712228-581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FAFAFA"/>
    <a:srgbClr val="D0D0D0"/>
    <a:srgbClr val="08B892"/>
    <a:srgbClr val="FFDD2B"/>
    <a:srgbClr val="EF3124"/>
    <a:srgbClr val="FFFFFF"/>
    <a:srgbClr val="595959"/>
    <a:srgbClr val="E6E6E6"/>
    <a:srgbClr val="FEF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5226" autoAdjust="0"/>
  </p:normalViewPr>
  <p:slideViewPr>
    <p:cSldViewPr snapToGrid="0">
      <p:cViewPr varScale="1">
        <p:scale>
          <a:sx n="63" d="100"/>
          <a:sy n="63" d="100"/>
        </p:scale>
        <p:origin x="740" y="64"/>
      </p:cViewPr>
      <p:guideLst/>
    </p:cSldViewPr>
  </p:slideViewPr>
  <p:outlineViewPr>
    <p:cViewPr>
      <p:scale>
        <a:sx n="33" d="100"/>
        <a:sy n="33" d="100"/>
      </p:scale>
      <p:origin x="0" y="-1007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782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  <Relationship Id="rId13" Type="http://schemas.openxmlformats.org/officeDocument/2006/relationships/slide" Target="slides/slide4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571999999999999E-2"/>
          <c:y val="1.9125E-2"/>
          <c:w val="0.94485699999999995"/>
          <c:h val="0.96175100000000002"/>
        </c:manualLayout>
      </c:layout>
      <c:barChart>
        <c:barDir val="bar"/>
        <c:grouping val="stacked"/>
        <c:varyColors val="0"/>
        <c:ser>
          <c:idx val="0"/>
          <c:order val="0"/>
          <c:spPr>
            <a:prstGeom prst="rect">
              <a:avLst/>
            </a:prstGeom>
            <a:solidFill>
              <a:schemeClr val="accent3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Sheet1!$A$1:$F$1</c:f>
              <c:numCache>
                <c:formatCode>General</c:formatCode>
                <c:ptCount val="6"/>
                <c:pt idx="0">
                  <c:v>92.116</c:v>
                </c:pt>
                <c:pt idx="1">
                  <c:v>31.01</c:v>
                </c:pt>
                <c:pt idx="2">
                  <c:v>18.434000000000001</c:v>
                </c:pt>
                <c:pt idx="3">
                  <c:v>16.202999999999999</c:v>
                </c:pt>
                <c:pt idx="4">
                  <c:v>0</c:v>
                </c:pt>
                <c:pt idx="5">
                  <c:v>25.905000000000001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7A-4C11-9970-121A96AFF2B8}"/>
            </c:ext>
          </c:extLst>
        </c:ser>
        <c:ser>
          <c:idx val="1"/>
          <c:order val="1"/>
          <c:spPr>
            <a:prstGeom prst="rect">
              <a:avLst/>
            </a:prstGeom>
            <a:solidFill>
              <a:schemeClr val="accent2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Sheet1!$A$2:$F$2</c:f>
              <c:numCache>
                <c:formatCode>General</c:formatCode>
                <c:ptCount val="6"/>
                <c:pt idx="0">
                  <c:v>29.838999999999999</c:v>
                </c:pt>
                <c:pt idx="1">
                  <c:v>16.882000000000001</c:v>
                </c:pt>
                <c:pt idx="2">
                  <c:v>12.080000000000002</c:v>
                </c:pt>
                <c:pt idx="3">
                  <c:v>9.343</c:v>
                </c:pt>
                <c:pt idx="4">
                  <c:v>2.831</c:v>
                </c:pt>
                <c:pt idx="5">
                  <c:v>13.475999999999999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7A-4C11-9970-121A96AFF2B8}"/>
            </c:ext>
          </c:extLst>
        </c:ser>
        <c:ser>
          <c:idx val="2"/>
          <c:order val="2"/>
          <c:spPr>
            <a:prstGeom prst="rect">
              <a:avLst/>
            </a:prstGeom>
            <a:solidFill>
              <a:schemeClr val="accent1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Sheet1!$A$3:$F$3</c:f>
              <c:numCache>
                <c:formatCode>General</c:formatCode>
                <c:ptCount val="6"/>
                <c:pt idx="0">
                  <c:v>16.529000000000011</c:v>
                </c:pt>
                <c:pt idx="1">
                  <c:v>14.667999999999999</c:v>
                </c:pt>
                <c:pt idx="2">
                  <c:v>13.722999999999999</c:v>
                </c:pt>
                <c:pt idx="3">
                  <c:v>13.082999999999998</c:v>
                </c:pt>
                <c:pt idx="4">
                  <c:v>12.146000000000001</c:v>
                </c:pt>
                <c:pt idx="5">
                  <c:v>14.027000000000001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7A-4C11-9970-121A96AFF2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92072463"/>
        <c:axId val="1"/>
      </c:barChart>
      <c:catAx>
        <c:axId val="292072463"/>
        <c:scaling>
          <c:orientation val="maxMin"/>
        </c:scaling>
        <c:delete val="0"/>
        <c:axPos val="l"/>
        <c:majorGridlines>
          <c:spPr>
            <a:prstGeom prst="rect">
              <a:avLst/>
            </a:prstGeom>
            <a:ln>
              <a:noFill/>
            </a:ln>
          </c:spPr>
        </c:majorGridlines>
        <c:majorTickMark val="none"/>
        <c:minorTickMark val="none"/>
        <c:tickLblPos val="none"/>
        <c:spPr>
          <a:prstGeom prst="rect">
            <a:avLst/>
          </a:prstGeom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38.48400000000001"/>
          <c:min val="0"/>
        </c:scaling>
        <c:delete val="1"/>
        <c:axPos val="t"/>
        <c:numFmt formatCode="General" sourceLinked="1"/>
        <c:majorTickMark val="out"/>
        <c:minorTickMark val="none"/>
        <c:tickLblPos val="nextTo"/>
        <c:crossAx val="292072463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1972157772621812"/>
          <c:y val="5.710401087695445E-2"/>
          <c:w val="0.36055684454756382"/>
          <c:h val="0.88579197824609113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8.909512761020881E-2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EC2-4594-86CF-D126A83EF3F9}"/>
                </c:ext>
              </c:extLst>
            </c:dLbl>
            <c:dLbl>
              <c:idx val="1"/>
              <c:layout>
                <c:manualLayout>
                  <c:x val="0.17726218097447796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EC2-4594-86CF-D126A83EF3F9}"/>
                </c:ext>
              </c:extLst>
            </c:dLbl>
            <c:dLbl>
              <c:idx val="2"/>
              <c:layout>
                <c:manualLayout>
                  <c:x val="0.10719257540603248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EC2-4594-86CF-D126A83EF3F9}"/>
                </c:ext>
              </c:extLst>
            </c:dLbl>
            <c:dLbl>
              <c:idx val="3"/>
              <c:layout>
                <c:manualLayout>
                  <c:x val="0.14709976798143851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EC2-4594-86CF-D126A83EF3F9}"/>
                </c:ext>
              </c:extLst>
            </c:dLbl>
            <c:dLbl>
              <c:idx val="4"/>
              <c:layout>
                <c:manualLayout>
                  <c:x val="8.4918793503480278E-2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EC2-4594-86CF-D126A83EF3F9}"/>
                </c:ext>
              </c:extLst>
            </c:dLbl>
            <c:dLbl>
              <c:idx val="5"/>
              <c:layout>
                <c:manualLayout>
                  <c:x val="0.27238979118329465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5EC2-4594-86CF-D126A83EF3F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Sheet1!$A$1:$F$1</c:f>
              <c:numCache>
                <c:formatCode>General</c:formatCode>
                <c:ptCount val="6"/>
                <c:pt idx="0">
                  <c:v>2024</c:v>
                </c:pt>
                <c:pt idx="1">
                  <c:v>19552</c:v>
                </c:pt>
                <c:pt idx="2">
                  <c:v>6173</c:v>
                </c:pt>
                <c:pt idx="3">
                  <c:v>12594</c:v>
                </c:pt>
                <c:pt idx="4">
                  <c:v>1125</c:v>
                </c:pt>
                <c:pt idx="5">
                  <c:v>41468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EC2-4594-86CF-D126A83EF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4970192"/>
        <c:axId val="1"/>
      </c:barChart>
      <c:catAx>
        <c:axId val="314970192"/>
        <c:scaling>
          <c:orientation val="maxMin"/>
        </c:scaling>
        <c:delete val="0"/>
        <c:axPos val="l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41468"/>
          <c:min val="0"/>
        </c:scaling>
        <c:delete val="0"/>
        <c:axPos val="t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3149701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9023836549375708E-2"/>
          <c:y val="1.9188191881918819E-2"/>
          <c:w val="0.88195232690124858"/>
          <c:h val="0.96162361623616233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Sheet1!$A$1:$F$1</c:f>
              <c:numCache>
                <c:formatCode>General</c:formatCode>
                <c:ptCount val="6"/>
                <c:pt idx="0">
                  <c:v>4.8808719976849622</c:v>
                </c:pt>
                <c:pt idx="1">
                  <c:v>47.149609337320342</c:v>
                </c:pt>
                <c:pt idx="2">
                  <c:v>14.886177293334619</c:v>
                </c:pt>
                <c:pt idx="3">
                  <c:v>30.370406096267001</c:v>
                </c:pt>
                <c:pt idx="4">
                  <c:v>2.7129352753930744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AE-49DF-81B1-4B2EA34052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4954800"/>
        <c:axId val="1"/>
      </c:barChart>
      <c:catAx>
        <c:axId val="314954800"/>
        <c:scaling>
          <c:orientation val="maxMin"/>
        </c:scaling>
        <c:delete val="0"/>
        <c:axPos val="l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t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314954800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emf"/></Relationships>
</file>

<file path=ppt/drawings/_rels/vmlDrawing4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drawings/_rels/vmlDrawing4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733909-78FB-4FB0-808B-61E193724557}" type="datetimeFigureOut">
              <a:rPr lang="ru-RU" smtClean="0"/>
              <a:t>25.08.2026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854633-E04C-48D4-9CA0-654BF782A8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254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34D134-9575-4499-8577-3191DE0047C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1067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39E026-F054-9763-E485-8001167E5EB1}" type="slidenum">
              <a:rPr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095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854633-E04C-48D4-9CA0-654BF782A8D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1603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3" Type="http://schemas.openxmlformats.org/officeDocument/2006/relationships/tags" Target="../tags/tag27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3.svg"/><Relationship Id="rId2" Type="http://schemas.openxmlformats.org/officeDocument/2006/relationships/tags" Target="../tags/tag26.xml"/><Relationship Id="rId1" Type="http://schemas.openxmlformats.org/officeDocument/2006/relationships/vmlDrawing" Target="../drawings/vmlDrawing2.vml"/><Relationship Id="rId6" Type="http://schemas.openxmlformats.org/officeDocument/2006/relationships/tags" Target="../tags/tag30.xml"/><Relationship Id="rId11" Type="http://schemas.openxmlformats.org/officeDocument/2006/relationships/image" Target="../media/image2.png"/><Relationship Id="rId5" Type="http://schemas.openxmlformats.org/officeDocument/2006/relationships/tags" Target="../tags/tag29.xml"/><Relationship Id="rId10" Type="http://schemas.openxmlformats.org/officeDocument/2006/relationships/image" Target="../media/image5.jpg"/><Relationship Id="rId4" Type="http://schemas.openxmlformats.org/officeDocument/2006/relationships/tags" Target="../tags/tag28.xml"/><Relationship Id="rId9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32.xml"/><Relationship Id="rId7" Type="http://schemas.openxmlformats.org/officeDocument/2006/relationships/oleObject" Target="../embeddings/oleObject3.bin"/><Relationship Id="rId2" Type="http://schemas.openxmlformats.org/officeDocument/2006/relationships/tags" Target="../tags/tag31.xml"/><Relationship Id="rId1" Type="http://schemas.openxmlformats.org/officeDocument/2006/relationships/vmlDrawing" Target="../drawings/vmlDrawing3.vml"/><Relationship Id="rId6" Type="http://schemas.openxmlformats.org/officeDocument/2006/relationships/slideMaster" Target="../slideMasters/slideMaster1.xml"/><Relationship Id="rId11" Type="http://schemas.openxmlformats.org/officeDocument/2006/relationships/image" Target="../media/image3.svg"/><Relationship Id="rId5" Type="http://schemas.openxmlformats.org/officeDocument/2006/relationships/tags" Target="../tags/tag34.xml"/><Relationship Id="rId10" Type="http://schemas.openxmlformats.org/officeDocument/2006/relationships/image" Target="../media/image2.png"/><Relationship Id="rId4" Type="http://schemas.openxmlformats.org/officeDocument/2006/relationships/tags" Target="../tags/tag33.xml"/><Relationship Id="rId9" Type="http://schemas.openxmlformats.org/officeDocument/2006/relationships/image" Target="../media/image6.jp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36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3.svg"/><Relationship Id="rId2" Type="http://schemas.openxmlformats.org/officeDocument/2006/relationships/tags" Target="../tags/tag35.xml"/><Relationship Id="rId1" Type="http://schemas.openxmlformats.org/officeDocument/2006/relationships/vmlDrawing" Target="../drawings/vmlDrawing4.vml"/><Relationship Id="rId6" Type="http://schemas.openxmlformats.org/officeDocument/2006/relationships/tags" Target="../tags/tag39.xml"/><Relationship Id="rId11" Type="http://schemas.openxmlformats.org/officeDocument/2006/relationships/image" Target="../media/image2.png"/><Relationship Id="rId5" Type="http://schemas.openxmlformats.org/officeDocument/2006/relationships/tags" Target="../tags/tag38.xml"/><Relationship Id="rId10" Type="http://schemas.openxmlformats.org/officeDocument/2006/relationships/image" Target="../media/image7.jpg"/><Relationship Id="rId4" Type="http://schemas.openxmlformats.org/officeDocument/2006/relationships/tags" Target="../tags/tag37.xml"/><Relationship Id="rId9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6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vmlDrawing" Target="../drawings/vmlDrawing5.vml"/><Relationship Id="rId6" Type="http://schemas.openxmlformats.org/officeDocument/2006/relationships/tags" Target="../tags/tag44.xml"/><Relationship Id="rId11" Type="http://schemas.openxmlformats.org/officeDocument/2006/relationships/image" Target="../media/image1.emf"/><Relationship Id="rId5" Type="http://schemas.openxmlformats.org/officeDocument/2006/relationships/tags" Target="../tags/tag43.xml"/><Relationship Id="rId10" Type="http://schemas.openxmlformats.org/officeDocument/2006/relationships/oleObject" Target="../embeddings/oleObject5.bin"/><Relationship Id="rId4" Type="http://schemas.openxmlformats.org/officeDocument/2006/relationships/tags" Target="../tags/tag42.xml"/><Relationship Id="rId9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2" Type="http://schemas.openxmlformats.org/officeDocument/2006/relationships/tags" Target="../tags/tag47.xml"/><Relationship Id="rId1" Type="http://schemas.openxmlformats.org/officeDocument/2006/relationships/vmlDrawing" Target="../drawings/vmlDrawing6.v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10" Type="http://schemas.openxmlformats.org/officeDocument/2006/relationships/image" Target="../media/image1.emf"/><Relationship Id="rId4" Type="http://schemas.openxmlformats.org/officeDocument/2006/relationships/tags" Target="../tags/tag49.xml"/><Relationship Id="rId9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59.xml"/><Relationship Id="rId3" Type="http://schemas.openxmlformats.org/officeDocument/2006/relationships/tags" Target="../tags/tag54.xml"/><Relationship Id="rId7" Type="http://schemas.openxmlformats.org/officeDocument/2006/relationships/tags" Target="../tags/tag58.xml"/><Relationship Id="rId2" Type="http://schemas.openxmlformats.org/officeDocument/2006/relationships/tags" Target="../tags/tag53.xml"/><Relationship Id="rId1" Type="http://schemas.openxmlformats.org/officeDocument/2006/relationships/vmlDrawing" Target="../drawings/vmlDrawing7.vml"/><Relationship Id="rId6" Type="http://schemas.openxmlformats.org/officeDocument/2006/relationships/tags" Target="../tags/tag57.xml"/><Relationship Id="rId11" Type="http://schemas.openxmlformats.org/officeDocument/2006/relationships/image" Target="../media/image1.emf"/><Relationship Id="rId5" Type="http://schemas.openxmlformats.org/officeDocument/2006/relationships/tags" Target="../tags/tag56.xml"/><Relationship Id="rId10" Type="http://schemas.openxmlformats.org/officeDocument/2006/relationships/oleObject" Target="../embeddings/oleObject7.bin"/><Relationship Id="rId4" Type="http://schemas.openxmlformats.org/officeDocument/2006/relationships/tags" Target="../tags/tag55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" Type="http://schemas.openxmlformats.org/officeDocument/2006/relationships/vmlDrawing" Target="../drawings/vmlDrawing8.v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10" Type="http://schemas.openxmlformats.org/officeDocument/2006/relationships/image" Target="../media/image1.emf"/><Relationship Id="rId4" Type="http://schemas.openxmlformats.org/officeDocument/2006/relationships/tags" Target="../tags/tag62.xml"/><Relationship Id="rId9" Type="http://schemas.openxmlformats.org/officeDocument/2006/relationships/oleObject" Target="../embeddings/oleObject8.bin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tags" Target="../tags/tag67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5.jpg"/><Relationship Id="rId2" Type="http://schemas.openxmlformats.org/officeDocument/2006/relationships/tags" Target="../tags/tag66.xml"/><Relationship Id="rId1" Type="http://schemas.openxmlformats.org/officeDocument/2006/relationships/vmlDrawing" Target="../drawings/vmlDrawing9.vml"/><Relationship Id="rId6" Type="http://schemas.openxmlformats.org/officeDocument/2006/relationships/tags" Target="../tags/tag70.xml"/><Relationship Id="rId11" Type="http://schemas.openxmlformats.org/officeDocument/2006/relationships/image" Target="../media/image3.svg"/><Relationship Id="rId5" Type="http://schemas.openxmlformats.org/officeDocument/2006/relationships/tags" Target="../tags/tag69.xml"/><Relationship Id="rId10" Type="http://schemas.openxmlformats.org/officeDocument/2006/relationships/image" Target="../media/image2.png"/><Relationship Id="rId4" Type="http://schemas.openxmlformats.org/officeDocument/2006/relationships/tags" Target="../tags/tag68.xml"/><Relationship Id="rId9" Type="http://schemas.openxmlformats.org/officeDocument/2006/relationships/image" Target="../media/image4.emf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tags" Target="../tags/tag72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7.jpg"/><Relationship Id="rId2" Type="http://schemas.openxmlformats.org/officeDocument/2006/relationships/tags" Target="../tags/tag71.xml"/><Relationship Id="rId1" Type="http://schemas.openxmlformats.org/officeDocument/2006/relationships/vmlDrawing" Target="../drawings/vmlDrawing10.vml"/><Relationship Id="rId6" Type="http://schemas.openxmlformats.org/officeDocument/2006/relationships/tags" Target="../tags/tag75.xml"/><Relationship Id="rId11" Type="http://schemas.openxmlformats.org/officeDocument/2006/relationships/image" Target="../media/image3.svg"/><Relationship Id="rId5" Type="http://schemas.openxmlformats.org/officeDocument/2006/relationships/tags" Target="../tags/tag74.xml"/><Relationship Id="rId10" Type="http://schemas.openxmlformats.org/officeDocument/2006/relationships/image" Target="../media/image2.png"/><Relationship Id="rId4" Type="http://schemas.openxmlformats.org/officeDocument/2006/relationships/tags" Target="../tags/tag73.xml"/><Relationship Id="rId9" Type="http://schemas.openxmlformats.org/officeDocument/2006/relationships/image" Target="../media/image4.emf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2" Type="http://schemas.openxmlformats.org/officeDocument/2006/relationships/tags" Target="../tags/tag76.xml"/><Relationship Id="rId1" Type="http://schemas.openxmlformats.org/officeDocument/2006/relationships/vmlDrawing" Target="../drawings/vmlDrawing11.vml"/><Relationship Id="rId6" Type="http://schemas.openxmlformats.org/officeDocument/2006/relationships/tags" Target="../tags/tag80.xml"/><Relationship Id="rId11" Type="http://schemas.openxmlformats.org/officeDocument/2006/relationships/image" Target="../media/image4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1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13" Type="http://schemas.openxmlformats.org/officeDocument/2006/relationships/image" Target="../media/image8.png"/><Relationship Id="rId3" Type="http://schemas.openxmlformats.org/officeDocument/2006/relationships/tags" Target="../tags/tag84.xml"/><Relationship Id="rId7" Type="http://schemas.openxmlformats.org/officeDocument/2006/relationships/tags" Target="../tags/tag88.xml"/><Relationship Id="rId12" Type="http://schemas.openxmlformats.org/officeDocument/2006/relationships/image" Target="../media/image1.emf"/><Relationship Id="rId2" Type="http://schemas.openxmlformats.org/officeDocument/2006/relationships/tags" Target="../tags/tag83.xml"/><Relationship Id="rId1" Type="http://schemas.openxmlformats.org/officeDocument/2006/relationships/vmlDrawing" Target="../drawings/vmlDrawing12.vml"/><Relationship Id="rId6" Type="http://schemas.openxmlformats.org/officeDocument/2006/relationships/tags" Target="../tags/tag87.xml"/><Relationship Id="rId11" Type="http://schemas.openxmlformats.org/officeDocument/2006/relationships/oleObject" Target="../embeddings/oleObject12.bin"/><Relationship Id="rId5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85.xml"/><Relationship Id="rId9" Type="http://schemas.openxmlformats.org/officeDocument/2006/relationships/tags" Target="../tags/tag90.xml"/><Relationship Id="rId1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97.xml"/><Relationship Id="rId13" Type="http://schemas.openxmlformats.org/officeDocument/2006/relationships/image" Target="../media/image8.png"/><Relationship Id="rId3" Type="http://schemas.openxmlformats.org/officeDocument/2006/relationships/tags" Target="../tags/tag92.xml"/><Relationship Id="rId7" Type="http://schemas.openxmlformats.org/officeDocument/2006/relationships/tags" Target="../tags/tag96.xml"/><Relationship Id="rId12" Type="http://schemas.openxmlformats.org/officeDocument/2006/relationships/image" Target="../media/image1.emf"/><Relationship Id="rId2" Type="http://schemas.openxmlformats.org/officeDocument/2006/relationships/tags" Target="../tags/tag91.xml"/><Relationship Id="rId1" Type="http://schemas.openxmlformats.org/officeDocument/2006/relationships/vmlDrawing" Target="../drawings/vmlDrawing13.vml"/><Relationship Id="rId6" Type="http://schemas.openxmlformats.org/officeDocument/2006/relationships/tags" Target="../tags/tag95.xml"/><Relationship Id="rId11" Type="http://schemas.openxmlformats.org/officeDocument/2006/relationships/oleObject" Target="../embeddings/oleObject13.bin"/><Relationship Id="rId5" Type="http://schemas.openxmlformats.org/officeDocument/2006/relationships/tags" Target="../tags/tag94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3.xml"/><Relationship Id="rId9" Type="http://schemas.openxmlformats.org/officeDocument/2006/relationships/tags" Target="../tags/tag98.xml"/><Relationship Id="rId14" Type="http://schemas.openxmlformats.org/officeDocument/2006/relationships/image" Target="../media/image9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13" Type="http://schemas.openxmlformats.org/officeDocument/2006/relationships/image" Target="../media/image8.png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image" Target="../media/image1.emf"/><Relationship Id="rId2" Type="http://schemas.openxmlformats.org/officeDocument/2006/relationships/tags" Target="../tags/tag99.xml"/><Relationship Id="rId1" Type="http://schemas.openxmlformats.org/officeDocument/2006/relationships/vmlDrawing" Target="../drawings/vmlDrawing14.vml"/><Relationship Id="rId6" Type="http://schemas.openxmlformats.org/officeDocument/2006/relationships/tags" Target="../tags/tag103.xml"/><Relationship Id="rId11" Type="http://schemas.openxmlformats.org/officeDocument/2006/relationships/oleObject" Target="../embeddings/oleObject14.bin"/><Relationship Id="rId5" Type="http://schemas.openxmlformats.org/officeDocument/2006/relationships/tags" Target="../tags/tag10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01.xml"/><Relationship Id="rId9" Type="http://schemas.openxmlformats.org/officeDocument/2006/relationships/tags" Target="../tags/tag106.xml"/><Relationship Id="rId1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13.xml"/><Relationship Id="rId13" Type="http://schemas.openxmlformats.org/officeDocument/2006/relationships/image" Target="../media/image8.png"/><Relationship Id="rId3" Type="http://schemas.openxmlformats.org/officeDocument/2006/relationships/tags" Target="../tags/tag108.xml"/><Relationship Id="rId7" Type="http://schemas.openxmlformats.org/officeDocument/2006/relationships/tags" Target="../tags/tag112.xml"/><Relationship Id="rId12" Type="http://schemas.openxmlformats.org/officeDocument/2006/relationships/image" Target="../media/image10.emf"/><Relationship Id="rId2" Type="http://schemas.openxmlformats.org/officeDocument/2006/relationships/tags" Target="../tags/tag107.xml"/><Relationship Id="rId1" Type="http://schemas.openxmlformats.org/officeDocument/2006/relationships/vmlDrawing" Target="../drawings/vmlDrawing15.vml"/><Relationship Id="rId6" Type="http://schemas.openxmlformats.org/officeDocument/2006/relationships/tags" Target="../tags/tag111.xml"/><Relationship Id="rId11" Type="http://schemas.openxmlformats.org/officeDocument/2006/relationships/oleObject" Target="../embeddings/oleObject15.bin"/><Relationship Id="rId5" Type="http://schemas.openxmlformats.org/officeDocument/2006/relationships/tags" Target="../tags/tag1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09.xml"/><Relationship Id="rId9" Type="http://schemas.openxmlformats.org/officeDocument/2006/relationships/tags" Target="../tags/tag114.xml"/><Relationship Id="rId14" Type="http://schemas.openxmlformats.org/officeDocument/2006/relationships/image" Target="../media/image9.sv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21.xml"/><Relationship Id="rId13" Type="http://schemas.openxmlformats.org/officeDocument/2006/relationships/image" Target="../media/image8.png"/><Relationship Id="rId3" Type="http://schemas.openxmlformats.org/officeDocument/2006/relationships/tags" Target="../tags/tag116.xml"/><Relationship Id="rId7" Type="http://schemas.openxmlformats.org/officeDocument/2006/relationships/tags" Target="../tags/tag120.xml"/><Relationship Id="rId12" Type="http://schemas.openxmlformats.org/officeDocument/2006/relationships/image" Target="../media/image1.emf"/><Relationship Id="rId2" Type="http://schemas.openxmlformats.org/officeDocument/2006/relationships/tags" Target="../tags/tag115.xml"/><Relationship Id="rId1" Type="http://schemas.openxmlformats.org/officeDocument/2006/relationships/vmlDrawing" Target="../drawings/vmlDrawing16.vml"/><Relationship Id="rId6" Type="http://schemas.openxmlformats.org/officeDocument/2006/relationships/tags" Target="../tags/tag119.xml"/><Relationship Id="rId11" Type="http://schemas.openxmlformats.org/officeDocument/2006/relationships/oleObject" Target="../embeddings/oleObject16.bin"/><Relationship Id="rId5" Type="http://schemas.openxmlformats.org/officeDocument/2006/relationships/tags" Target="../tags/tag11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17.xml"/><Relationship Id="rId9" Type="http://schemas.openxmlformats.org/officeDocument/2006/relationships/tags" Target="../tags/tag122.xml"/><Relationship Id="rId14" Type="http://schemas.openxmlformats.org/officeDocument/2006/relationships/image" Target="../media/image9.sv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.bin"/><Relationship Id="rId3" Type="http://schemas.openxmlformats.org/officeDocument/2006/relationships/tags" Target="../tags/tag1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23.xml"/><Relationship Id="rId1" Type="http://schemas.openxmlformats.org/officeDocument/2006/relationships/vmlDrawing" Target="../drawings/vmlDrawing17.vml"/><Relationship Id="rId6" Type="http://schemas.openxmlformats.org/officeDocument/2006/relationships/tags" Target="../tags/tag127.xml"/><Relationship Id="rId11" Type="http://schemas.openxmlformats.org/officeDocument/2006/relationships/image" Target="../media/image3.svg"/><Relationship Id="rId5" Type="http://schemas.openxmlformats.org/officeDocument/2006/relationships/tags" Target="../tags/tag126.xml"/><Relationship Id="rId10" Type="http://schemas.openxmlformats.org/officeDocument/2006/relationships/image" Target="../media/image2.png"/><Relationship Id="rId4" Type="http://schemas.openxmlformats.org/officeDocument/2006/relationships/tags" Target="../tags/tag125.xml"/><Relationship Id="rId9" Type="http://schemas.openxmlformats.org/officeDocument/2006/relationships/image" Target="../media/image4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2.svg"/><Relationship Id="rId2" Type="http://schemas.openxmlformats.org/officeDocument/2006/relationships/tags" Target="../tags/tag128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11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18.bin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35.xml"/><Relationship Id="rId3" Type="http://schemas.openxmlformats.org/officeDocument/2006/relationships/tags" Target="../tags/tag130.xml"/><Relationship Id="rId7" Type="http://schemas.openxmlformats.org/officeDocument/2006/relationships/tags" Target="../tags/tag134.xml"/><Relationship Id="rId12" Type="http://schemas.openxmlformats.org/officeDocument/2006/relationships/image" Target="../media/image1.emf"/><Relationship Id="rId2" Type="http://schemas.openxmlformats.org/officeDocument/2006/relationships/tags" Target="../tags/tag129.xml"/><Relationship Id="rId1" Type="http://schemas.openxmlformats.org/officeDocument/2006/relationships/vmlDrawing" Target="../drawings/vmlDrawing19.vml"/><Relationship Id="rId6" Type="http://schemas.openxmlformats.org/officeDocument/2006/relationships/tags" Target="../tags/tag133.xml"/><Relationship Id="rId11" Type="http://schemas.openxmlformats.org/officeDocument/2006/relationships/oleObject" Target="../embeddings/oleObject19.bin"/><Relationship Id="rId5" Type="http://schemas.openxmlformats.org/officeDocument/2006/relationships/tags" Target="../tags/tag13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31.xml"/><Relationship Id="rId9" Type="http://schemas.openxmlformats.org/officeDocument/2006/relationships/tags" Target="../tags/tag136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2" Type="http://schemas.openxmlformats.org/officeDocument/2006/relationships/tags" Target="../tags/tag137.xml"/><Relationship Id="rId1" Type="http://schemas.openxmlformats.org/officeDocument/2006/relationships/vmlDrawing" Target="../drawings/vmlDrawing20.v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10" Type="http://schemas.openxmlformats.org/officeDocument/2006/relationships/image" Target="../media/image1.emf"/><Relationship Id="rId4" Type="http://schemas.openxmlformats.org/officeDocument/2006/relationships/tags" Target="../tags/tag139.xml"/><Relationship Id="rId9" Type="http://schemas.openxmlformats.org/officeDocument/2006/relationships/oleObject" Target="../embeddings/oleObject20.bin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49.xml"/><Relationship Id="rId3" Type="http://schemas.openxmlformats.org/officeDocument/2006/relationships/tags" Target="../tags/tag144.xml"/><Relationship Id="rId7" Type="http://schemas.openxmlformats.org/officeDocument/2006/relationships/tags" Target="../tags/tag148.xml"/><Relationship Id="rId2" Type="http://schemas.openxmlformats.org/officeDocument/2006/relationships/tags" Target="../tags/tag143.xml"/><Relationship Id="rId1" Type="http://schemas.openxmlformats.org/officeDocument/2006/relationships/vmlDrawing" Target="../drawings/vmlDrawing21.vml"/><Relationship Id="rId6" Type="http://schemas.openxmlformats.org/officeDocument/2006/relationships/tags" Target="../tags/tag147.xml"/><Relationship Id="rId11" Type="http://schemas.openxmlformats.org/officeDocument/2006/relationships/image" Target="../media/image1.emf"/><Relationship Id="rId5" Type="http://schemas.openxmlformats.org/officeDocument/2006/relationships/tags" Target="../tags/tag146.xml"/><Relationship Id="rId10" Type="http://schemas.openxmlformats.org/officeDocument/2006/relationships/oleObject" Target="../embeddings/oleObject21.bin"/><Relationship Id="rId4" Type="http://schemas.openxmlformats.org/officeDocument/2006/relationships/tags" Target="../tags/tag145.xml"/><Relationship Id="rId9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3" Type="http://schemas.openxmlformats.org/officeDocument/2006/relationships/tags" Target="../tags/tag175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174.xml"/><Relationship Id="rId1" Type="http://schemas.openxmlformats.org/officeDocument/2006/relationships/vmlDrawing" Target="../drawings/vmlDrawing23.vml"/><Relationship Id="rId6" Type="http://schemas.openxmlformats.org/officeDocument/2006/relationships/tags" Target="../tags/tag178.xml"/><Relationship Id="rId11" Type="http://schemas.openxmlformats.org/officeDocument/2006/relationships/image" Target="../media/image2.png"/><Relationship Id="rId5" Type="http://schemas.openxmlformats.org/officeDocument/2006/relationships/tags" Target="../tags/tag177.xml"/><Relationship Id="rId10" Type="http://schemas.openxmlformats.org/officeDocument/2006/relationships/image" Target="../media/image13.jpeg"/><Relationship Id="rId4" Type="http://schemas.openxmlformats.org/officeDocument/2006/relationships/tags" Target="../tags/tag176.xml"/><Relationship Id="rId9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180.xml"/><Relationship Id="rId7" Type="http://schemas.openxmlformats.org/officeDocument/2006/relationships/oleObject" Target="../embeddings/oleObject24.bin"/><Relationship Id="rId2" Type="http://schemas.openxmlformats.org/officeDocument/2006/relationships/tags" Target="../tags/tag179.xml"/><Relationship Id="rId1" Type="http://schemas.openxmlformats.org/officeDocument/2006/relationships/vmlDrawing" Target="../drawings/vmlDrawing24.v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82.xml"/><Relationship Id="rId10" Type="http://schemas.openxmlformats.org/officeDocument/2006/relationships/image" Target="../media/image14.png"/><Relationship Id="rId4" Type="http://schemas.openxmlformats.org/officeDocument/2006/relationships/tags" Target="../tags/tag181.xml"/><Relationship Id="rId9" Type="http://schemas.openxmlformats.org/officeDocument/2006/relationships/image" Target="../media/image13.jpe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184.xml"/><Relationship Id="rId7" Type="http://schemas.openxmlformats.org/officeDocument/2006/relationships/oleObject" Target="../embeddings/oleObject25.bin"/><Relationship Id="rId2" Type="http://schemas.openxmlformats.org/officeDocument/2006/relationships/tags" Target="../tags/tag183.xml"/><Relationship Id="rId1" Type="http://schemas.openxmlformats.org/officeDocument/2006/relationships/vmlDrawing" Target="../drawings/vmlDrawing25.vml"/><Relationship Id="rId6" Type="http://schemas.openxmlformats.org/officeDocument/2006/relationships/slideMaster" Target="../slideMasters/slideMaster2.xml"/><Relationship Id="rId11" Type="http://schemas.openxmlformats.org/officeDocument/2006/relationships/image" Target="../media/image3.svg"/><Relationship Id="rId5" Type="http://schemas.openxmlformats.org/officeDocument/2006/relationships/tags" Target="../tags/tag186.xml"/><Relationship Id="rId10" Type="http://schemas.openxmlformats.org/officeDocument/2006/relationships/image" Target="../media/image2.png"/><Relationship Id="rId4" Type="http://schemas.openxmlformats.org/officeDocument/2006/relationships/tags" Target="../tags/tag185.xml"/><Relationship Id="rId9" Type="http://schemas.openxmlformats.org/officeDocument/2006/relationships/image" Target="../media/image6.jpg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tags" Target="../tags/tag188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187.xml"/><Relationship Id="rId1" Type="http://schemas.openxmlformats.org/officeDocument/2006/relationships/vmlDrawing" Target="../drawings/vmlDrawing26.vml"/><Relationship Id="rId6" Type="http://schemas.openxmlformats.org/officeDocument/2006/relationships/tags" Target="../tags/tag191.xml"/><Relationship Id="rId11" Type="http://schemas.openxmlformats.org/officeDocument/2006/relationships/image" Target="../media/image2.png"/><Relationship Id="rId5" Type="http://schemas.openxmlformats.org/officeDocument/2006/relationships/tags" Target="../tags/tag190.xml"/><Relationship Id="rId10" Type="http://schemas.openxmlformats.org/officeDocument/2006/relationships/image" Target="../media/image15.jpeg"/><Relationship Id="rId4" Type="http://schemas.openxmlformats.org/officeDocument/2006/relationships/tags" Target="../tags/tag189.xml"/><Relationship Id="rId9" Type="http://schemas.openxmlformats.org/officeDocument/2006/relationships/image" Target="../media/image4.emf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7" Type="http://schemas.openxmlformats.org/officeDocument/2006/relationships/tags" Target="../tags/tag197.xml"/><Relationship Id="rId2" Type="http://schemas.openxmlformats.org/officeDocument/2006/relationships/tags" Target="../tags/tag192.xml"/><Relationship Id="rId1" Type="http://schemas.openxmlformats.org/officeDocument/2006/relationships/vmlDrawing" Target="../drawings/vmlDrawing27.vml"/><Relationship Id="rId6" Type="http://schemas.openxmlformats.org/officeDocument/2006/relationships/tags" Target="../tags/tag196.xml"/><Relationship Id="rId11" Type="http://schemas.openxmlformats.org/officeDocument/2006/relationships/image" Target="../media/image1.emf"/><Relationship Id="rId5" Type="http://schemas.openxmlformats.org/officeDocument/2006/relationships/tags" Target="../tags/tag195.xml"/><Relationship Id="rId10" Type="http://schemas.openxmlformats.org/officeDocument/2006/relationships/oleObject" Target="../embeddings/oleObject27.bin"/><Relationship Id="rId4" Type="http://schemas.openxmlformats.org/officeDocument/2006/relationships/tags" Target="../tags/tag194.xml"/><Relationship Id="rId9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200.xml"/><Relationship Id="rId7" Type="http://schemas.openxmlformats.org/officeDocument/2006/relationships/tags" Target="../tags/tag204.xml"/><Relationship Id="rId2" Type="http://schemas.openxmlformats.org/officeDocument/2006/relationships/tags" Target="../tags/tag199.xml"/><Relationship Id="rId1" Type="http://schemas.openxmlformats.org/officeDocument/2006/relationships/vmlDrawing" Target="../drawings/vmlDrawing28.vml"/><Relationship Id="rId6" Type="http://schemas.openxmlformats.org/officeDocument/2006/relationships/tags" Target="../tags/tag203.xml"/><Relationship Id="rId5" Type="http://schemas.openxmlformats.org/officeDocument/2006/relationships/tags" Target="../tags/tag202.xml"/><Relationship Id="rId10" Type="http://schemas.openxmlformats.org/officeDocument/2006/relationships/image" Target="../media/image1.emf"/><Relationship Id="rId4" Type="http://schemas.openxmlformats.org/officeDocument/2006/relationships/tags" Target="../tags/tag201.xml"/><Relationship Id="rId9" Type="http://schemas.openxmlformats.org/officeDocument/2006/relationships/oleObject" Target="../embeddings/oleObject28.bin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11.xml"/><Relationship Id="rId3" Type="http://schemas.openxmlformats.org/officeDocument/2006/relationships/tags" Target="../tags/tag206.xml"/><Relationship Id="rId7" Type="http://schemas.openxmlformats.org/officeDocument/2006/relationships/tags" Target="../tags/tag210.xml"/><Relationship Id="rId2" Type="http://schemas.openxmlformats.org/officeDocument/2006/relationships/tags" Target="../tags/tag205.xml"/><Relationship Id="rId1" Type="http://schemas.openxmlformats.org/officeDocument/2006/relationships/vmlDrawing" Target="../drawings/vmlDrawing29.vml"/><Relationship Id="rId6" Type="http://schemas.openxmlformats.org/officeDocument/2006/relationships/tags" Target="../tags/tag209.xml"/><Relationship Id="rId11" Type="http://schemas.openxmlformats.org/officeDocument/2006/relationships/image" Target="../media/image1.emf"/><Relationship Id="rId5" Type="http://schemas.openxmlformats.org/officeDocument/2006/relationships/tags" Target="../tags/tag208.xml"/><Relationship Id="rId10" Type="http://schemas.openxmlformats.org/officeDocument/2006/relationships/oleObject" Target="../embeddings/oleObject29.bin"/><Relationship Id="rId4" Type="http://schemas.openxmlformats.org/officeDocument/2006/relationships/tags" Target="../tags/tag207.xml"/><Relationship Id="rId9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213.xml"/><Relationship Id="rId7" Type="http://schemas.openxmlformats.org/officeDocument/2006/relationships/tags" Target="../tags/tag217.xml"/><Relationship Id="rId2" Type="http://schemas.openxmlformats.org/officeDocument/2006/relationships/tags" Target="../tags/tag212.xml"/><Relationship Id="rId1" Type="http://schemas.openxmlformats.org/officeDocument/2006/relationships/vmlDrawing" Target="../drawings/vmlDrawing30.v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10" Type="http://schemas.openxmlformats.org/officeDocument/2006/relationships/image" Target="../media/image1.emf"/><Relationship Id="rId4" Type="http://schemas.openxmlformats.org/officeDocument/2006/relationships/tags" Target="../tags/tag214.xml"/><Relationship Id="rId9" Type="http://schemas.openxmlformats.org/officeDocument/2006/relationships/oleObject" Target="../embeddings/oleObject30.bin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3" Type="http://schemas.openxmlformats.org/officeDocument/2006/relationships/tags" Target="../tags/tag219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16.jpeg"/><Relationship Id="rId2" Type="http://schemas.openxmlformats.org/officeDocument/2006/relationships/tags" Target="../tags/tag218.xml"/><Relationship Id="rId1" Type="http://schemas.openxmlformats.org/officeDocument/2006/relationships/vmlDrawing" Target="../drawings/vmlDrawing31.vml"/><Relationship Id="rId6" Type="http://schemas.openxmlformats.org/officeDocument/2006/relationships/tags" Target="../tags/tag222.xml"/><Relationship Id="rId11" Type="http://schemas.openxmlformats.org/officeDocument/2006/relationships/image" Target="../media/image3.svg"/><Relationship Id="rId5" Type="http://schemas.openxmlformats.org/officeDocument/2006/relationships/tags" Target="../tags/tag221.xml"/><Relationship Id="rId10" Type="http://schemas.openxmlformats.org/officeDocument/2006/relationships/image" Target="../media/image2.png"/><Relationship Id="rId4" Type="http://schemas.openxmlformats.org/officeDocument/2006/relationships/tags" Target="../tags/tag220.xml"/><Relationship Id="rId9" Type="http://schemas.openxmlformats.org/officeDocument/2006/relationships/image" Target="../media/image4.emf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.bin"/><Relationship Id="rId3" Type="http://schemas.openxmlformats.org/officeDocument/2006/relationships/tags" Target="../tags/tag224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17.jpeg"/><Relationship Id="rId2" Type="http://schemas.openxmlformats.org/officeDocument/2006/relationships/tags" Target="../tags/tag223.xml"/><Relationship Id="rId1" Type="http://schemas.openxmlformats.org/officeDocument/2006/relationships/vmlDrawing" Target="../drawings/vmlDrawing32.vml"/><Relationship Id="rId6" Type="http://schemas.openxmlformats.org/officeDocument/2006/relationships/tags" Target="../tags/tag227.xml"/><Relationship Id="rId11" Type="http://schemas.openxmlformats.org/officeDocument/2006/relationships/image" Target="../media/image3.svg"/><Relationship Id="rId5" Type="http://schemas.openxmlformats.org/officeDocument/2006/relationships/tags" Target="../tags/tag226.xml"/><Relationship Id="rId10" Type="http://schemas.openxmlformats.org/officeDocument/2006/relationships/image" Target="../media/image2.png"/><Relationship Id="rId4" Type="http://schemas.openxmlformats.org/officeDocument/2006/relationships/tags" Target="../tags/tag225.xml"/><Relationship Id="rId9" Type="http://schemas.openxmlformats.org/officeDocument/2006/relationships/image" Target="../media/image4.emf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234.xml"/><Relationship Id="rId3" Type="http://schemas.openxmlformats.org/officeDocument/2006/relationships/tags" Target="../tags/tag229.xml"/><Relationship Id="rId7" Type="http://schemas.openxmlformats.org/officeDocument/2006/relationships/tags" Target="../tags/tag233.xml"/><Relationship Id="rId2" Type="http://schemas.openxmlformats.org/officeDocument/2006/relationships/tags" Target="../tags/tag228.xml"/><Relationship Id="rId1" Type="http://schemas.openxmlformats.org/officeDocument/2006/relationships/vmlDrawing" Target="../drawings/vmlDrawing33.vml"/><Relationship Id="rId6" Type="http://schemas.openxmlformats.org/officeDocument/2006/relationships/tags" Target="../tags/tag232.xml"/><Relationship Id="rId11" Type="http://schemas.openxmlformats.org/officeDocument/2006/relationships/image" Target="../media/image4.emf"/><Relationship Id="rId5" Type="http://schemas.openxmlformats.org/officeDocument/2006/relationships/tags" Target="../tags/tag231.xml"/><Relationship Id="rId10" Type="http://schemas.openxmlformats.org/officeDocument/2006/relationships/oleObject" Target="../embeddings/oleObject33.bin"/><Relationship Id="rId4" Type="http://schemas.openxmlformats.org/officeDocument/2006/relationships/tags" Target="../tags/tag230.xml"/><Relationship Id="rId9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tags" Target="../tags/tag241.xml"/><Relationship Id="rId13" Type="http://schemas.openxmlformats.org/officeDocument/2006/relationships/image" Target="../media/image8.png"/><Relationship Id="rId3" Type="http://schemas.openxmlformats.org/officeDocument/2006/relationships/tags" Target="../tags/tag236.xml"/><Relationship Id="rId7" Type="http://schemas.openxmlformats.org/officeDocument/2006/relationships/tags" Target="../tags/tag240.xml"/><Relationship Id="rId12" Type="http://schemas.openxmlformats.org/officeDocument/2006/relationships/image" Target="../media/image1.emf"/><Relationship Id="rId2" Type="http://schemas.openxmlformats.org/officeDocument/2006/relationships/tags" Target="../tags/tag235.xml"/><Relationship Id="rId1" Type="http://schemas.openxmlformats.org/officeDocument/2006/relationships/vmlDrawing" Target="../drawings/vmlDrawing34.vml"/><Relationship Id="rId6" Type="http://schemas.openxmlformats.org/officeDocument/2006/relationships/tags" Target="../tags/tag239.xml"/><Relationship Id="rId11" Type="http://schemas.openxmlformats.org/officeDocument/2006/relationships/oleObject" Target="../embeddings/oleObject34.bin"/><Relationship Id="rId5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37.xml"/><Relationship Id="rId9" Type="http://schemas.openxmlformats.org/officeDocument/2006/relationships/tags" Target="../tags/tag242.xml"/><Relationship Id="rId14" Type="http://schemas.openxmlformats.org/officeDocument/2006/relationships/image" Target="../media/image9.sv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tags" Target="../tags/tag249.xml"/><Relationship Id="rId13" Type="http://schemas.openxmlformats.org/officeDocument/2006/relationships/image" Target="../media/image8.png"/><Relationship Id="rId3" Type="http://schemas.openxmlformats.org/officeDocument/2006/relationships/tags" Target="../tags/tag244.xml"/><Relationship Id="rId7" Type="http://schemas.openxmlformats.org/officeDocument/2006/relationships/tags" Target="../tags/tag248.xml"/><Relationship Id="rId12" Type="http://schemas.openxmlformats.org/officeDocument/2006/relationships/image" Target="../media/image1.emf"/><Relationship Id="rId2" Type="http://schemas.openxmlformats.org/officeDocument/2006/relationships/tags" Target="../tags/tag243.xml"/><Relationship Id="rId1" Type="http://schemas.openxmlformats.org/officeDocument/2006/relationships/vmlDrawing" Target="../drawings/vmlDrawing35.vml"/><Relationship Id="rId6" Type="http://schemas.openxmlformats.org/officeDocument/2006/relationships/tags" Target="../tags/tag247.xml"/><Relationship Id="rId11" Type="http://schemas.openxmlformats.org/officeDocument/2006/relationships/oleObject" Target="../embeddings/oleObject35.bin"/><Relationship Id="rId5" Type="http://schemas.openxmlformats.org/officeDocument/2006/relationships/tags" Target="../tags/tag246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45.xml"/><Relationship Id="rId9" Type="http://schemas.openxmlformats.org/officeDocument/2006/relationships/tags" Target="../tags/tag250.xml"/><Relationship Id="rId14" Type="http://schemas.openxmlformats.org/officeDocument/2006/relationships/image" Target="../media/image9.sv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tags" Target="../tags/tag257.xml"/><Relationship Id="rId13" Type="http://schemas.openxmlformats.org/officeDocument/2006/relationships/image" Target="../media/image8.png"/><Relationship Id="rId3" Type="http://schemas.openxmlformats.org/officeDocument/2006/relationships/tags" Target="../tags/tag252.xml"/><Relationship Id="rId7" Type="http://schemas.openxmlformats.org/officeDocument/2006/relationships/tags" Target="../tags/tag256.xml"/><Relationship Id="rId12" Type="http://schemas.openxmlformats.org/officeDocument/2006/relationships/image" Target="../media/image1.emf"/><Relationship Id="rId2" Type="http://schemas.openxmlformats.org/officeDocument/2006/relationships/tags" Target="../tags/tag251.xml"/><Relationship Id="rId1" Type="http://schemas.openxmlformats.org/officeDocument/2006/relationships/vmlDrawing" Target="../drawings/vmlDrawing36.vml"/><Relationship Id="rId6" Type="http://schemas.openxmlformats.org/officeDocument/2006/relationships/tags" Target="../tags/tag255.xml"/><Relationship Id="rId11" Type="http://schemas.openxmlformats.org/officeDocument/2006/relationships/oleObject" Target="../embeddings/oleObject36.bin"/><Relationship Id="rId5" Type="http://schemas.openxmlformats.org/officeDocument/2006/relationships/tags" Target="../tags/tag25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53.xml"/><Relationship Id="rId9" Type="http://schemas.openxmlformats.org/officeDocument/2006/relationships/tags" Target="../tags/tag258.xml"/><Relationship Id="rId14" Type="http://schemas.openxmlformats.org/officeDocument/2006/relationships/image" Target="../media/image9.svg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tags" Target="../tags/tag265.xml"/><Relationship Id="rId13" Type="http://schemas.openxmlformats.org/officeDocument/2006/relationships/image" Target="../media/image8.png"/><Relationship Id="rId3" Type="http://schemas.openxmlformats.org/officeDocument/2006/relationships/tags" Target="../tags/tag260.xml"/><Relationship Id="rId7" Type="http://schemas.openxmlformats.org/officeDocument/2006/relationships/tags" Target="../tags/tag264.xml"/><Relationship Id="rId12" Type="http://schemas.openxmlformats.org/officeDocument/2006/relationships/image" Target="../media/image10.emf"/><Relationship Id="rId2" Type="http://schemas.openxmlformats.org/officeDocument/2006/relationships/tags" Target="../tags/tag259.xml"/><Relationship Id="rId1" Type="http://schemas.openxmlformats.org/officeDocument/2006/relationships/vmlDrawing" Target="../drawings/vmlDrawing37.vml"/><Relationship Id="rId6" Type="http://schemas.openxmlformats.org/officeDocument/2006/relationships/tags" Target="../tags/tag263.xml"/><Relationship Id="rId11" Type="http://schemas.openxmlformats.org/officeDocument/2006/relationships/oleObject" Target="../embeddings/oleObject37.bin"/><Relationship Id="rId5" Type="http://schemas.openxmlformats.org/officeDocument/2006/relationships/tags" Target="../tags/tag262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61.xml"/><Relationship Id="rId9" Type="http://schemas.openxmlformats.org/officeDocument/2006/relationships/tags" Target="../tags/tag266.xml"/><Relationship Id="rId14" Type="http://schemas.openxmlformats.org/officeDocument/2006/relationships/image" Target="../media/image9.svg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tags" Target="../tags/tag273.xml"/><Relationship Id="rId13" Type="http://schemas.openxmlformats.org/officeDocument/2006/relationships/image" Target="../media/image8.png"/><Relationship Id="rId3" Type="http://schemas.openxmlformats.org/officeDocument/2006/relationships/tags" Target="../tags/tag268.xml"/><Relationship Id="rId7" Type="http://schemas.openxmlformats.org/officeDocument/2006/relationships/tags" Target="../tags/tag272.xml"/><Relationship Id="rId12" Type="http://schemas.openxmlformats.org/officeDocument/2006/relationships/image" Target="../media/image1.emf"/><Relationship Id="rId2" Type="http://schemas.openxmlformats.org/officeDocument/2006/relationships/tags" Target="../tags/tag267.xml"/><Relationship Id="rId1" Type="http://schemas.openxmlformats.org/officeDocument/2006/relationships/vmlDrawing" Target="../drawings/vmlDrawing38.vml"/><Relationship Id="rId6" Type="http://schemas.openxmlformats.org/officeDocument/2006/relationships/tags" Target="../tags/tag271.xml"/><Relationship Id="rId11" Type="http://schemas.openxmlformats.org/officeDocument/2006/relationships/oleObject" Target="../embeddings/oleObject38.bin"/><Relationship Id="rId5" Type="http://schemas.openxmlformats.org/officeDocument/2006/relationships/tags" Target="../tags/tag270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69.xml"/><Relationship Id="rId9" Type="http://schemas.openxmlformats.org/officeDocument/2006/relationships/tags" Target="../tags/tag274.xml"/><Relationship Id="rId14" Type="http://schemas.openxmlformats.org/officeDocument/2006/relationships/image" Target="../media/image9.svg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.bin"/><Relationship Id="rId3" Type="http://schemas.openxmlformats.org/officeDocument/2006/relationships/tags" Target="../tags/tag276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275.xml"/><Relationship Id="rId1" Type="http://schemas.openxmlformats.org/officeDocument/2006/relationships/vmlDrawing" Target="../drawings/vmlDrawing39.vml"/><Relationship Id="rId6" Type="http://schemas.openxmlformats.org/officeDocument/2006/relationships/tags" Target="../tags/tag279.xml"/><Relationship Id="rId11" Type="http://schemas.openxmlformats.org/officeDocument/2006/relationships/image" Target="../media/image3.svg"/><Relationship Id="rId5" Type="http://schemas.openxmlformats.org/officeDocument/2006/relationships/tags" Target="../tags/tag278.xml"/><Relationship Id="rId10" Type="http://schemas.openxmlformats.org/officeDocument/2006/relationships/image" Target="../media/image2.png"/><Relationship Id="rId4" Type="http://schemas.openxmlformats.org/officeDocument/2006/relationships/tags" Target="../tags/tag277.xml"/><Relationship Id="rId9" Type="http://schemas.openxmlformats.org/officeDocument/2006/relationships/image" Target="../media/image4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12.svg"/><Relationship Id="rId2" Type="http://schemas.openxmlformats.org/officeDocument/2006/relationships/tags" Target="../tags/tag280.xml"/><Relationship Id="rId1" Type="http://schemas.openxmlformats.org/officeDocument/2006/relationships/vmlDrawing" Target="../drawings/vmlDrawing40.vml"/><Relationship Id="rId6" Type="http://schemas.openxmlformats.org/officeDocument/2006/relationships/image" Target="../media/image11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40.bin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553763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070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7287" r="36892"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70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868317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173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210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52995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75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49726"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496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75950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3186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271127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794079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661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65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11101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3780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140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150004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4804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4191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053842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82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7287" r="36892"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200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452060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685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49726"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789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45019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7876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937422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582016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890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0777587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872190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992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14300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891762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094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119113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986794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1972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1801680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13571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502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grpSp>
        <p:nvGrpSpPr>
          <p:cNvPr id="12" name="Grid">
            <a:extLst>
              <a:ext uri="{FF2B5EF4-FFF2-40B4-BE49-F238E27FC236}">
                <a16:creationId xmlns:a16="http://schemas.microsoft.com/office/drawing/2014/main" id="{152F3071-3758-425C-B802-8B26E7F05EE1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1" name="Rectangle 39">
              <a:extLst>
                <a:ext uri="{FF2B5EF4-FFF2-40B4-BE49-F238E27FC236}">
                  <a16:creationId xmlns:a16="http://schemas.microsoft.com/office/drawing/2014/main" id="{F46ADEE6-FAA2-4CBA-ABDA-CCFFC5AC6AB5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2" name="Rectangle 255">
              <a:extLst>
                <a:ext uri="{FF2B5EF4-FFF2-40B4-BE49-F238E27FC236}">
                  <a16:creationId xmlns:a16="http://schemas.microsoft.com/office/drawing/2014/main" id="{65650938-EEB3-4C37-9115-6DE20904B90C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4" name="Rectangle 256">
              <a:extLst>
                <a:ext uri="{FF2B5EF4-FFF2-40B4-BE49-F238E27FC236}">
                  <a16:creationId xmlns:a16="http://schemas.microsoft.com/office/drawing/2014/main" id="{814DC630-DE77-4A58-89A6-F01C72CBFFB7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5" name="Rectangle 257">
              <a:extLst>
                <a:ext uri="{FF2B5EF4-FFF2-40B4-BE49-F238E27FC236}">
                  <a16:creationId xmlns:a16="http://schemas.microsoft.com/office/drawing/2014/main" id="{32B66FEF-BD14-43FF-9D6B-42EBE8653EA6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6" name="Rectangle 258">
              <a:extLst>
                <a:ext uri="{FF2B5EF4-FFF2-40B4-BE49-F238E27FC236}">
                  <a16:creationId xmlns:a16="http://schemas.microsoft.com/office/drawing/2014/main" id="{35E013CF-D98B-4983-98B7-E661E6F948C0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7" name="Rectangle 259">
              <a:extLst>
                <a:ext uri="{FF2B5EF4-FFF2-40B4-BE49-F238E27FC236}">
                  <a16:creationId xmlns:a16="http://schemas.microsoft.com/office/drawing/2014/main" id="{517CCBE2-1F1E-4B71-8857-880333960152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8" name="Rectangle 260">
              <a:extLst>
                <a:ext uri="{FF2B5EF4-FFF2-40B4-BE49-F238E27FC236}">
                  <a16:creationId xmlns:a16="http://schemas.microsoft.com/office/drawing/2014/main" id="{B26D33A8-5D07-429A-BDBA-2F9DC601C7D3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" name="Straight Connector 266">
              <a:extLst>
                <a:ext uri="{FF2B5EF4-FFF2-40B4-BE49-F238E27FC236}">
                  <a16:creationId xmlns:a16="http://schemas.microsoft.com/office/drawing/2014/main" id="{F9C0D7C4-41A0-4EBE-B668-B6A11202AF6D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76">
              <a:extLst>
                <a:ext uri="{FF2B5EF4-FFF2-40B4-BE49-F238E27FC236}">
                  <a16:creationId xmlns:a16="http://schemas.microsoft.com/office/drawing/2014/main" id="{DE1CC2DC-8801-44E2-A8B8-757253000148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78">
              <a:extLst>
                <a:ext uri="{FF2B5EF4-FFF2-40B4-BE49-F238E27FC236}">
                  <a16:creationId xmlns:a16="http://schemas.microsoft.com/office/drawing/2014/main" id="{91A60349-7F75-4534-8E0B-4DB9DE9BAF83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279">
              <a:extLst>
                <a:ext uri="{FF2B5EF4-FFF2-40B4-BE49-F238E27FC236}">
                  <a16:creationId xmlns:a16="http://schemas.microsoft.com/office/drawing/2014/main" id="{A252AD61-E12F-483C-91E5-001AE185AC32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282">
              <a:extLst>
                <a:ext uri="{FF2B5EF4-FFF2-40B4-BE49-F238E27FC236}">
                  <a16:creationId xmlns:a16="http://schemas.microsoft.com/office/drawing/2014/main" id="{2580E86A-A048-4106-8B40-426B8CFC6567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60">
              <a:extLst>
                <a:ext uri="{FF2B5EF4-FFF2-40B4-BE49-F238E27FC236}">
                  <a16:creationId xmlns:a16="http://schemas.microsoft.com/office/drawing/2014/main" id="{01D4F97D-C014-4A25-AF27-78C95CA03D7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61">
              <a:extLst>
                <a:ext uri="{FF2B5EF4-FFF2-40B4-BE49-F238E27FC236}">
                  <a16:creationId xmlns:a16="http://schemas.microsoft.com/office/drawing/2014/main" id="{042A4E43-0473-4F49-9CD0-BD43AE36EDE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62">
              <a:extLst>
                <a:ext uri="{FF2B5EF4-FFF2-40B4-BE49-F238E27FC236}">
                  <a16:creationId xmlns:a16="http://schemas.microsoft.com/office/drawing/2014/main" id="{06DC3FAD-38DA-4245-98DA-51455DFD85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63">
              <a:extLst>
                <a:ext uri="{FF2B5EF4-FFF2-40B4-BE49-F238E27FC236}">
                  <a16:creationId xmlns:a16="http://schemas.microsoft.com/office/drawing/2014/main" id="{168B553E-BC09-47E7-8C67-35F913D4A93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64">
              <a:extLst>
                <a:ext uri="{FF2B5EF4-FFF2-40B4-BE49-F238E27FC236}">
                  <a16:creationId xmlns:a16="http://schemas.microsoft.com/office/drawing/2014/main" id="{4CE0D645-5F33-47EC-AC7D-8F2269350F7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65">
              <a:extLst>
                <a:ext uri="{FF2B5EF4-FFF2-40B4-BE49-F238E27FC236}">
                  <a16:creationId xmlns:a16="http://schemas.microsoft.com/office/drawing/2014/main" id="{048211CE-A756-4835-AE20-47AFCBB640F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66">
              <a:extLst>
                <a:ext uri="{FF2B5EF4-FFF2-40B4-BE49-F238E27FC236}">
                  <a16:creationId xmlns:a16="http://schemas.microsoft.com/office/drawing/2014/main" id="{8F41145A-8378-41DA-AE1B-BAF3EB83E4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67">
              <a:extLst>
                <a:ext uri="{FF2B5EF4-FFF2-40B4-BE49-F238E27FC236}">
                  <a16:creationId xmlns:a16="http://schemas.microsoft.com/office/drawing/2014/main" id="{DC1F89C5-667C-474C-8B39-8958806108D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68">
              <a:extLst>
                <a:ext uri="{FF2B5EF4-FFF2-40B4-BE49-F238E27FC236}">
                  <a16:creationId xmlns:a16="http://schemas.microsoft.com/office/drawing/2014/main" id="{6A58FA70-EB3E-4BCE-8D25-5048EBE5490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69">
              <a:extLst>
                <a:ext uri="{FF2B5EF4-FFF2-40B4-BE49-F238E27FC236}">
                  <a16:creationId xmlns:a16="http://schemas.microsoft.com/office/drawing/2014/main" id="{B845FEC9-61F5-435D-AB66-25BBFF775D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70">
              <a:extLst>
                <a:ext uri="{FF2B5EF4-FFF2-40B4-BE49-F238E27FC236}">
                  <a16:creationId xmlns:a16="http://schemas.microsoft.com/office/drawing/2014/main" id="{10C0D3F1-1138-4295-93AC-1D40640929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71">
              <a:extLst>
                <a:ext uri="{FF2B5EF4-FFF2-40B4-BE49-F238E27FC236}">
                  <a16:creationId xmlns:a16="http://schemas.microsoft.com/office/drawing/2014/main" id="{E052DEB6-1EF3-4B98-BAD3-66F49901E3C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Freeform: Shape 73">
              <a:extLst>
                <a:ext uri="{FF2B5EF4-FFF2-40B4-BE49-F238E27FC236}">
                  <a16:creationId xmlns:a16="http://schemas.microsoft.com/office/drawing/2014/main" id="{53F0F4B4-9C11-41BC-A4D5-187987B2444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7" name="Freeform: Shape 74">
              <a:extLst>
                <a:ext uri="{FF2B5EF4-FFF2-40B4-BE49-F238E27FC236}">
                  <a16:creationId xmlns:a16="http://schemas.microsoft.com/office/drawing/2014/main" id="{7269E40D-9533-4239-B4B1-40A6128EBD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8" name="Freeform: Shape 75">
              <a:extLst>
                <a:ext uri="{FF2B5EF4-FFF2-40B4-BE49-F238E27FC236}">
                  <a16:creationId xmlns:a16="http://schemas.microsoft.com/office/drawing/2014/main" id="{330A7FF4-BCEF-44C8-96C4-447686B8C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9" name="Freeform: Shape 76">
              <a:extLst>
                <a:ext uri="{FF2B5EF4-FFF2-40B4-BE49-F238E27FC236}">
                  <a16:creationId xmlns:a16="http://schemas.microsoft.com/office/drawing/2014/main" id="{4BABC582-7CD5-4B8D-89F2-BAC1595D5E5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0" name="Freeform: Shape 77">
              <a:extLst>
                <a:ext uri="{FF2B5EF4-FFF2-40B4-BE49-F238E27FC236}">
                  <a16:creationId xmlns:a16="http://schemas.microsoft.com/office/drawing/2014/main" id="{064D166E-6DE2-49A5-9071-EA82CBBB11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1" name="Freeform: Shape 78">
              <a:extLst>
                <a:ext uri="{FF2B5EF4-FFF2-40B4-BE49-F238E27FC236}">
                  <a16:creationId xmlns:a16="http://schemas.microsoft.com/office/drawing/2014/main" id="{6B51FD70-DBBD-4878-A89A-3ADB97234E7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Freeform: Shape 79">
              <a:extLst>
                <a:ext uri="{FF2B5EF4-FFF2-40B4-BE49-F238E27FC236}">
                  <a16:creationId xmlns:a16="http://schemas.microsoft.com/office/drawing/2014/main" id="{99DAAC91-A40B-4A22-A855-5C9A9794A5D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3" name="Freeform: Shape 80">
              <a:extLst>
                <a:ext uri="{FF2B5EF4-FFF2-40B4-BE49-F238E27FC236}">
                  <a16:creationId xmlns:a16="http://schemas.microsoft.com/office/drawing/2014/main" id="{DE1BC63A-9C9F-4EFF-86E2-12E02D9A46A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4" name="Freeform: Shape 81">
              <a:extLst>
                <a:ext uri="{FF2B5EF4-FFF2-40B4-BE49-F238E27FC236}">
                  <a16:creationId xmlns:a16="http://schemas.microsoft.com/office/drawing/2014/main" id="{45593531-4A2F-417D-9078-11170DA9E87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5" name="Freeform: Shape 82">
              <a:extLst>
                <a:ext uri="{FF2B5EF4-FFF2-40B4-BE49-F238E27FC236}">
                  <a16:creationId xmlns:a16="http://schemas.microsoft.com/office/drawing/2014/main" id="{4388248A-2274-410E-B948-F39D8083997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6" name="Freeform: Shape 83">
              <a:extLst>
                <a:ext uri="{FF2B5EF4-FFF2-40B4-BE49-F238E27FC236}">
                  <a16:creationId xmlns:a16="http://schemas.microsoft.com/office/drawing/2014/main" id="{35E05DDF-EDFA-4AEB-A613-EC49FC1FF5B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57" name="Straight Connector 104">
              <a:extLst>
                <a:ext uri="{FF2B5EF4-FFF2-40B4-BE49-F238E27FC236}">
                  <a16:creationId xmlns:a16="http://schemas.microsoft.com/office/drawing/2014/main" id="{5ED38523-9F3B-4C37-91E4-271AF98EEF7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07">
              <a:extLst>
                <a:ext uri="{FF2B5EF4-FFF2-40B4-BE49-F238E27FC236}">
                  <a16:creationId xmlns:a16="http://schemas.microsoft.com/office/drawing/2014/main" id="{614B76F0-241E-45EA-A6EE-C6C06263F5E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108">
              <a:extLst>
                <a:ext uri="{FF2B5EF4-FFF2-40B4-BE49-F238E27FC236}">
                  <a16:creationId xmlns:a16="http://schemas.microsoft.com/office/drawing/2014/main" id="{60DDAD1A-3FCE-4035-A91C-E750697449F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109">
              <a:extLst>
                <a:ext uri="{FF2B5EF4-FFF2-40B4-BE49-F238E27FC236}">
                  <a16:creationId xmlns:a16="http://schemas.microsoft.com/office/drawing/2014/main" id="{C5E4FC91-52A0-4B64-BDCE-935529F5F63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110">
              <a:extLst>
                <a:ext uri="{FF2B5EF4-FFF2-40B4-BE49-F238E27FC236}">
                  <a16:creationId xmlns:a16="http://schemas.microsoft.com/office/drawing/2014/main" id="{0082E1BA-8AF8-4624-AEEC-70E4ED8CF0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111">
              <a:extLst>
                <a:ext uri="{FF2B5EF4-FFF2-40B4-BE49-F238E27FC236}">
                  <a16:creationId xmlns:a16="http://schemas.microsoft.com/office/drawing/2014/main" id="{0284B06D-A30B-4973-83EE-A281C7D8538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112">
              <a:extLst>
                <a:ext uri="{FF2B5EF4-FFF2-40B4-BE49-F238E27FC236}">
                  <a16:creationId xmlns:a16="http://schemas.microsoft.com/office/drawing/2014/main" id="{FFA04DB0-0883-4391-B0EB-AF60D240D82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113">
              <a:extLst>
                <a:ext uri="{FF2B5EF4-FFF2-40B4-BE49-F238E27FC236}">
                  <a16:creationId xmlns:a16="http://schemas.microsoft.com/office/drawing/2014/main" id="{DC8B8D44-89D3-4014-A556-FBCFDB78EA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114">
              <a:extLst>
                <a:ext uri="{FF2B5EF4-FFF2-40B4-BE49-F238E27FC236}">
                  <a16:creationId xmlns:a16="http://schemas.microsoft.com/office/drawing/2014/main" id="{A63A42CF-CA24-4CC9-9758-C239A38D22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115">
              <a:extLst>
                <a:ext uri="{FF2B5EF4-FFF2-40B4-BE49-F238E27FC236}">
                  <a16:creationId xmlns:a16="http://schemas.microsoft.com/office/drawing/2014/main" id="{F3C6DA21-EE47-4E05-A98C-7B3948F1109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116">
              <a:extLst>
                <a:ext uri="{FF2B5EF4-FFF2-40B4-BE49-F238E27FC236}">
                  <a16:creationId xmlns:a16="http://schemas.microsoft.com/office/drawing/2014/main" id="{3AC34B52-E8DC-46E0-A5EC-CB7CFEA23EE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117">
              <a:extLst>
                <a:ext uri="{FF2B5EF4-FFF2-40B4-BE49-F238E27FC236}">
                  <a16:creationId xmlns:a16="http://schemas.microsoft.com/office/drawing/2014/main" id="{537B86CB-D758-4C7B-B455-614E7EB26E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118">
              <a:extLst>
                <a:ext uri="{FF2B5EF4-FFF2-40B4-BE49-F238E27FC236}">
                  <a16:creationId xmlns:a16="http://schemas.microsoft.com/office/drawing/2014/main" id="{04922AC5-1426-494C-9F75-6EA9C5B2D0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120">
              <a:extLst>
                <a:ext uri="{FF2B5EF4-FFF2-40B4-BE49-F238E27FC236}">
                  <a16:creationId xmlns:a16="http://schemas.microsoft.com/office/drawing/2014/main" id="{F93BA729-7453-448E-8730-E6204C3412B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106">
              <a:extLst>
                <a:ext uri="{FF2B5EF4-FFF2-40B4-BE49-F238E27FC236}">
                  <a16:creationId xmlns:a16="http://schemas.microsoft.com/office/drawing/2014/main" id="{E949B084-1B85-442F-A7F0-167D4CDFB13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127">
              <a:extLst>
                <a:ext uri="{FF2B5EF4-FFF2-40B4-BE49-F238E27FC236}">
                  <a16:creationId xmlns:a16="http://schemas.microsoft.com/office/drawing/2014/main" id="{44DA0031-E5FA-45C1-BAEC-3AF8397623C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128">
              <a:extLst>
                <a:ext uri="{FF2B5EF4-FFF2-40B4-BE49-F238E27FC236}">
                  <a16:creationId xmlns:a16="http://schemas.microsoft.com/office/drawing/2014/main" id="{7503AEAE-5E6D-4155-B995-8C6CD9A7613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129">
              <a:extLst>
                <a:ext uri="{FF2B5EF4-FFF2-40B4-BE49-F238E27FC236}">
                  <a16:creationId xmlns:a16="http://schemas.microsoft.com/office/drawing/2014/main" id="{DC92C5D2-3C87-45CE-AC1E-45D2315E0A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130">
              <a:extLst>
                <a:ext uri="{FF2B5EF4-FFF2-40B4-BE49-F238E27FC236}">
                  <a16:creationId xmlns:a16="http://schemas.microsoft.com/office/drawing/2014/main" id="{A4D58BB1-87B0-4D84-B10E-8CC3FE030BB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131">
              <a:extLst>
                <a:ext uri="{FF2B5EF4-FFF2-40B4-BE49-F238E27FC236}">
                  <a16:creationId xmlns:a16="http://schemas.microsoft.com/office/drawing/2014/main" id="{03D6041D-BDBA-42C2-91FA-6F2B516F592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132">
              <a:extLst>
                <a:ext uri="{FF2B5EF4-FFF2-40B4-BE49-F238E27FC236}">
                  <a16:creationId xmlns:a16="http://schemas.microsoft.com/office/drawing/2014/main" id="{B9E8B9F9-86B9-4132-9F4D-E2C29A7EB4E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33">
              <a:extLst>
                <a:ext uri="{FF2B5EF4-FFF2-40B4-BE49-F238E27FC236}">
                  <a16:creationId xmlns:a16="http://schemas.microsoft.com/office/drawing/2014/main" id="{2B68C0C2-17F2-4932-A412-F25CB013389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134">
              <a:extLst>
                <a:ext uri="{FF2B5EF4-FFF2-40B4-BE49-F238E27FC236}">
                  <a16:creationId xmlns:a16="http://schemas.microsoft.com/office/drawing/2014/main" id="{D3C82108-34A1-4E9F-A1AD-8C23463C5E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135">
              <a:extLst>
                <a:ext uri="{FF2B5EF4-FFF2-40B4-BE49-F238E27FC236}">
                  <a16:creationId xmlns:a16="http://schemas.microsoft.com/office/drawing/2014/main" id="{DC09293A-DFC9-4249-BFA0-6470C6F7821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136">
              <a:extLst>
                <a:ext uri="{FF2B5EF4-FFF2-40B4-BE49-F238E27FC236}">
                  <a16:creationId xmlns:a16="http://schemas.microsoft.com/office/drawing/2014/main" id="{D1CB3103-6801-43DB-9F0F-5BE310A0C4D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137">
              <a:extLst>
                <a:ext uri="{FF2B5EF4-FFF2-40B4-BE49-F238E27FC236}">
                  <a16:creationId xmlns:a16="http://schemas.microsoft.com/office/drawing/2014/main" id="{BDF1F70C-8B7E-404C-80A4-48C603ACFD8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138">
              <a:extLst>
                <a:ext uri="{FF2B5EF4-FFF2-40B4-BE49-F238E27FC236}">
                  <a16:creationId xmlns:a16="http://schemas.microsoft.com/office/drawing/2014/main" id="{DB44E8D5-6123-4DE4-A387-D384FF23C34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139">
              <a:extLst>
                <a:ext uri="{FF2B5EF4-FFF2-40B4-BE49-F238E27FC236}">
                  <a16:creationId xmlns:a16="http://schemas.microsoft.com/office/drawing/2014/main" id="{030A1E68-5C21-4971-8CE6-22939BC72E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140">
              <a:extLst>
                <a:ext uri="{FF2B5EF4-FFF2-40B4-BE49-F238E27FC236}">
                  <a16:creationId xmlns:a16="http://schemas.microsoft.com/office/drawing/2014/main" id="{F9A5A978-8675-4C5A-8BD6-42DE89A1FC6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142">
              <a:extLst>
                <a:ext uri="{FF2B5EF4-FFF2-40B4-BE49-F238E27FC236}">
                  <a16:creationId xmlns:a16="http://schemas.microsoft.com/office/drawing/2014/main" id="{1C4BA3EA-CEDC-42D4-8544-82966EFB9F9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Area">
              <a:extLst>
                <a:ext uri="{FF2B5EF4-FFF2-40B4-BE49-F238E27FC236}">
                  <a16:creationId xmlns:a16="http://schemas.microsoft.com/office/drawing/2014/main" id="{0A4ADF09-9FCC-495D-839C-5FB52C5FFE3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13535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092665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299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902420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5027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4020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3453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Do not remove" hidden="1">
            <a:extLst>
              <a:ext uri="{FF2B5EF4-FFF2-40B4-BE49-F238E27FC236}">
                <a16:creationId xmlns:a16="http://schemas.microsoft.com/office/drawing/2014/main" id="{E7D4DAC6-F017-44FC-93D6-E3E4264E708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942619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04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ko-KR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11082528" cy="73152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884725"/>
            <a:ext cx="11082528" cy="276999"/>
          </a:xfrm>
        </p:spPr>
        <p:txBody>
          <a:bodyPr wrap="square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ko-KR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ko-KR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ko-KR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ko-KR" sz="800" dirty="0"/>
              <a:t>자료: …</a:t>
            </a:r>
          </a:p>
        </p:txBody>
      </p:sp>
      <p:sp>
        <p:nvSpPr>
          <p:cNvPr id="5" name="1. On-page tracker">
            <a:extLst>
              <a:ext uri="{FF2B5EF4-FFF2-40B4-BE49-F238E27FC236}">
                <a16:creationId xmlns:a16="http://schemas.microsoft.com/office/drawing/2014/main" id="{D81DE886-1792-49FB-BC74-725B951DC1F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89319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ko-KR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366956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r 3 lines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353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7441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54734" y="6514142"/>
            <a:ext cx="97200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4. Footnote" hidden="1">
            <a:extLst>
              <a:ext uri="{FF2B5EF4-FFF2-40B4-BE49-F238E27FC236}">
                <a16:creationId xmlns:a16="http://schemas.microsoft.com/office/drawing/2014/main" id="{493312EF-4CC4-47EF-9665-EA71D67B76C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F28B6DF-40AC-41EC-843B-8AB80F47378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54734" y="189581"/>
            <a:ext cx="11082528" cy="10156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ru-RU" sz="2200" dirty="0"/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802252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en-US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tracker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2B0A9-2D2A-401F-B1A8-6615259A5CFD}"/>
              </a:ext>
            </a:extLst>
          </p:cNvPr>
          <p:cNvSpPr txBox="1"/>
          <p:nvPr userDrawn="1"/>
        </p:nvSpPr>
        <p:spPr>
          <a:xfrm>
            <a:off x="10508398" y="6514142"/>
            <a:ext cx="769441" cy="107722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None/>
              <a:defRPr lang="en-US" sz="1400" dirty="0">
                <a:cs typeface="Arial" panose="020B0604020202020204" pitchFamily="34" charset="0"/>
              </a:defRPr>
            </a:lvl1pPr>
            <a:lvl2pPr marL="216000" lvl="1" indent="-216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32000" lvl="2" indent="-198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76000" lvl="3" indent="-1368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788400" lvl="4" indent="-144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r"/>
            <a:r>
              <a:rPr lang="ru-RU" sz="700" dirty="0">
                <a:solidFill>
                  <a:schemeClr val="tx1"/>
                </a:solidFill>
                <a:latin typeface="+mj-lt"/>
              </a:rPr>
              <a:t>Яков и Партнёры</a:t>
            </a:r>
            <a:endParaRPr lang="en-US" sz="7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1728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54665-C9C8-400E-B127-2B6C1FCB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288C0-4A00-479C-A929-74D31A0D5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736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id">
            <a:extLst>
              <a:ext uri="{FF2B5EF4-FFF2-40B4-BE49-F238E27FC236}">
                <a16:creationId xmlns:a16="http://schemas.microsoft.com/office/drawing/2014/main" id="{61789FC8-A5CF-4E70-8EC7-480ABE16CCE0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3" name="Rectangle 39">
              <a:extLst>
                <a:ext uri="{FF2B5EF4-FFF2-40B4-BE49-F238E27FC236}">
                  <a16:creationId xmlns:a16="http://schemas.microsoft.com/office/drawing/2014/main" id="{82AE5B53-2AF7-431D-B7ED-1726EED220A9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4" name="Rectangle 255">
              <a:extLst>
                <a:ext uri="{FF2B5EF4-FFF2-40B4-BE49-F238E27FC236}">
                  <a16:creationId xmlns:a16="http://schemas.microsoft.com/office/drawing/2014/main" id="{D31E8CBB-A240-4E94-A3F9-5F74C74A5718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5" name="Rectangle 256">
              <a:extLst>
                <a:ext uri="{FF2B5EF4-FFF2-40B4-BE49-F238E27FC236}">
                  <a16:creationId xmlns:a16="http://schemas.microsoft.com/office/drawing/2014/main" id="{C2D8FC07-346C-45A4-A91D-BD72CBDD0E2B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6" name="Rectangle 257">
              <a:extLst>
                <a:ext uri="{FF2B5EF4-FFF2-40B4-BE49-F238E27FC236}">
                  <a16:creationId xmlns:a16="http://schemas.microsoft.com/office/drawing/2014/main" id="{0123DFEB-7D2B-465D-937A-779EC1420C7D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7" name="Rectangle 258">
              <a:extLst>
                <a:ext uri="{FF2B5EF4-FFF2-40B4-BE49-F238E27FC236}">
                  <a16:creationId xmlns:a16="http://schemas.microsoft.com/office/drawing/2014/main" id="{8FF8ECAD-7DEB-4686-ADD0-21DF4FBA89B9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8" name="Rectangle 259">
              <a:extLst>
                <a:ext uri="{FF2B5EF4-FFF2-40B4-BE49-F238E27FC236}">
                  <a16:creationId xmlns:a16="http://schemas.microsoft.com/office/drawing/2014/main" id="{765C8A49-8602-4580-86B9-EFBAE0B9AE5B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9" name="Rectangle 260">
              <a:extLst>
                <a:ext uri="{FF2B5EF4-FFF2-40B4-BE49-F238E27FC236}">
                  <a16:creationId xmlns:a16="http://schemas.microsoft.com/office/drawing/2014/main" id="{0EA1BB33-3BFF-4B96-A268-5B32531ACFF1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10" name="Straight Connector 266">
              <a:extLst>
                <a:ext uri="{FF2B5EF4-FFF2-40B4-BE49-F238E27FC236}">
                  <a16:creationId xmlns:a16="http://schemas.microsoft.com/office/drawing/2014/main" id="{8413E678-0672-4BDE-B7D4-0784D696EFB9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276">
              <a:extLst>
                <a:ext uri="{FF2B5EF4-FFF2-40B4-BE49-F238E27FC236}">
                  <a16:creationId xmlns:a16="http://schemas.microsoft.com/office/drawing/2014/main" id="{5B9DA7CB-D053-460C-BA8A-6D678ECE980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278">
              <a:extLst>
                <a:ext uri="{FF2B5EF4-FFF2-40B4-BE49-F238E27FC236}">
                  <a16:creationId xmlns:a16="http://schemas.microsoft.com/office/drawing/2014/main" id="{B97AA3B2-A95A-429F-BB59-2D4D12343652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279">
              <a:extLst>
                <a:ext uri="{FF2B5EF4-FFF2-40B4-BE49-F238E27FC236}">
                  <a16:creationId xmlns:a16="http://schemas.microsoft.com/office/drawing/2014/main" id="{A2E46816-A623-4432-92AC-7B314AE32B2C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282">
              <a:extLst>
                <a:ext uri="{FF2B5EF4-FFF2-40B4-BE49-F238E27FC236}">
                  <a16:creationId xmlns:a16="http://schemas.microsoft.com/office/drawing/2014/main" id="{E589ABA9-B280-4B11-9B51-FCF21120E9B9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0">
              <a:extLst>
                <a:ext uri="{FF2B5EF4-FFF2-40B4-BE49-F238E27FC236}">
                  <a16:creationId xmlns:a16="http://schemas.microsoft.com/office/drawing/2014/main" id="{CFA8767B-6C50-4C01-AD51-7D3F1D1B4D2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1">
              <a:extLst>
                <a:ext uri="{FF2B5EF4-FFF2-40B4-BE49-F238E27FC236}">
                  <a16:creationId xmlns:a16="http://schemas.microsoft.com/office/drawing/2014/main" id="{9A157438-39B8-4F17-B20C-1EC6038709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2">
              <a:extLst>
                <a:ext uri="{FF2B5EF4-FFF2-40B4-BE49-F238E27FC236}">
                  <a16:creationId xmlns:a16="http://schemas.microsoft.com/office/drawing/2014/main" id="{DE5C0266-7194-42F5-A6DC-34B7562D0FA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63">
              <a:extLst>
                <a:ext uri="{FF2B5EF4-FFF2-40B4-BE49-F238E27FC236}">
                  <a16:creationId xmlns:a16="http://schemas.microsoft.com/office/drawing/2014/main" id="{88CD6ED0-5AB3-4630-A861-3B93730427C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64">
              <a:extLst>
                <a:ext uri="{FF2B5EF4-FFF2-40B4-BE49-F238E27FC236}">
                  <a16:creationId xmlns:a16="http://schemas.microsoft.com/office/drawing/2014/main" id="{5A03862C-1123-45F2-9148-946D56CDAE5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65">
              <a:extLst>
                <a:ext uri="{FF2B5EF4-FFF2-40B4-BE49-F238E27FC236}">
                  <a16:creationId xmlns:a16="http://schemas.microsoft.com/office/drawing/2014/main" id="{11F285F5-8778-4E17-82F0-0F8F88DE05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66">
              <a:extLst>
                <a:ext uri="{FF2B5EF4-FFF2-40B4-BE49-F238E27FC236}">
                  <a16:creationId xmlns:a16="http://schemas.microsoft.com/office/drawing/2014/main" id="{A593ABB9-93A5-4CB0-A615-229A87B17C3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67">
              <a:extLst>
                <a:ext uri="{FF2B5EF4-FFF2-40B4-BE49-F238E27FC236}">
                  <a16:creationId xmlns:a16="http://schemas.microsoft.com/office/drawing/2014/main" id="{5DAB6021-0580-4343-BA27-7BDEB43C11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68">
              <a:extLst>
                <a:ext uri="{FF2B5EF4-FFF2-40B4-BE49-F238E27FC236}">
                  <a16:creationId xmlns:a16="http://schemas.microsoft.com/office/drawing/2014/main" id="{103E44B5-CF19-4F43-B811-722D677F2FD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69">
              <a:extLst>
                <a:ext uri="{FF2B5EF4-FFF2-40B4-BE49-F238E27FC236}">
                  <a16:creationId xmlns:a16="http://schemas.microsoft.com/office/drawing/2014/main" id="{543C918A-FC7B-4FB8-8DA5-E31CF16667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70">
              <a:extLst>
                <a:ext uri="{FF2B5EF4-FFF2-40B4-BE49-F238E27FC236}">
                  <a16:creationId xmlns:a16="http://schemas.microsoft.com/office/drawing/2014/main" id="{0861D06C-A5DA-41E1-A91E-05D9668A594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71">
              <a:extLst>
                <a:ext uri="{FF2B5EF4-FFF2-40B4-BE49-F238E27FC236}">
                  <a16:creationId xmlns:a16="http://schemas.microsoft.com/office/drawing/2014/main" id="{3FC21415-D1A2-44E8-BF0F-8D79702021A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Freeform: Shape 73">
              <a:extLst>
                <a:ext uri="{FF2B5EF4-FFF2-40B4-BE49-F238E27FC236}">
                  <a16:creationId xmlns:a16="http://schemas.microsoft.com/office/drawing/2014/main" id="{41521FE2-8039-4A44-8E31-88518628116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8" name="Freeform: Shape 74">
              <a:extLst>
                <a:ext uri="{FF2B5EF4-FFF2-40B4-BE49-F238E27FC236}">
                  <a16:creationId xmlns:a16="http://schemas.microsoft.com/office/drawing/2014/main" id="{E94D8DE8-71F3-4A2E-AF65-F9CD6A0B1BF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Freeform: Shape 75">
              <a:extLst>
                <a:ext uri="{FF2B5EF4-FFF2-40B4-BE49-F238E27FC236}">
                  <a16:creationId xmlns:a16="http://schemas.microsoft.com/office/drawing/2014/main" id="{0DB1B978-2323-4593-8D2E-1853D157F7A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" name="Freeform: Shape 76">
              <a:extLst>
                <a:ext uri="{FF2B5EF4-FFF2-40B4-BE49-F238E27FC236}">
                  <a16:creationId xmlns:a16="http://schemas.microsoft.com/office/drawing/2014/main" id="{479FFB7D-189F-4D66-83A4-B43762EDF6F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" name="Freeform: Shape 77">
              <a:extLst>
                <a:ext uri="{FF2B5EF4-FFF2-40B4-BE49-F238E27FC236}">
                  <a16:creationId xmlns:a16="http://schemas.microsoft.com/office/drawing/2014/main" id="{D912E2B0-2928-4B4B-8DA3-F2D49A2366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2" name="Freeform: Shape 78">
              <a:extLst>
                <a:ext uri="{FF2B5EF4-FFF2-40B4-BE49-F238E27FC236}">
                  <a16:creationId xmlns:a16="http://schemas.microsoft.com/office/drawing/2014/main" id="{046508CE-FCEC-496B-8297-9C2A2E1CA63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" name="Freeform: Shape 79">
              <a:extLst>
                <a:ext uri="{FF2B5EF4-FFF2-40B4-BE49-F238E27FC236}">
                  <a16:creationId xmlns:a16="http://schemas.microsoft.com/office/drawing/2014/main" id="{F15BC712-A90D-4D70-A99F-3827184B78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" name="Freeform: Shape 80">
              <a:extLst>
                <a:ext uri="{FF2B5EF4-FFF2-40B4-BE49-F238E27FC236}">
                  <a16:creationId xmlns:a16="http://schemas.microsoft.com/office/drawing/2014/main" id="{5257E880-BFC1-478D-93F2-D65A0AC6C64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5" name="Freeform: Shape 81">
              <a:extLst>
                <a:ext uri="{FF2B5EF4-FFF2-40B4-BE49-F238E27FC236}">
                  <a16:creationId xmlns:a16="http://schemas.microsoft.com/office/drawing/2014/main" id="{3ECCE30B-4B47-423B-8418-1CC8C3E604E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6" name="Freeform: Shape 82">
              <a:extLst>
                <a:ext uri="{FF2B5EF4-FFF2-40B4-BE49-F238E27FC236}">
                  <a16:creationId xmlns:a16="http://schemas.microsoft.com/office/drawing/2014/main" id="{601CAD1C-CCA4-4441-B37A-01A27B05656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7" name="Freeform: Shape 83">
              <a:extLst>
                <a:ext uri="{FF2B5EF4-FFF2-40B4-BE49-F238E27FC236}">
                  <a16:creationId xmlns:a16="http://schemas.microsoft.com/office/drawing/2014/main" id="{C45D9F64-3FEE-400E-9F3D-2354E1D86E0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8" name="Straight Connector 104">
              <a:extLst>
                <a:ext uri="{FF2B5EF4-FFF2-40B4-BE49-F238E27FC236}">
                  <a16:creationId xmlns:a16="http://schemas.microsoft.com/office/drawing/2014/main" id="{56136F66-C066-4DBC-92E2-C6630914790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107">
              <a:extLst>
                <a:ext uri="{FF2B5EF4-FFF2-40B4-BE49-F238E27FC236}">
                  <a16:creationId xmlns:a16="http://schemas.microsoft.com/office/drawing/2014/main" id="{65339B23-BB0D-46E6-94AC-47AAE2EAF7C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108">
              <a:extLst>
                <a:ext uri="{FF2B5EF4-FFF2-40B4-BE49-F238E27FC236}">
                  <a16:creationId xmlns:a16="http://schemas.microsoft.com/office/drawing/2014/main" id="{7B7D5945-8F09-4F7A-ADF0-404ED766E7E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109">
              <a:extLst>
                <a:ext uri="{FF2B5EF4-FFF2-40B4-BE49-F238E27FC236}">
                  <a16:creationId xmlns:a16="http://schemas.microsoft.com/office/drawing/2014/main" id="{4ADB34F9-61A3-4495-A5A8-1D33E1C5D8F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110">
              <a:extLst>
                <a:ext uri="{FF2B5EF4-FFF2-40B4-BE49-F238E27FC236}">
                  <a16:creationId xmlns:a16="http://schemas.microsoft.com/office/drawing/2014/main" id="{F4A8663F-8F15-45FE-ABA6-1D224911F2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111">
              <a:extLst>
                <a:ext uri="{FF2B5EF4-FFF2-40B4-BE49-F238E27FC236}">
                  <a16:creationId xmlns:a16="http://schemas.microsoft.com/office/drawing/2014/main" id="{6E0E7351-6A9B-4EAA-80EE-374199668FA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112">
              <a:extLst>
                <a:ext uri="{FF2B5EF4-FFF2-40B4-BE49-F238E27FC236}">
                  <a16:creationId xmlns:a16="http://schemas.microsoft.com/office/drawing/2014/main" id="{5685FE3D-5B14-4FFA-9146-08CB999320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113">
              <a:extLst>
                <a:ext uri="{FF2B5EF4-FFF2-40B4-BE49-F238E27FC236}">
                  <a16:creationId xmlns:a16="http://schemas.microsoft.com/office/drawing/2014/main" id="{71624253-FAA4-4162-A859-0CA6E8B54DE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114">
              <a:extLst>
                <a:ext uri="{FF2B5EF4-FFF2-40B4-BE49-F238E27FC236}">
                  <a16:creationId xmlns:a16="http://schemas.microsoft.com/office/drawing/2014/main" id="{50F8E47F-6910-4BCB-AB04-ADD79A81FF3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115">
              <a:extLst>
                <a:ext uri="{FF2B5EF4-FFF2-40B4-BE49-F238E27FC236}">
                  <a16:creationId xmlns:a16="http://schemas.microsoft.com/office/drawing/2014/main" id="{6729E5CD-8A90-471B-ABB9-DD35F2BABA0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116">
              <a:extLst>
                <a:ext uri="{FF2B5EF4-FFF2-40B4-BE49-F238E27FC236}">
                  <a16:creationId xmlns:a16="http://schemas.microsoft.com/office/drawing/2014/main" id="{3B98BFFB-23E2-4A56-8C85-C31CCB34BB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7">
              <a:extLst>
                <a:ext uri="{FF2B5EF4-FFF2-40B4-BE49-F238E27FC236}">
                  <a16:creationId xmlns:a16="http://schemas.microsoft.com/office/drawing/2014/main" id="{CC2192BD-9D05-44E7-8C1A-2AD567E5EF3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118">
              <a:extLst>
                <a:ext uri="{FF2B5EF4-FFF2-40B4-BE49-F238E27FC236}">
                  <a16:creationId xmlns:a16="http://schemas.microsoft.com/office/drawing/2014/main" id="{A12D097C-82DA-4B9E-B135-49E0935A36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120">
              <a:extLst>
                <a:ext uri="{FF2B5EF4-FFF2-40B4-BE49-F238E27FC236}">
                  <a16:creationId xmlns:a16="http://schemas.microsoft.com/office/drawing/2014/main" id="{14E626D5-0D94-4EB8-9B92-1FBD731075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106">
              <a:extLst>
                <a:ext uri="{FF2B5EF4-FFF2-40B4-BE49-F238E27FC236}">
                  <a16:creationId xmlns:a16="http://schemas.microsoft.com/office/drawing/2014/main" id="{19456D46-20F0-433E-A7F5-FFFEC0E64D1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127">
              <a:extLst>
                <a:ext uri="{FF2B5EF4-FFF2-40B4-BE49-F238E27FC236}">
                  <a16:creationId xmlns:a16="http://schemas.microsoft.com/office/drawing/2014/main" id="{4B22F413-46AB-44E5-AEBF-2646C5E0BEE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128">
              <a:extLst>
                <a:ext uri="{FF2B5EF4-FFF2-40B4-BE49-F238E27FC236}">
                  <a16:creationId xmlns:a16="http://schemas.microsoft.com/office/drawing/2014/main" id="{FD87257B-27CE-4663-8B06-DAD51813EE8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129">
              <a:extLst>
                <a:ext uri="{FF2B5EF4-FFF2-40B4-BE49-F238E27FC236}">
                  <a16:creationId xmlns:a16="http://schemas.microsoft.com/office/drawing/2014/main" id="{D1D74F04-CCDE-429C-983C-08683CFE333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130">
              <a:extLst>
                <a:ext uri="{FF2B5EF4-FFF2-40B4-BE49-F238E27FC236}">
                  <a16:creationId xmlns:a16="http://schemas.microsoft.com/office/drawing/2014/main" id="{C41AAC0B-9CB1-44B0-A7F9-2DB67D80A06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131">
              <a:extLst>
                <a:ext uri="{FF2B5EF4-FFF2-40B4-BE49-F238E27FC236}">
                  <a16:creationId xmlns:a16="http://schemas.microsoft.com/office/drawing/2014/main" id="{74A459B0-947A-4161-AE49-EA2EFE81D48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32">
              <a:extLst>
                <a:ext uri="{FF2B5EF4-FFF2-40B4-BE49-F238E27FC236}">
                  <a16:creationId xmlns:a16="http://schemas.microsoft.com/office/drawing/2014/main" id="{E3C49BAE-E390-4F9D-BCB9-5A35C66D20C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133">
              <a:extLst>
                <a:ext uri="{FF2B5EF4-FFF2-40B4-BE49-F238E27FC236}">
                  <a16:creationId xmlns:a16="http://schemas.microsoft.com/office/drawing/2014/main" id="{FC65B60F-97B1-424A-8101-AEE9AA86A5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134">
              <a:extLst>
                <a:ext uri="{FF2B5EF4-FFF2-40B4-BE49-F238E27FC236}">
                  <a16:creationId xmlns:a16="http://schemas.microsoft.com/office/drawing/2014/main" id="{0ED02E27-B66F-4413-ADBB-85B9A8D50AF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135">
              <a:extLst>
                <a:ext uri="{FF2B5EF4-FFF2-40B4-BE49-F238E27FC236}">
                  <a16:creationId xmlns:a16="http://schemas.microsoft.com/office/drawing/2014/main" id="{DC1FC896-E4CF-49C4-8DA1-2D5CBC36A11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136">
              <a:extLst>
                <a:ext uri="{FF2B5EF4-FFF2-40B4-BE49-F238E27FC236}">
                  <a16:creationId xmlns:a16="http://schemas.microsoft.com/office/drawing/2014/main" id="{92CF46AE-4E2A-44AA-A7B1-A9436A25A9B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137">
              <a:extLst>
                <a:ext uri="{FF2B5EF4-FFF2-40B4-BE49-F238E27FC236}">
                  <a16:creationId xmlns:a16="http://schemas.microsoft.com/office/drawing/2014/main" id="{C1C76570-6D08-4DC8-AB9E-285063851F3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138">
              <a:extLst>
                <a:ext uri="{FF2B5EF4-FFF2-40B4-BE49-F238E27FC236}">
                  <a16:creationId xmlns:a16="http://schemas.microsoft.com/office/drawing/2014/main" id="{D2BC23D2-5B8A-446F-B8B6-85E900ED4DF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139">
              <a:extLst>
                <a:ext uri="{FF2B5EF4-FFF2-40B4-BE49-F238E27FC236}">
                  <a16:creationId xmlns:a16="http://schemas.microsoft.com/office/drawing/2014/main" id="{940D676A-22B5-4A81-8286-6E584513DDF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140">
              <a:extLst>
                <a:ext uri="{FF2B5EF4-FFF2-40B4-BE49-F238E27FC236}">
                  <a16:creationId xmlns:a16="http://schemas.microsoft.com/office/drawing/2014/main" id="{7EE1D7BC-D704-4042-B74F-92A4A163FDC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142">
              <a:extLst>
                <a:ext uri="{FF2B5EF4-FFF2-40B4-BE49-F238E27FC236}">
                  <a16:creationId xmlns:a16="http://schemas.microsoft.com/office/drawing/2014/main" id="{9EDAF0DE-9BF7-4BE9-8727-80C41C1D85B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Area">
              <a:extLst>
                <a:ext uri="{FF2B5EF4-FFF2-40B4-BE49-F238E27FC236}">
                  <a16:creationId xmlns:a16="http://schemas.microsoft.com/office/drawing/2014/main" id="{90140229-8ADE-492D-A3E6-9A9EA387F01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52718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53915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412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4" y="226623"/>
            <a:ext cx="110825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34621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>
                <a:latin typeface="+mn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ru-RU" dirty="0"/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baseline="0" dirty="0">
                <a:solidFill>
                  <a:srgbClr val="7F7F7F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ru-RU" dirty="0"/>
              <a:t>Образец </a:t>
            </a:r>
            <a:r>
              <a:rPr lang="ru-RU" dirty="0" err="1"/>
              <a:t>трекера</a:t>
            </a:r>
            <a:endParaRPr lang="ru-RU" dirty="0"/>
          </a:p>
        </p:txBody>
      </p:sp>
      <p:sp>
        <p:nvSpPr>
          <p:cNvPr id="28" name="Slide Number">
            <a:extLst>
              <a:ext uri="{FF2B5EF4-FFF2-40B4-BE49-F238E27FC236}">
                <a16:creationId xmlns:a16="http://schemas.microsoft.com/office/drawing/2014/main" id="{691F3FC9-6316-4BDE-92C9-FAA8ABE81E8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8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3" name="4. Footnote" hidden="1">
            <a:extLst>
              <a:ext uri="{FF2B5EF4-FFF2-40B4-BE49-F238E27FC236}">
                <a16:creationId xmlns:a16="http://schemas.microsoft.com/office/drawing/2014/main" id="{126071C1-C69E-4FC6-BB5F-98F8CFCB15E6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marL="203200" indent="-212725">
              <a:defRPr/>
            </a:pPr>
            <a:r>
              <a:rPr lang="ru-RU" sz="800" dirty="0">
                <a:latin typeface="Arial" panose="020B0604020202020204" pitchFamily="34" charset="0"/>
              </a:rPr>
              <a:t>Сноска</a:t>
            </a:r>
            <a:endParaRPr lang="en-US" sz="800" dirty="0">
              <a:latin typeface="Arial" panose="020B0604020202020204" pitchFamily="34" charset="0"/>
            </a:endParaRP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A981BAF5-6595-457F-A474-DAA4625AFC7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defTabSz="913526">
              <a:tabLst>
                <a:tab pos="643032" algn="l"/>
              </a:tabLst>
            </a:pPr>
            <a:r>
              <a:rPr lang="ru-RU" sz="800" dirty="0">
                <a:solidFill>
                  <a:schemeClr val="tx1"/>
                </a:solidFill>
                <a:latin typeface="Arial" panose="020B0604020202020204" pitchFamily="34" charset="0"/>
              </a:rPr>
              <a:t>Источник</a:t>
            </a:r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lang="ru-RU" sz="800" dirty="0">
                <a:solidFill>
                  <a:schemeClr val="tx1"/>
                </a:solidFill>
                <a:latin typeface="Arial" panose="020B0604020202020204" pitchFamily="34" charset="0"/>
              </a:rPr>
              <a:t>…</a:t>
            </a:r>
            <a:endParaRPr lang="en-US" sz="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7016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04573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606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6049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4575567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709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C7AA744-990D-2227-2D27-E963644A3214}"/>
              </a:ext>
            </a:extLst>
          </p:cNvPr>
          <p:cNvSpPr/>
          <p:nvPr userDrawn="1"/>
        </p:nvSpPr>
        <p:spPr>
          <a:xfrm>
            <a:off x="0" y="0"/>
            <a:ext cx="12192000" cy="6868576"/>
          </a:xfrm>
          <a:prstGeom prst="rect">
            <a:avLst/>
          </a:prstGeom>
          <a:solidFill>
            <a:srgbClr val="FFC9C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2063" y="10576"/>
            <a:ext cx="6125028" cy="6858000"/>
          </a:xfrm>
          <a:prstGeom prst="rect">
            <a:avLst/>
          </a:prstGeom>
        </p:spPr>
      </p:pic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3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4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5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B2D103-24A0-67A0-FD77-819D52953DD1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551688" y="434954"/>
            <a:ext cx="1227497" cy="1136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641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03485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8116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616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97869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14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4898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11483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642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4791428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03099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685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67577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83819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164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9973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8543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1188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04105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21200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221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596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107941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323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6960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309665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4260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4420210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508143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528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802499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59215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630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6130474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881928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7332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04724412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6050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8356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5793586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3101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938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1156958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693552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0404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9125971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798889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1428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777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1255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8">
          <p15:clr>
            <a:srgbClr val="CCCCCC"/>
          </p15:clr>
        </p15:guide>
        <p15:guide id="2" pos="7472">
          <p15:clr>
            <a:srgbClr val="CCCCC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3.xml"/><Relationship Id="rId39" Type="http://schemas.openxmlformats.org/officeDocument/2006/relationships/tags" Target="../tags/tag16.xml"/><Relationship Id="rId21" Type="http://schemas.openxmlformats.org/officeDocument/2006/relationships/slideLayout" Target="../slideLayouts/slideLayout21.xml"/><Relationship Id="rId34" Type="http://schemas.openxmlformats.org/officeDocument/2006/relationships/tags" Target="../tags/tag11.xml"/><Relationship Id="rId42" Type="http://schemas.openxmlformats.org/officeDocument/2006/relationships/tags" Target="../tags/tag19.xml"/><Relationship Id="rId47" Type="http://schemas.openxmlformats.org/officeDocument/2006/relationships/tags" Target="../tags/tag24.xml"/><Relationship Id="rId50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tags" Target="../tags/tag6.xml"/><Relationship Id="rId11" Type="http://schemas.openxmlformats.org/officeDocument/2006/relationships/slideLayout" Target="../slideLayouts/slideLayout11.xml"/><Relationship Id="rId24" Type="http://schemas.openxmlformats.org/officeDocument/2006/relationships/vmlDrawing" Target="../drawings/vmlDrawing1.vml"/><Relationship Id="rId32" Type="http://schemas.openxmlformats.org/officeDocument/2006/relationships/tags" Target="../tags/tag9.xml"/><Relationship Id="rId37" Type="http://schemas.openxmlformats.org/officeDocument/2006/relationships/tags" Target="../tags/tag14.xml"/><Relationship Id="rId40" Type="http://schemas.openxmlformats.org/officeDocument/2006/relationships/tags" Target="../tags/tag17.xml"/><Relationship Id="rId45" Type="http://schemas.openxmlformats.org/officeDocument/2006/relationships/tags" Target="../tags/tag2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28" Type="http://schemas.openxmlformats.org/officeDocument/2006/relationships/tags" Target="../tags/tag5.xml"/><Relationship Id="rId36" Type="http://schemas.openxmlformats.org/officeDocument/2006/relationships/tags" Target="../tags/tag13.xml"/><Relationship Id="rId49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8.xml"/><Relationship Id="rId44" Type="http://schemas.openxmlformats.org/officeDocument/2006/relationships/tags" Target="../tags/tag21.xml"/><Relationship Id="rId52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4.xml"/><Relationship Id="rId30" Type="http://schemas.openxmlformats.org/officeDocument/2006/relationships/tags" Target="../tags/tag7.xml"/><Relationship Id="rId35" Type="http://schemas.openxmlformats.org/officeDocument/2006/relationships/tags" Target="../tags/tag12.xml"/><Relationship Id="rId43" Type="http://schemas.openxmlformats.org/officeDocument/2006/relationships/tags" Target="../tags/tag20.xml"/><Relationship Id="rId48" Type="http://schemas.openxmlformats.org/officeDocument/2006/relationships/tags" Target="../tags/tag25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2.xml"/><Relationship Id="rId33" Type="http://schemas.openxmlformats.org/officeDocument/2006/relationships/tags" Target="../tags/tag10.xml"/><Relationship Id="rId38" Type="http://schemas.openxmlformats.org/officeDocument/2006/relationships/tags" Target="../tags/tag15.xml"/><Relationship Id="rId46" Type="http://schemas.openxmlformats.org/officeDocument/2006/relationships/tags" Target="../tags/tag23.xml"/><Relationship Id="rId20" Type="http://schemas.openxmlformats.org/officeDocument/2006/relationships/slideLayout" Target="../slideLayouts/slideLayout20.xml"/><Relationship Id="rId41" Type="http://schemas.openxmlformats.org/officeDocument/2006/relationships/tags" Target="../tags/tag18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40.xml"/><Relationship Id="rId26" Type="http://schemas.openxmlformats.org/officeDocument/2006/relationships/tags" Target="../tags/tag154.xml"/><Relationship Id="rId39" Type="http://schemas.openxmlformats.org/officeDocument/2006/relationships/tags" Target="../tags/tag167.xml"/><Relationship Id="rId21" Type="http://schemas.openxmlformats.org/officeDocument/2006/relationships/vmlDrawing" Target="../drawings/vmlDrawing22.vml"/><Relationship Id="rId34" Type="http://schemas.openxmlformats.org/officeDocument/2006/relationships/tags" Target="../tags/tag162.xml"/><Relationship Id="rId42" Type="http://schemas.openxmlformats.org/officeDocument/2006/relationships/tags" Target="../tags/tag170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9" Type="http://schemas.openxmlformats.org/officeDocument/2006/relationships/tags" Target="../tags/tag157.xml"/><Relationship Id="rId11" Type="http://schemas.openxmlformats.org/officeDocument/2006/relationships/slideLayout" Target="../slideLayouts/slideLayout33.xml"/><Relationship Id="rId24" Type="http://schemas.openxmlformats.org/officeDocument/2006/relationships/tags" Target="../tags/tag152.xml"/><Relationship Id="rId32" Type="http://schemas.openxmlformats.org/officeDocument/2006/relationships/tags" Target="../tags/tag160.xml"/><Relationship Id="rId37" Type="http://schemas.openxmlformats.org/officeDocument/2006/relationships/tags" Target="../tags/tag165.xml"/><Relationship Id="rId40" Type="http://schemas.openxmlformats.org/officeDocument/2006/relationships/tags" Target="../tags/tag168.xml"/><Relationship Id="rId45" Type="http://schemas.openxmlformats.org/officeDocument/2006/relationships/tags" Target="../tags/tag17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23" Type="http://schemas.openxmlformats.org/officeDocument/2006/relationships/tags" Target="../tags/tag151.xml"/><Relationship Id="rId28" Type="http://schemas.openxmlformats.org/officeDocument/2006/relationships/tags" Target="../tags/tag156.xml"/><Relationship Id="rId36" Type="http://schemas.openxmlformats.org/officeDocument/2006/relationships/tags" Target="../tags/tag164.xml"/><Relationship Id="rId49" Type="http://schemas.openxmlformats.org/officeDocument/2006/relationships/image" Target="../media/image3.svg"/><Relationship Id="rId10" Type="http://schemas.openxmlformats.org/officeDocument/2006/relationships/slideLayout" Target="../slideLayouts/slideLayout32.xml"/><Relationship Id="rId19" Type="http://schemas.openxmlformats.org/officeDocument/2006/relationships/slideLayout" Target="../slideLayouts/slideLayout41.xml"/><Relationship Id="rId31" Type="http://schemas.openxmlformats.org/officeDocument/2006/relationships/tags" Target="../tags/tag159.xml"/><Relationship Id="rId44" Type="http://schemas.openxmlformats.org/officeDocument/2006/relationships/tags" Target="../tags/tag17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tags" Target="../tags/tag150.xml"/><Relationship Id="rId27" Type="http://schemas.openxmlformats.org/officeDocument/2006/relationships/tags" Target="../tags/tag155.xml"/><Relationship Id="rId30" Type="http://schemas.openxmlformats.org/officeDocument/2006/relationships/tags" Target="../tags/tag158.xml"/><Relationship Id="rId35" Type="http://schemas.openxmlformats.org/officeDocument/2006/relationships/tags" Target="../tags/tag163.xml"/><Relationship Id="rId43" Type="http://schemas.openxmlformats.org/officeDocument/2006/relationships/tags" Target="../tags/tag171.xml"/><Relationship Id="rId48" Type="http://schemas.openxmlformats.org/officeDocument/2006/relationships/image" Target="../media/image2.png"/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5" Type="http://schemas.openxmlformats.org/officeDocument/2006/relationships/tags" Target="../tags/tag153.xml"/><Relationship Id="rId33" Type="http://schemas.openxmlformats.org/officeDocument/2006/relationships/tags" Target="../tags/tag161.xml"/><Relationship Id="rId38" Type="http://schemas.openxmlformats.org/officeDocument/2006/relationships/tags" Target="../tags/tag166.xml"/><Relationship Id="rId46" Type="http://schemas.openxmlformats.org/officeDocument/2006/relationships/oleObject" Target="../embeddings/oleObject22.bin"/><Relationship Id="rId20" Type="http://schemas.openxmlformats.org/officeDocument/2006/relationships/theme" Target="../theme/theme2.xml"/><Relationship Id="rId41" Type="http://schemas.openxmlformats.org/officeDocument/2006/relationships/tags" Target="../tags/tag169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5"/>
            </p:custDataLst>
            <p:extLst>
              <p:ext uri="{D42A27DB-BD31-4B8C-83A1-F6EECF244321}">
                <p14:modId xmlns:p14="http://schemas.microsoft.com/office/powerpoint/2010/main" val="18286565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65052" name="think-cell Slide" r:id="rId49" imgW="413" imgH="416" progId="TCLayout.ActiveDocument.1">
                  <p:embed/>
                </p:oleObj>
              </mc:Choice>
              <mc:Fallback>
                <p:oleObj name="think-cell Slide" r:id="rId4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7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30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31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32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4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5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6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7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8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4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80" r:id="rId18"/>
    <p:sldLayoutId id="2147483704" r:id="rId19"/>
    <p:sldLayoutId id="2147483705" r:id="rId20"/>
    <p:sldLayoutId id="2147483706" r:id="rId21"/>
    <p:sldLayoutId id="2147483707" r:id="rId2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2246127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494" name="think-cell Slide" r:id="rId46" imgW="413" imgH="416" progId="TCLayout.ActiveDocument.1">
                  <p:embed/>
                </p:oleObj>
              </mc:Choice>
              <mc:Fallback>
                <p:oleObj name="think-cell Slide" r:id="rId46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3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5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27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28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2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4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5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17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3" r:id="rId19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292.xml"/><Relationship Id="rId18" Type="http://schemas.openxmlformats.org/officeDocument/2006/relationships/tags" Target="../tags/tag297.xml"/><Relationship Id="rId26" Type="http://schemas.openxmlformats.org/officeDocument/2006/relationships/tags" Target="../tags/tag305.xml"/><Relationship Id="rId39" Type="http://schemas.openxmlformats.org/officeDocument/2006/relationships/slideLayout" Target="../slideLayouts/slideLayout4.xml"/><Relationship Id="rId21" Type="http://schemas.openxmlformats.org/officeDocument/2006/relationships/tags" Target="../tags/tag300.xml"/><Relationship Id="rId34" Type="http://schemas.openxmlformats.org/officeDocument/2006/relationships/tags" Target="../tags/tag313.xml"/><Relationship Id="rId42" Type="http://schemas.openxmlformats.org/officeDocument/2006/relationships/image" Target="../media/image18.emf"/><Relationship Id="rId7" Type="http://schemas.openxmlformats.org/officeDocument/2006/relationships/tags" Target="../tags/tag286.xml"/><Relationship Id="rId2" Type="http://schemas.openxmlformats.org/officeDocument/2006/relationships/tags" Target="../tags/tag281.xml"/><Relationship Id="rId16" Type="http://schemas.openxmlformats.org/officeDocument/2006/relationships/tags" Target="../tags/tag295.xml"/><Relationship Id="rId20" Type="http://schemas.openxmlformats.org/officeDocument/2006/relationships/tags" Target="../tags/tag299.xml"/><Relationship Id="rId29" Type="http://schemas.openxmlformats.org/officeDocument/2006/relationships/tags" Target="../tags/tag308.xml"/><Relationship Id="rId41" Type="http://schemas.openxmlformats.org/officeDocument/2006/relationships/oleObject" Target="../embeddings/oleObject41.bin"/><Relationship Id="rId1" Type="http://schemas.openxmlformats.org/officeDocument/2006/relationships/vmlDrawing" Target="../drawings/vmlDrawing41.vml"/><Relationship Id="rId6" Type="http://schemas.openxmlformats.org/officeDocument/2006/relationships/tags" Target="../tags/tag285.xml"/><Relationship Id="rId11" Type="http://schemas.openxmlformats.org/officeDocument/2006/relationships/tags" Target="../tags/tag290.xml"/><Relationship Id="rId24" Type="http://schemas.openxmlformats.org/officeDocument/2006/relationships/tags" Target="../tags/tag303.xml"/><Relationship Id="rId32" Type="http://schemas.openxmlformats.org/officeDocument/2006/relationships/tags" Target="../tags/tag311.xml"/><Relationship Id="rId37" Type="http://schemas.openxmlformats.org/officeDocument/2006/relationships/tags" Target="../tags/tag316.xml"/><Relationship Id="rId40" Type="http://schemas.openxmlformats.org/officeDocument/2006/relationships/notesSlide" Target="../notesSlides/notesSlide1.xml"/><Relationship Id="rId5" Type="http://schemas.openxmlformats.org/officeDocument/2006/relationships/tags" Target="../tags/tag284.xml"/><Relationship Id="rId15" Type="http://schemas.openxmlformats.org/officeDocument/2006/relationships/tags" Target="../tags/tag294.xml"/><Relationship Id="rId23" Type="http://schemas.openxmlformats.org/officeDocument/2006/relationships/tags" Target="../tags/tag302.xml"/><Relationship Id="rId28" Type="http://schemas.openxmlformats.org/officeDocument/2006/relationships/tags" Target="../tags/tag307.xml"/><Relationship Id="rId36" Type="http://schemas.openxmlformats.org/officeDocument/2006/relationships/tags" Target="../tags/tag315.xml"/><Relationship Id="rId10" Type="http://schemas.openxmlformats.org/officeDocument/2006/relationships/tags" Target="../tags/tag289.xml"/><Relationship Id="rId19" Type="http://schemas.openxmlformats.org/officeDocument/2006/relationships/tags" Target="../tags/tag298.xml"/><Relationship Id="rId31" Type="http://schemas.openxmlformats.org/officeDocument/2006/relationships/tags" Target="../tags/tag310.xml"/><Relationship Id="rId4" Type="http://schemas.openxmlformats.org/officeDocument/2006/relationships/tags" Target="../tags/tag283.xml"/><Relationship Id="rId9" Type="http://schemas.openxmlformats.org/officeDocument/2006/relationships/tags" Target="../tags/tag288.xml"/><Relationship Id="rId14" Type="http://schemas.openxmlformats.org/officeDocument/2006/relationships/tags" Target="../tags/tag293.xml"/><Relationship Id="rId22" Type="http://schemas.openxmlformats.org/officeDocument/2006/relationships/tags" Target="../tags/tag301.xml"/><Relationship Id="rId27" Type="http://schemas.openxmlformats.org/officeDocument/2006/relationships/tags" Target="../tags/tag306.xml"/><Relationship Id="rId30" Type="http://schemas.openxmlformats.org/officeDocument/2006/relationships/tags" Target="../tags/tag309.xml"/><Relationship Id="rId35" Type="http://schemas.openxmlformats.org/officeDocument/2006/relationships/tags" Target="../tags/tag314.xml"/><Relationship Id="rId8" Type="http://schemas.openxmlformats.org/officeDocument/2006/relationships/tags" Target="../tags/tag287.xml"/><Relationship Id="rId3" Type="http://schemas.openxmlformats.org/officeDocument/2006/relationships/tags" Target="../tags/tag282.xml"/><Relationship Id="rId12" Type="http://schemas.openxmlformats.org/officeDocument/2006/relationships/tags" Target="../tags/tag291.xml"/><Relationship Id="rId17" Type="http://schemas.openxmlformats.org/officeDocument/2006/relationships/tags" Target="../tags/tag296.xml"/><Relationship Id="rId25" Type="http://schemas.openxmlformats.org/officeDocument/2006/relationships/tags" Target="../tags/tag304.xml"/><Relationship Id="rId33" Type="http://schemas.openxmlformats.org/officeDocument/2006/relationships/tags" Target="../tags/tag312.xml"/><Relationship Id="rId38" Type="http://schemas.openxmlformats.org/officeDocument/2006/relationships/tags" Target="../tags/tag31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324.xml"/><Relationship Id="rId13" Type="http://schemas.openxmlformats.org/officeDocument/2006/relationships/slideLayout" Target="../slideLayouts/slideLayout4.xml"/><Relationship Id="rId18" Type="http://schemas.openxmlformats.org/officeDocument/2006/relationships/image" Target="../media/image20.png"/><Relationship Id="rId3" Type="http://schemas.openxmlformats.org/officeDocument/2006/relationships/tags" Target="../tags/tag319.xml"/><Relationship Id="rId7" Type="http://schemas.openxmlformats.org/officeDocument/2006/relationships/tags" Target="../tags/tag323.xml"/><Relationship Id="rId12" Type="http://schemas.openxmlformats.org/officeDocument/2006/relationships/tags" Target="../tags/tag328.xml"/><Relationship Id="rId17" Type="http://schemas.openxmlformats.org/officeDocument/2006/relationships/chart" Target="../charts/chart1.xml"/><Relationship Id="rId2" Type="http://schemas.openxmlformats.org/officeDocument/2006/relationships/tags" Target="../tags/tag318.xml"/><Relationship Id="rId16" Type="http://schemas.openxmlformats.org/officeDocument/2006/relationships/image" Target="../media/image19.emf"/><Relationship Id="rId20" Type="http://schemas.openxmlformats.org/officeDocument/2006/relationships/chart" Target="../charts/chart3.xml"/><Relationship Id="rId1" Type="http://schemas.openxmlformats.org/officeDocument/2006/relationships/vmlDrawing" Target="../drawings/vmlDrawing42.vml"/><Relationship Id="rId6" Type="http://schemas.openxmlformats.org/officeDocument/2006/relationships/tags" Target="../tags/tag322.xml"/><Relationship Id="rId11" Type="http://schemas.openxmlformats.org/officeDocument/2006/relationships/tags" Target="../tags/tag327.xml"/><Relationship Id="rId5" Type="http://schemas.openxmlformats.org/officeDocument/2006/relationships/tags" Target="../tags/tag321.xml"/><Relationship Id="rId15" Type="http://schemas.openxmlformats.org/officeDocument/2006/relationships/oleObject" Target="../embeddings/oleObject42.bin"/><Relationship Id="rId10" Type="http://schemas.openxmlformats.org/officeDocument/2006/relationships/tags" Target="../tags/tag326.xml"/><Relationship Id="rId19" Type="http://schemas.openxmlformats.org/officeDocument/2006/relationships/chart" Target="../charts/chart2.xml"/><Relationship Id="rId4" Type="http://schemas.openxmlformats.org/officeDocument/2006/relationships/tags" Target="../tags/tag320.xml"/><Relationship Id="rId9" Type="http://schemas.openxmlformats.org/officeDocument/2006/relationships/tags" Target="../tags/tag325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335.xml"/><Relationship Id="rId13" Type="http://schemas.openxmlformats.org/officeDocument/2006/relationships/oleObject" Target="../embeddings/oleObject43.bin"/><Relationship Id="rId18" Type="http://schemas.openxmlformats.org/officeDocument/2006/relationships/image" Target="../media/image24.svg"/><Relationship Id="rId3" Type="http://schemas.openxmlformats.org/officeDocument/2006/relationships/tags" Target="../tags/tag330.xml"/><Relationship Id="rId7" Type="http://schemas.openxmlformats.org/officeDocument/2006/relationships/tags" Target="../tags/tag334.xml"/><Relationship Id="rId12" Type="http://schemas.openxmlformats.org/officeDocument/2006/relationships/notesSlide" Target="../notesSlides/notesSlide3.xml"/><Relationship Id="rId17" Type="http://schemas.openxmlformats.org/officeDocument/2006/relationships/image" Target="../media/image23.png"/><Relationship Id="rId2" Type="http://schemas.openxmlformats.org/officeDocument/2006/relationships/tags" Target="../tags/tag329.xml"/><Relationship Id="rId16" Type="http://schemas.openxmlformats.org/officeDocument/2006/relationships/image" Target="../media/image22.svg"/><Relationship Id="rId1" Type="http://schemas.openxmlformats.org/officeDocument/2006/relationships/vmlDrawing" Target="../drawings/vmlDrawing43.vml"/><Relationship Id="rId6" Type="http://schemas.openxmlformats.org/officeDocument/2006/relationships/tags" Target="../tags/tag333.xml"/><Relationship Id="rId11" Type="http://schemas.openxmlformats.org/officeDocument/2006/relationships/slideLayout" Target="../slideLayouts/slideLayout4.xml"/><Relationship Id="rId5" Type="http://schemas.openxmlformats.org/officeDocument/2006/relationships/tags" Target="../tags/tag332.xml"/><Relationship Id="rId15" Type="http://schemas.openxmlformats.org/officeDocument/2006/relationships/image" Target="../media/image21.png"/><Relationship Id="rId10" Type="http://schemas.openxmlformats.org/officeDocument/2006/relationships/tags" Target="../tags/tag337.xml"/><Relationship Id="rId4" Type="http://schemas.openxmlformats.org/officeDocument/2006/relationships/tags" Target="../tags/tag331.xml"/><Relationship Id="rId9" Type="http://schemas.openxmlformats.org/officeDocument/2006/relationships/tags" Target="../tags/tag336.xml"/><Relationship Id="rId14" Type="http://schemas.openxmlformats.org/officeDocument/2006/relationships/image" Target="../media/image19.emf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0" name="Object 6" hidden="1">
            <a:extLst>
              <a:ext uri="{FF2B5EF4-FFF2-40B4-BE49-F238E27FC236}">
                <a16:creationId xmlns:a16="http://schemas.microsoft.com/office/drawing/2014/main" id="{FC98E605-157A-45EA-905D-BDAA1D0BE204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9842" name="think-cell Slide" r:id="rId41" imgW="404" imgH="405" progId="TCLayout.ActiveDocument.1">
                  <p:embed/>
                </p:oleObj>
              </mc:Choice>
              <mc:Fallback>
                <p:oleObj name="think-cell Slide" r:id="rId41" imgW="404" imgH="405" progId="TCLayout.ActiveDocument.1">
                  <p:embed/>
                  <p:pic>
                    <p:nvPicPr>
                      <p:cNvPr id="170" name="Object 6" hidden="1">
                        <a:extLst>
                          <a:ext uri="{FF2B5EF4-FFF2-40B4-BE49-F238E27FC236}">
                            <a16:creationId xmlns:a16="http://schemas.microsoft.com/office/drawing/2014/main" id="{FC98E605-157A-45EA-905D-BDAA1D0BE20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4" name="Дуга 204">
            <a:extLst>
              <a:ext uri="{FF2B5EF4-FFF2-40B4-BE49-F238E27FC236}">
                <a16:creationId xmlns:a16="http://schemas.microsoft.com/office/drawing/2014/main" id="{628E397F-DC43-48B1-B0F2-58053453EC17}"/>
              </a:ext>
            </a:extLst>
          </p:cNvPr>
          <p:cNvSpPr/>
          <p:nvPr/>
        </p:nvSpPr>
        <p:spPr>
          <a:xfrm>
            <a:off x="2228735" y="4348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5" name="Дуга 204">
            <a:extLst>
              <a:ext uri="{FF2B5EF4-FFF2-40B4-BE49-F238E27FC236}">
                <a16:creationId xmlns:a16="http://schemas.microsoft.com/office/drawing/2014/main" id="{DBF5F207-53F8-4334-9F71-D886CA867EF1}"/>
              </a:ext>
            </a:extLst>
          </p:cNvPr>
          <p:cNvSpPr/>
          <p:nvPr/>
        </p:nvSpPr>
        <p:spPr>
          <a:xfrm flipV="1">
            <a:off x="2228735" y="4276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6" name="Дуга 204">
            <a:extLst>
              <a:ext uri="{FF2B5EF4-FFF2-40B4-BE49-F238E27FC236}">
                <a16:creationId xmlns:a16="http://schemas.microsoft.com/office/drawing/2014/main" id="{446C0872-B9B0-4A42-A2F6-77E7AB49F608}"/>
              </a:ext>
            </a:extLst>
          </p:cNvPr>
          <p:cNvSpPr/>
          <p:nvPr/>
        </p:nvSpPr>
        <p:spPr>
          <a:xfrm rot="5400000" flipH="1" flipV="1">
            <a:off x="2300735" y="3339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8" name="Соединитель: уступ 55">
            <a:extLst>
              <a:ext uri="{FF2B5EF4-FFF2-40B4-BE49-F238E27FC236}">
                <a16:creationId xmlns:a16="http://schemas.microsoft.com/office/drawing/2014/main" id="{A1422DC3-8903-4B33-B5DD-FCE3A190C2C5}"/>
              </a:ext>
            </a:extLst>
          </p:cNvPr>
          <p:cNvCxnSpPr>
            <a:cxnSpLocks/>
            <a:stCxn id="266" idx="0"/>
            <a:endCxn id="265" idx="1"/>
          </p:cNvCxnSpPr>
          <p:nvPr>
            <p:custDataLst>
              <p:tags r:id="rId3"/>
            </p:custDataLst>
          </p:nvPr>
        </p:nvCxnSpPr>
        <p:spPr>
          <a:xfrm>
            <a:off x="2300735" y="3411109"/>
            <a:ext cx="0" cy="86565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: уступ 55">
            <a:extLst>
              <a:ext uri="{FF2B5EF4-FFF2-40B4-BE49-F238E27FC236}">
                <a16:creationId xmlns:a16="http://schemas.microsoft.com/office/drawing/2014/main" id="{B4BF6E40-DCD2-47BE-8DAA-D0A2FB0166EF}"/>
              </a:ext>
            </a:extLst>
          </p:cNvPr>
          <p:cNvCxnSpPr>
            <a:cxnSpLocks/>
            <a:stCxn id="264" idx="1"/>
          </p:cNvCxnSpPr>
          <p:nvPr>
            <p:custDataLst>
              <p:tags r:id="rId4"/>
            </p:custDataLst>
          </p:nvPr>
        </p:nvCxnSpPr>
        <p:spPr>
          <a:xfrm>
            <a:off x="2300735" y="4420761"/>
            <a:ext cx="0" cy="86565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Соединитель: уступ 55">
            <a:extLst>
              <a:ext uri="{FF2B5EF4-FFF2-40B4-BE49-F238E27FC236}">
                <a16:creationId xmlns:a16="http://schemas.microsoft.com/office/drawing/2014/main" id="{F0D9B4C0-643E-4EA4-A26A-87230FD33DE3}"/>
              </a:ext>
            </a:extLst>
          </p:cNvPr>
          <p:cNvCxnSpPr>
            <a:cxnSpLocks/>
            <a:stCxn id="4" idx="3"/>
            <a:endCxn id="265" idx="0"/>
          </p:cNvCxnSpPr>
          <p:nvPr>
            <p:custDataLst>
              <p:tags r:id="rId5"/>
            </p:custDataLst>
          </p:nvPr>
        </p:nvCxnSpPr>
        <p:spPr>
          <a:xfrm>
            <a:off x="2210735" y="4348761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: уступ 55">
            <a:extLst>
              <a:ext uri="{FF2B5EF4-FFF2-40B4-BE49-F238E27FC236}">
                <a16:creationId xmlns:a16="http://schemas.microsoft.com/office/drawing/2014/main" id="{85307924-4A4B-409D-8C4C-7BDE7AF32C30}"/>
              </a:ext>
            </a:extLst>
          </p:cNvPr>
          <p:cNvCxnSpPr>
            <a:cxnSpLocks/>
            <a:stCxn id="266" idx="1"/>
            <a:endCxn id="6" idx="1"/>
          </p:cNvCxnSpPr>
          <p:nvPr>
            <p:custDataLst>
              <p:tags r:id="rId6"/>
            </p:custDataLst>
          </p:nvPr>
        </p:nvCxnSpPr>
        <p:spPr>
          <a:xfrm>
            <a:off x="2372735" y="3339109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Дуга 204">
            <a:extLst>
              <a:ext uri="{FF2B5EF4-FFF2-40B4-BE49-F238E27FC236}">
                <a16:creationId xmlns:a16="http://schemas.microsoft.com/office/drawing/2014/main" id="{174842BA-479B-4038-A28B-6A9E5979689E}"/>
              </a:ext>
            </a:extLst>
          </p:cNvPr>
          <p:cNvSpPr/>
          <p:nvPr/>
        </p:nvSpPr>
        <p:spPr>
          <a:xfrm>
            <a:off x="1184735" y="466867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2" name="Дуга 204">
            <a:extLst>
              <a:ext uri="{FF2B5EF4-FFF2-40B4-BE49-F238E27FC236}">
                <a16:creationId xmlns:a16="http://schemas.microsoft.com/office/drawing/2014/main" id="{988F1C0E-D3DD-4D8F-8EB3-D534A212D805}"/>
              </a:ext>
            </a:extLst>
          </p:cNvPr>
          <p:cNvSpPr/>
          <p:nvPr/>
        </p:nvSpPr>
        <p:spPr>
          <a:xfrm flipV="1">
            <a:off x="1184735" y="459667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3" name="Дуга 204">
            <a:extLst>
              <a:ext uri="{FF2B5EF4-FFF2-40B4-BE49-F238E27FC236}">
                <a16:creationId xmlns:a16="http://schemas.microsoft.com/office/drawing/2014/main" id="{40B936B9-A6C7-4A06-87C5-E237FCA98D54}"/>
              </a:ext>
            </a:extLst>
          </p:cNvPr>
          <p:cNvSpPr/>
          <p:nvPr/>
        </p:nvSpPr>
        <p:spPr>
          <a:xfrm rot="5400000" flipH="1" flipV="1">
            <a:off x="1256735" y="4348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4" name="Дуга 204">
            <a:extLst>
              <a:ext uri="{FF2B5EF4-FFF2-40B4-BE49-F238E27FC236}">
                <a16:creationId xmlns:a16="http://schemas.microsoft.com/office/drawing/2014/main" id="{D9D4027C-6063-4021-A303-A8ED367F58FE}"/>
              </a:ext>
            </a:extLst>
          </p:cNvPr>
          <p:cNvSpPr/>
          <p:nvPr/>
        </p:nvSpPr>
        <p:spPr>
          <a:xfrm rot="16200000" flipH="1">
            <a:off x="1256735" y="491658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7" name="Соединитель: уступ 55">
            <a:extLst>
              <a:ext uri="{FF2B5EF4-FFF2-40B4-BE49-F238E27FC236}">
                <a16:creationId xmlns:a16="http://schemas.microsoft.com/office/drawing/2014/main" id="{827A2ED8-2C3F-46CF-AAC0-D8A4C8539B8E}"/>
              </a:ext>
            </a:extLst>
          </p:cNvPr>
          <p:cNvCxnSpPr>
            <a:cxnSpLocks/>
            <a:stCxn id="62" idx="3"/>
            <a:endCxn id="252" idx="0"/>
          </p:cNvCxnSpPr>
          <p:nvPr>
            <p:custDataLst>
              <p:tags r:id="rId7"/>
            </p:custDataLst>
          </p:nvPr>
        </p:nvCxnSpPr>
        <p:spPr>
          <a:xfrm>
            <a:off x="1166735" y="466867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Соединитель: уступ 55">
            <a:extLst>
              <a:ext uri="{FF2B5EF4-FFF2-40B4-BE49-F238E27FC236}">
                <a16:creationId xmlns:a16="http://schemas.microsoft.com/office/drawing/2014/main" id="{FDB7FAB9-1C39-485D-A868-CB425B24FBC9}"/>
              </a:ext>
            </a:extLst>
          </p:cNvPr>
          <p:cNvCxnSpPr>
            <a:cxnSpLocks/>
            <a:stCxn id="254" idx="1"/>
            <a:endCxn id="61" idx="1"/>
          </p:cNvCxnSpPr>
          <p:nvPr>
            <p:custDataLst>
              <p:tags r:id="rId8"/>
            </p:custDataLst>
          </p:nvPr>
        </p:nvCxnSpPr>
        <p:spPr>
          <a:xfrm>
            <a:off x="1328735" y="4988587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Соединитель: уступ 55">
            <a:extLst>
              <a:ext uri="{FF2B5EF4-FFF2-40B4-BE49-F238E27FC236}">
                <a16:creationId xmlns:a16="http://schemas.microsoft.com/office/drawing/2014/main" id="{A78032ED-7BDD-4D7C-8051-79A3548D4783}"/>
              </a:ext>
            </a:extLst>
          </p:cNvPr>
          <p:cNvCxnSpPr>
            <a:cxnSpLocks/>
            <a:stCxn id="253" idx="1"/>
            <a:endCxn id="4" idx="1"/>
          </p:cNvCxnSpPr>
          <p:nvPr>
            <p:custDataLst>
              <p:tags r:id="rId9"/>
            </p:custDataLst>
          </p:nvPr>
        </p:nvCxnSpPr>
        <p:spPr>
          <a:xfrm>
            <a:off x="1328735" y="4348761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Соединитель: уступ 55">
            <a:extLst>
              <a:ext uri="{FF2B5EF4-FFF2-40B4-BE49-F238E27FC236}">
                <a16:creationId xmlns:a16="http://schemas.microsoft.com/office/drawing/2014/main" id="{D166EDF9-67FC-429B-BF81-4F4EA77A499D}"/>
              </a:ext>
            </a:extLst>
          </p:cNvPr>
          <p:cNvCxnSpPr>
            <a:cxnSpLocks/>
            <a:stCxn id="253" idx="0"/>
            <a:endCxn id="252" idx="1"/>
          </p:cNvCxnSpPr>
          <p:nvPr>
            <p:custDataLst>
              <p:tags r:id="rId10"/>
            </p:custDataLst>
          </p:nvPr>
        </p:nvCxnSpPr>
        <p:spPr>
          <a:xfrm>
            <a:off x="1256735" y="4420761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Соединитель: уступ 55">
            <a:extLst>
              <a:ext uri="{FF2B5EF4-FFF2-40B4-BE49-F238E27FC236}">
                <a16:creationId xmlns:a16="http://schemas.microsoft.com/office/drawing/2014/main" id="{B81D77EF-5AED-4039-A3A8-E6FAC22FF636}"/>
              </a:ext>
            </a:extLst>
          </p:cNvPr>
          <p:cNvCxnSpPr>
            <a:cxnSpLocks/>
            <a:stCxn id="205" idx="1"/>
            <a:endCxn id="254" idx="0"/>
          </p:cNvCxnSpPr>
          <p:nvPr>
            <p:custDataLst>
              <p:tags r:id="rId11"/>
            </p:custDataLst>
          </p:nvPr>
        </p:nvCxnSpPr>
        <p:spPr>
          <a:xfrm>
            <a:off x="1256735" y="4740674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Соединитель: уступ 55">
            <a:extLst>
              <a:ext uri="{FF2B5EF4-FFF2-40B4-BE49-F238E27FC236}">
                <a16:creationId xmlns:a16="http://schemas.microsoft.com/office/drawing/2014/main" id="{204E794D-AC30-4D50-A1FC-360DCAA02586}"/>
              </a:ext>
            </a:extLst>
          </p:cNvPr>
          <p:cNvCxnSpPr>
            <a:cxnSpLocks/>
            <a:stCxn id="6" idx="3"/>
            <a:endCxn id="10" idx="1"/>
          </p:cNvCxnSpPr>
          <p:nvPr>
            <p:custDataLst>
              <p:tags r:id="rId12"/>
            </p:custDataLst>
          </p:nvPr>
        </p:nvCxnSpPr>
        <p:spPr>
          <a:xfrm>
            <a:off x="3254735" y="3339109"/>
            <a:ext cx="180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Соединитель: уступ 55">
            <a:extLst>
              <a:ext uri="{FF2B5EF4-FFF2-40B4-BE49-F238E27FC236}">
                <a16:creationId xmlns:a16="http://schemas.microsoft.com/office/drawing/2014/main" id="{B1376C2A-6CD3-4504-AB01-FF8925AF2F47}"/>
              </a:ext>
            </a:extLst>
          </p:cNvPr>
          <p:cNvCxnSpPr>
            <a:cxnSpLocks/>
            <a:stCxn id="5" idx="3"/>
            <a:endCxn id="7" idx="1"/>
          </p:cNvCxnSpPr>
          <p:nvPr>
            <p:custDataLst>
              <p:tags r:id="rId13"/>
            </p:custDataLst>
          </p:nvPr>
        </p:nvCxnSpPr>
        <p:spPr>
          <a:xfrm>
            <a:off x="3254735" y="5358413"/>
            <a:ext cx="180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Дуга 204">
            <a:extLst>
              <a:ext uri="{FF2B5EF4-FFF2-40B4-BE49-F238E27FC236}">
                <a16:creationId xmlns:a16="http://schemas.microsoft.com/office/drawing/2014/main" id="{CA79C3DE-F10D-4F64-AE1C-BD9878C4F496}"/>
              </a:ext>
            </a:extLst>
          </p:cNvPr>
          <p:cNvSpPr/>
          <p:nvPr/>
        </p:nvSpPr>
        <p:spPr>
          <a:xfrm>
            <a:off x="3272735" y="3339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4" name="Дуга 204">
            <a:extLst>
              <a:ext uri="{FF2B5EF4-FFF2-40B4-BE49-F238E27FC236}">
                <a16:creationId xmlns:a16="http://schemas.microsoft.com/office/drawing/2014/main" id="{FED3F3FB-A8D4-440D-8E43-4B1937857081}"/>
              </a:ext>
            </a:extLst>
          </p:cNvPr>
          <p:cNvSpPr/>
          <p:nvPr/>
        </p:nvSpPr>
        <p:spPr>
          <a:xfrm flipV="1">
            <a:off x="3272735" y="3267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5" name="Дуга 204">
            <a:extLst>
              <a:ext uri="{FF2B5EF4-FFF2-40B4-BE49-F238E27FC236}">
                <a16:creationId xmlns:a16="http://schemas.microsoft.com/office/drawing/2014/main" id="{B15E4F45-11A0-403B-BD91-BAE49E8E5A13}"/>
              </a:ext>
            </a:extLst>
          </p:cNvPr>
          <p:cNvSpPr/>
          <p:nvPr/>
        </p:nvSpPr>
        <p:spPr>
          <a:xfrm rot="5400000" flipH="1" flipV="1">
            <a:off x="3344735" y="2219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6" name="Дуга 204">
            <a:extLst>
              <a:ext uri="{FF2B5EF4-FFF2-40B4-BE49-F238E27FC236}">
                <a16:creationId xmlns:a16="http://schemas.microsoft.com/office/drawing/2014/main" id="{6B131FC6-5736-41A0-930A-A0E95323A75B}"/>
              </a:ext>
            </a:extLst>
          </p:cNvPr>
          <p:cNvSpPr/>
          <p:nvPr/>
        </p:nvSpPr>
        <p:spPr>
          <a:xfrm rot="16200000" flipH="1">
            <a:off x="3344735" y="3906935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97" name="Соединитель: уступ 55">
            <a:extLst>
              <a:ext uri="{FF2B5EF4-FFF2-40B4-BE49-F238E27FC236}">
                <a16:creationId xmlns:a16="http://schemas.microsoft.com/office/drawing/2014/main" id="{DABB9EE2-FB1E-4B77-B730-2A1EDEE47F8D}"/>
              </a:ext>
            </a:extLst>
          </p:cNvPr>
          <p:cNvCxnSpPr>
            <a:cxnSpLocks/>
            <a:stCxn id="295" idx="0"/>
            <a:endCxn id="294" idx="1"/>
          </p:cNvCxnSpPr>
          <p:nvPr>
            <p:custDataLst>
              <p:tags r:id="rId14"/>
            </p:custDataLst>
          </p:nvPr>
        </p:nvCxnSpPr>
        <p:spPr>
          <a:xfrm>
            <a:off x="3344735" y="2291413"/>
            <a:ext cx="0" cy="97569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Соединитель: уступ 55">
            <a:extLst>
              <a:ext uri="{FF2B5EF4-FFF2-40B4-BE49-F238E27FC236}">
                <a16:creationId xmlns:a16="http://schemas.microsoft.com/office/drawing/2014/main" id="{226165FE-908C-44D7-BAEB-8D998ECCD9F7}"/>
              </a:ext>
            </a:extLst>
          </p:cNvPr>
          <p:cNvCxnSpPr>
            <a:cxnSpLocks/>
            <a:stCxn id="293" idx="1"/>
            <a:endCxn id="296" idx="0"/>
          </p:cNvCxnSpPr>
          <p:nvPr>
            <p:custDataLst>
              <p:tags r:id="rId15"/>
            </p:custDataLst>
          </p:nvPr>
        </p:nvCxnSpPr>
        <p:spPr>
          <a:xfrm>
            <a:off x="3344735" y="3411109"/>
            <a:ext cx="0" cy="49582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Соединитель: уступ 55">
            <a:extLst>
              <a:ext uri="{FF2B5EF4-FFF2-40B4-BE49-F238E27FC236}">
                <a16:creationId xmlns:a16="http://schemas.microsoft.com/office/drawing/2014/main" id="{EEA7AE13-D804-4BB5-ABC1-079C5175B650}"/>
              </a:ext>
            </a:extLst>
          </p:cNvPr>
          <p:cNvCxnSpPr>
            <a:cxnSpLocks/>
            <a:stCxn id="295" idx="1"/>
            <a:endCxn id="8" idx="1"/>
          </p:cNvCxnSpPr>
          <p:nvPr>
            <p:custDataLst>
              <p:tags r:id="rId16"/>
            </p:custDataLst>
          </p:nvPr>
        </p:nvCxnSpPr>
        <p:spPr>
          <a:xfrm>
            <a:off x="3416735" y="2219413"/>
            <a:ext cx="18000" cy="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Соединитель: уступ 55">
            <a:extLst>
              <a:ext uri="{FF2B5EF4-FFF2-40B4-BE49-F238E27FC236}">
                <a16:creationId xmlns:a16="http://schemas.microsoft.com/office/drawing/2014/main" id="{500DEAB7-2E79-4ED6-98B7-E2587B1000A8}"/>
              </a:ext>
            </a:extLst>
          </p:cNvPr>
          <p:cNvCxnSpPr>
            <a:cxnSpLocks/>
            <a:stCxn id="296" idx="1"/>
            <a:endCxn id="74" idx="1"/>
          </p:cNvCxnSpPr>
          <p:nvPr>
            <p:custDataLst>
              <p:tags r:id="rId17"/>
            </p:custDataLst>
          </p:nvPr>
        </p:nvCxnSpPr>
        <p:spPr>
          <a:xfrm>
            <a:off x="3416735" y="3978935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Дуга 204">
            <a:extLst>
              <a:ext uri="{FF2B5EF4-FFF2-40B4-BE49-F238E27FC236}">
                <a16:creationId xmlns:a16="http://schemas.microsoft.com/office/drawing/2014/main" id="{75447C6F-C0EF-432B-BDEF-A5B7A3AC8876}"/>
              </a:ext>
            </a:extLst>
          </p:cNvPr>
          <p:cNvSpPr/>
          <p:nvPr/>
        </p:nvSpPr>
        <p:spPr>
          <a:xfrm>
            <a:off x="3272735" y="5358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2" name="Дуга 204">
            <a:extLst>
              <a:ext uri="{FF2B5EF4-FFF2-40B4-BE49-F238E27FC236}">
                <a16:creationId xmlns:a16="http://schemas.microsoft.com/office/drawing/2014/main" id="{64F32C18-7BA9-4002-A04F-E990A7051335}"/>
              </a:ext>
            </a:extLst>
          </p:cNvPr>
          <p:cNvSpPr/>
          <p:nvPr/>
        </p:nvSpPr>
        <p:spPr>
          <a:xfrm flipV="1">
            <a:off x="3272735" y="5286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3" name="Дуга 204">
            <a:extLst>
              <a:ext uri="{FF2B5EF4-FFF2-40B4-BE49-F238E27FC236}">
                <a16:creationId xmlns:a16="http://schemas.microsoft.com/office/drawing/2014/main" id="{E99363C9-EF96-48CC-B0FC-0DC30F3071AC}"/>
              </a:ext>
            </a:extLst>
          </p:cNvPr>
          <p:cNvSpPr/>
          <p:nvPr/>
        </p:nvSpPr>
        <p:spPr>
          <a:xfrm rot="5400000" flipH="1" flipV="1">
            <a:off x="3344735" y="471858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4" name="Дуга 204">
            <a:extLst>
              <a:ext uri="{FF2B5EF4-FFF2-40B4-BE49-F238E27FC236}">
                <a16:creationId xmlns:a16="http://schemas.microsoft.com/office/drawing/2014/main" id="{BD5BADB0-EA27-446F-A30A-4AEF4E4749A5}"/>
              </a:ext>
            </a:extLst>
          </p:cNvPr>
          <p:cNvSpPr/>
          <p:nvPr/>
        </p:nvSpPr>
        <p:spPr>
          <a:xfrm rot="16200000" flipH="1">
            <a:off x="3344735" y="5926242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15" name="Соединитель: уступ 55">
            <a:extLst>
              <a:ext uri="{FF2B5EF4-FFF2-40B4-BE49-F238E27FC236}">
                <a16:creationId xmlns:a16="http://schemas.microsoft.com/office/drawing/2014/main" id="{023AE064-B2B5-4590-87B4-143512D713A0}"/>
              </a:ext>
            </a:extLst>
          </p:cNvPr>
          <p:cNvCxnSpPr>
            <a:cxnSpLocks/>
            <a:stCxn id="313" idx="0"/>
            <a:endCxn id="312" idx="1"/>
          </p:cNvCxnSpPr>
          <p:nvPr>
            <p:custDataLst>
              <p:tags r:id="rId18"/>
            </p:custDataLst>
          </p:nvPr>
        </p:nvCxnSpPr>
        <p:spPr>
          <a:xfrm>
            <a:off x="3344735" y="4790587"/>
            <a:ext cx="0" cy="49582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: уступ 55">
            <a:extLst>
              <a:ext uri="{FF2B5EF4-FFF2-40B4-BE49-F238E27FC236}">
                <a16:creationId xmlns:a16="http://schemas.microsoft.com/office/drawing/2014/main" id="{82E2CB45-14E4-4EA3-BC7C-B0A406783535}"/>
              </a:ext>
            </a:extLst>
          </p:cNvPr>
          <p:cNvCxnSpPr>
            <a:cxnSpLocks/>
            <a:stCxn id="311" idx="1"/>
            <a:endCxn id="314" idx="0"/>
          </p:cNvCxnSpPr>
          <p:nvPr>
            <p:custDataLst>
              <p:tags r:id="rId19"/>
            </p:custDataLst>
          </p:nvPr>
        </p:nvCxnSpPr>
        <p:spPr>
          <a:xfrm>
            <a:off x="3344735" y="5430413"/>
            <a:ext cx="0" cy="49582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Соединитель: уступ 55">
            <a:extLst>
              <a:ext uri="{FF2B5EF4-FFF2-40B4-BE49-F238E27FC236}">
                <a16:creationId xmlns:a16="http://schemas.microsoft.com/office/drawing/2014/main" id="{251B999F-782A-4015-B3C8-29547FAB5165}"/>
              </a:ext>
            </a:extLst>
          </p:cNvPr>
          <p:cNvCxnSpPr>
            <a:cxnSpLocks/>
            <a:stCxn id="314" idx="1"/>
            <a:endCxn id="17" idx="1"/>
          </p:cNvCxnSpPr>
          <p:nvPr>
            <p:custDataLst>
              <p:tags r:id="rId20"/>
            </p:custDataLst>
          </p:nvPr>
        </p:nvCxnSpPr>
        <p:spPr>
          <a:xfrm>
            <a:off x="3416735" y="5998242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Соединитель: уступ 55">
            <a:extLst>
              <a:ext uri="{FF2B5EF4-FFF2-40B4-BE49-F238E27FC236}">
                <a16:creationId xmlns:a16="http://schemas.microsoft.com/office/drawing/2014/main" id="{8A6F1555-E266-4FBE-8C83-3E864682F199}"/>
              </a:ext>
            </a:extLst>
          </p:cNvPr>
          <p:cNvCxnSpPr>
            <a:cxnSpLocks/>
            <a:stCxn id="313" idx="1"/>
            <a:endCxn id="13" idx="1"/>
          </p:cNvCxnSpPr>
          <p:nvPr>
            <p:custDataLst>
              <p:tags r:id="rId21"/>
            </p:custDataLst>
          </p:nvPr>
        </p:nvCxnSpPr>
        <p:spPr>
          <a:xfrm>
            <a:off x="3416735" y="4718587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Дуга 204">
            <a:extLst>
              <a:ext uri="{FF2B5EF4-FFF2-40B4-BE49-F238E27FC236}">
                <a16:creationId xmlns:a16="http://schemas.microsoft.com/office/drawing/2014/main" id="{A725BCD0-C17A-48E5-976C-8815625ED0EC}"/>
              </a:ext>
            </a:extLst>
          </p:cNvPr>
          <p:cNvSpPr/>
          <p:nvPr/>
        </p:nvSpPr>
        <p:spPr>
          <a:xfrm>
            <a:off x="4514735" y="2219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0" name="Дуга 204">
            <a:extLst>
              <a:ext uri="{FF2B5EF4-FFF2-40B4-BE49-F238E27FC236}">
                <a16:creationId xmlns:a16="http://schemas.microsoft.com/office/drawing/2014/main" id="{1FA6990D-7724-4778-AD3E-D89812B15791}"/>
              </a:ext>
            </a:extLst>
          </p:cNvPr>
          <p:cNvSpPr/>
          <p:nvPr/>
        </p:nvSpPr>
        <p:spPr>
          <a:xfrm flipV="1">
            <a:off x="4514735" y="2147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1" name="Дуга 204">
            <a:extLst>
              <a:ext uri="{FF2B5EF4-FFF2-40B4-BE49-F238E27FC236}">
                <a16:creationId xmlns:a16="http://schemas.microsoft.com/office/drawing/2014/main" id="{DEFD91B5-F263-4E02-B767-1F79033FFE90}"/>
              </a:ext>
            </a:extLst>
          </p:cNvPr>
          <p:cNvSpPr/>
          <p:nvPr/>
        </p:nvSpPr>
        <p:spPr>
          <a:xfrm rot="5400000" flipH="1" flipV="1">
            <a:off x="4586735" y="1739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2" name="Дуга 204">
            <a:extLst>
              <a:ext uri="{FF2B5EF4-FFF2-40B4-BE49-F238E27FC236}">
                <a16:creationId xmlns:a16="http://schemas.microsoft.com/office/drawing/2014/main" id="{AC701FD5-6DC6-4D17-A478-3E4EBE270CA7}"/>
              </a:ext>
            </a:extLst>
          </p:cNvPr>
          <p:cNvSpPr/>
          <p:nvPr/>
        </p:nvSpPr>
        <p:spPr>
          <a:xfrm rot="16200000" flipH="1">
            <a:off x="4586735" y="262728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33" name="Соединитель: уступ 55">
            <a:extLst>
              <a:ext uri="{FF2B5EF4-FFF2-40B4-BE49-F238E27FC236}">
                <a16:creationId xmlns:a16="http://schemas.microsoft.com/office/drawing/2014/main" id="{FC8B531A-C8B2-4071-90C8-56A7FBF10E70}"/>
              </a:ext>
            </a:extLst>
          </p:cNvPr>
          <p:cNvCxnSpPr>
            <a:cxnSpLocks/>
            <a:stCxn id="331" idx="0"/>
            <a:endCxn id="330" idx="1"/>
          </p:cNvCxnSpPr>
          <p:nvPr>
            <p:custDataLst>
              <p:tags r:id="rId22"/>
            </p:custDataLst>
          </p:nvPr>
        </p:nvCxnSpPr>
        <p:spPr>
          <a:xfrm>
            <a:off x="4586735" y="1811544"/>
            <a:ext cx="0" cy="33586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: уступ 55">
            <a:extLst>
              <a:ext uri="{FF2B5EF4-FFF2-40B4-BE49-F238E27FC236}">
                <a16:creationId xmlns:a16="http://schemas.microsoft.com/office/drawing/2014/main" id="{494F63F6-AC0D-4FDD-B1AF-57A81FF2CEA4}"/>
              </a:ext>
            </a:extLst>
          </p:cNvPr>
          <p:cNvCxnSpPr>
            <a:cxnSpLocks/>
            <a:stCxn id="329" idx="1"/>
            <a:endCxn id="332" idx="0"/>
          </p:cNvCxnSpPr>
          <p:nvPr>
            <p:custDataLst>
              <p:tags r:id="rId23"/>
            </p:custDataLst>
          </p:nvPr>
        </p:nvCxnSpPr>
        <p:spPr>
          <a:xfrm>
            <a:off x="4586735" y="2291413"/>
            <a:ext cx="0" cy="33587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Дуга 204">
            <a:extLst>
              <a:ext uri="{FF2B5EF4-FFF2-40B4-BE49-F238E27FC236}">
                <a16:creationId xmlns:a16="http://schemas.microsoft.com/office/drawing/2014/main" id="{1637D67E-B74E-42B6-A588-553EEB0BBE1B}"/>
              </a:ext>
            </a:extLst>
          </p:cNvPr>
          <p:cNvSpPr/>
          <p:nvPr/>
        </p:nvSpPr>
        <p:spPr>
          <a:xfrm>
            <a:off x="5756735" y="1739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8" name="Дуга 204">
            <a:extLst>
              <a:ext uri="{FF2B5EF4-FFF2-40B4-BE49-F238E27FC236}">
                <a16:creationId xmlns:a16="http://schemas.microsoft.com/office/drawing/2014/main" id="{C332C459-8037-4BC3-A169-B2E498E12930}"/>
              </a:ext>
            </a:extLst>
          </p:cNvPr>
          <p:cNvSpPr/>
          <p:nvPr/>
        </p:nvSpPr>
        <p:spPr>
          <a:xfrm flipV="1">
            <a:off x="5756735" y="1667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9" name="Дуга 204">
            <a:extLst>
              <a:ext uri="{FF2B5EF4-FFF2-40B4-BE49-F238E27FC236}">
                <a16:creationId xmlns:a16="http://schemas.microsoft.com/office/drawing/2014/main" id="{94557689-9F92-4514-9465-5D67C20AAC20}"/>
              </a:ext>
            </a:extLst>
          </p:cNvPr>
          <p:cNvSpPr/>
          <p:nvPr/>
        </p:nvSpPr>
        <p:spPr>
          <a:xfrm rot="5400000" flipH="1" flipV="1">
            <a:off x="5828735" y="141963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0" name="Дуга 204">
            <a:extLst>
              <a:ext uri="{FF2B5EF4-FFF2-40B4-BE49-F238E27FC236}">
                <a16:creationId xmlns:a16="http://schemas.microsoft.com/office/drawing/2014/main" id="{ABCDED89-50BE-4526-A51C-37AE8A3856DA}"/>
              </a:ext>
            </a:extLst>
          </p:cNvPr>
          <p:cNvSpPr/>
          <p:nvPr/>
        </p:nvSpPr>
        <p:spPr>
          <a:xfrm rot="16200000" flipH="1">
            <a:off x="5828735" y="198745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41" name="Соединитель: уступ 55">
            <a:extLst>
              <a:ext uri="{FF2B5EF4-FFF2-40B4-BE49-F238E27FC236}">
                <a16:creationId xmlns:a16="http://schemas.microsoft.com/office/drawing/2014/main" id="{3E8C13FB-1378-4482-8AE5-E108FB248EC1}"/>
              </a:ext>
            </a:extLst>
          </p:cNvPr>
          <p:cNvCxnSpPr>
            <a:cxnSpLocks/>
            <a:stCxn id="339" idx="0"/>
            <a:endCxn id="338" idx="1"/>
          </p:cNvCxnSpPr>
          <p:nvPr>
            <p:custDataLst>
              <p:tags r:id="rId24"/>
            </p:custDataLst>
          </p:nvPr>
        </p:nvCxnSpPr>
        <p:spPr>
          <a:xfrm>
            <a:off x="5828735" y="1491631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: уступ 55">
            <a:extLst>
              <a:ext uri="{FF2B5EF4-FFF2-40B4-BE49-F238E27FC236}">
                <a16:creationId xmlns:a16="http://schemas.microsoft.com/office/drawing/2014/main" id="{98D3930A-98CC-4B6C-A4CF-7A430B9E15E2}"/>
              </a:ext>
            </a:extLst>
          </p:cNvPr>
          <p:cNvCxnSpPr>
            <a:cxnSpLocks/>
            <a:stCxn id="337" idx="1"/>
            <a:endCxn id="340" idx="0"/>
          </p:cNvCxnSpPr>
          <p:nvPr>
            <p:custDataLst>
              <p:tags r:id="rId25"/>
            </p:custDataLst>
          </p:nvPr>
        </p:nvCxnSpPr>
        <p:spPr>
          <a:xfrm>
            <a:off x="5828735" y="1811544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Соединитель: уступ 55">
            <a:extLst>
              <a:ext uri="{FF2B5EF4-FFF2-40B4-BE49-F238E27FC236}">
                <a16:creationId xmlns:a16="http://schemas.microsoft.com/office/drawing/2014/main" id="{949A6C49-6B98-4D81-A568-141F52D9086C}"/>
              </a:ext>
            </a:extLst>
          </p:cNvPr>
          <p:cNvCxnSpPr>
            <a:cxnSpLocks/>
            <a:stCxn id="8" idx="3"/>
            <a:endCxn id="330" idx="0"/>
          </p:cNvCxnSpPr>
          <p:nvPr>
            <p:custDataLst>
              <p:tags r:id="rId26"/>
            </p:custDataLst>
          </p:nvPr>
        </p:nvCxnSpPr>
        <p:spPr>
          <a:xfrm flipV="1">
            <a:off x="4496735" y="2219413"/>
            <a:ext cx="18000" cy="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Соединитель: уступ 55">
            <a:extLst>
              <a:ext uri="{FF2B5EF4-FFF2-40B4-BE49-F238E27FC236}">
                <a16:creationId xmlns:a16="http://schemas.microsoft.com/office/drawing/2014/main" id="{72B3D822-67E8-4B4B-AA7D-09A5A8BCDF24}"/>
              </a:ext>
            </a:extLst>
          </p:cNvPr>
          <p:cNvCxnSpPr>
            <a:cxnSpLocks/>
            <a:stCxn id="331" idx="1"/>
            <a:endCxn id="82" idx="1"/>
          </p:cNvCxnSpPr>
          <p:nvPr>
            <p:custDataLst>
              <p:tags r:id="rId27"/>
            </p:custDataLst>
          </p:nvPr>
        </p:nvCxnSpPr>
        <p:spPr>
          <a:xfrm>
            <a:off x="4658735" y="173954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Соединитель: уступ 55">
            <a:extLst>
              <a:ext uri="{FF2B5EF4-FFF2-40B4-BE49-F238E27FC236}">
                <a16:creationId xmlns:a16="http://schemas.microsoft.com/office/drawing/2014/main" id="{6E997F85-45A7-41EE-944D-8C5339C13D7D}"/>
              </a:ext>
            </a:extLst>
          </p:cNvPr>
          <p:cNvCxnSpPr>
            <a:cxnSpLocks/>
            <a:stCxn id="332" idx="1"/>
            <a:endCxn id="76" idx="1"/>
          </p:cNvCxnSpPr>
          <p:nvPr>
            <p:custDataLst>
              <p:tags r:id="rId28"/>
            </p:custDataLst>
          </p:nvPr>
        </p:nvCxnSpPr>
        <p:spPr>
          <a:xfrm>
            <a:off x="4658735" y="2699283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: уступ 55">
            <a:extLst>
              <a:ext uri="{FF2B5EF4-FFF2-40B4-BE49-F238E27FC236}">
                <a16:creationId xmlns:a16="http://schemas.microsoft.com/office/drawing/2014/main" id="{EC3103CE-A13D-4C73-9130-009521E4E664}"/>
              </a:ext>
            </a:extLst>
          </p:cNvPr>
          <p:cNvCxnSpPr>
            <a:cxnSpLocks/>
            <a:stCxn id="340" idx="1"/>
            <a:endCxn id="122" idx="1"/>
          </p:cNvCxnSpPr>
          <p:nvPr>
            <p:custDataLst>
              <p:tags r:id="rId29"/>
            </p:custDataLst>
          </p:nvPr>
        </p:nvCxnSpPr>
        <p:spPr>
          <a:xfrm flipH="1">
            <a:off x="5888255" y="2059457"/>
            <a:ext cx="12480" cy="1719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: уступ 55">
            <a:extLst>
              <a:ext uri="{FF2B5EF4-FFF2-40B4-BE49-F238E27FC236}">
                <a16:creationId xmlns:a16="http://schemas.microsoft.com/office/drawing/2014/main" id="{BCEE325E-314C-4F81-B427-B7D3A7565009}"/>
              </a:ext>
            </a:extLst>
          </p:cNvPr>
          <p:cNvCxnSpPr>
            <a:cxnSpLocks/>
            <a:stCxn id="339" idx="1"/>
            <a:endCxn id="123" idx="1"/>
          </p:cNvCxnSpPr>
          <p:nvPr>
            <p:custDataLst>
              <p:tags r:id="rId30"/>
            </p:custDataLst>
          </p:nvPr>
        </p:nvCxnSpPr>
        <p:spPr>
          <a:xfrm flipH="1" flipV="1">
            <a:off x="5888255" y="1397855"/>
            <a:ext cx="12480" cy="2177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: уступ 55">
            <a:extLst>
              <a:ext uri="{FF2B5EF4-FFF2-40B4-BE49-F238E27FC236}">
                <a16:creationId xmlns:a16="http://schemas.microsoft.com/office/drawing/2014/main" id="{B4921D1A-A2DC-41D1-9324-60C143CFA07F}"/>
              </a:ext>
            </a:extLst>
          </p:cNvPr>
          <p:cNvCxnSpPr>
            <a:cxnSpLocks/>
            <a:stCxn id="82" idx="3"/>
            <a:endCxn id="338" idx="0"/>
          </p:cNvCxnSpPr>
          <p:nvPr>
            <p:custDataLst>
              <p:tags r:id="rId31"/>
            </p:custDataLst>
          </p:nvPr>
        </p:nvCxnSpPr>
        <p:spPr>
          <a:xfrm>
            <a:off x="5738735" y="173954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A1FF4D0-563B-419C-BE1C-E90C090FBE55}"/>
              </a:ext>
            </a:extLst>
          </p:cNvPr>
          <p:cNvSpPr>
            <a:spLocks/>
          </p:cNvSpPr>
          <p:nvPr/>
        </p:nvSpPr>
        <p:spPr>
          <a:xfrm>
            <a:off x="1346735" y="4078761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Прибыль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A2B786-DCA2-4D14-A71E-7D0574A1B8CA}"/>
              </a:ext>
            </a:extLst>
          </p:cNvPr>
          <p:cNvSpPr>
            <a:spLocks/>
          </p:cNvSpPr>
          <p:nvPr/>
        </p:nvSpPr>
        <p:spPr>
          <a:xfrm>
            <a:off x="554735" y="4398674"/>
            <a:ext cx="612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ROE</a:t>
            </a:r>
            <a:endParaRPr lang="ru-RU" sz="12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F974DC9-3BF1-4061-8AAB-3D7A62E2DBB8}"/>
              </a:ext>
            </a:extLst>
          </p:cNvPr>
          <p:cNvSpPr>
            <a:spLocks/>
          </p:cNvSpPr>
          <p:nvPr/>
        </p:nvSpPr>
        <p:spPr>
          <a:xfrm>
            <a:off x="1346735" y="4718587"/>
            <a:ext cx="864000" cy="540000"/>
          </a:xfrm>
          <a:prstGeom prst="roundRect">
            <a:avLst>
              <a:gd name="adj" fmla="val 14111"/>
            </a:avLst>
          </a:prstGeom>
          <a:solidFill>
            <a:srgbClr val="E6E6E6"/>
          </a:solidFill>
          <a:ln w="6350" cap="sq">
            <a:solidFill>
              <a:srgbClr val="E6E6E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</a:pPr>
            <a:r>
              <a:rPr lang="ru-RU" sz="1200" dirty="0">
                <a:solidFill>
                  <a:schemeClr val="tx1"/>
                </a:solidFill>
              </a:rPr>
              <a:t>Капитал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66BE2-F4B6-48B7-AB3E-DCAD88F43603}"/>
              </a:ext>
            </a:extLst>
          </p:cNvPr>
          <p:cNvSpPr>
            <a:spLocks/>
          </p:cNvSpPr>
          <p:nvPr/>
        </p:nvSpPr>
        <p:spPr>
          <a:xfrm>
            <a:off x="2390735" y="5088413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Затраты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1F3E57-1E08-4BE0-A841-1A3ACBD77799}"/>
              </a:ext>
            </a:extLst>
          </p:cNvPr>
          <p:cNvSpPr>
            <a:spLocks/>
          </p:cNvSpPr>
          <p:nvPr/>
        </p:nvSpPr>
        <p:spPr>
          <a:xfrm>
            <a:off x="2390735" y="3069109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Доходы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473C29-68C5-4C60-992C-9FB54A6127B4}"/>
              </a:ext>
            </a:extLst>
          </p:cNvPr>
          <p:cNvSpPr>
            <a:spLocks/>
          </p:cNvSpPr>
          <p:nvPr/>
        </p:nvSpPr>
        <p:spPr>
          <a:xfrm>
            <a:off x="3434735" y="1767056"/>
            <a:ext cx="1062000" cy="904717"/>
          </a:xfrm>
          <a:prstGeom prst="roundRect">
            <a:avLst>
              <a:gd name="adj" fmla="val 8423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70000" rIns="43200" bIns="36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Доход от кредитных продуктов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90AB276-9C9C-4A19-87A3-1D0522D1D6EB}"/>
              </a:ext>
            </a:extLst>
          </p:cNvPr>
          <p:cNvSpPr>
            <a:spLocks/>
          </p:cNvSpPr>
          <p:nvPr/>
        </p:nvSpPr>
        <p:spPr>
          <a:xfrm>
            <a:off x="5888255" y="1828432"/>
            <a:ext cx="1062000" cy="496448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Комиссии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26FEAFDC-B9C5-400C-89DE-E5CB3433104A}"/>
              </a:ext>
            </a:extLst>
          </p:cNvPr>
          <p:cNvSpPr>
            <a:spLocks/>
          </p:cNvSpPr>
          <p:nvPr/>
        </p:nvSpPr>
        <p:spPr>
          <a:xfrm>
            <a:off x="5888255" y="1149631"/>
            <a:ext cx="1062000" cy="496448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Внешняя ставка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B2111119-7FCB-4D66-A4A0-B2EAF578C903}"/>
              </a:ext>
            </a:extLst>
          </p:cNvPr>
          <p:cNvSpPr>
            <a:spLocks/>
          </p:cNvSpPr>
          <p:nvPr/>
        </p:nvSpPr>
        <p:spPr>
          <a:xfrm>
            <a:off x="4676735" y="1469544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bg1">
                    <a:lumMod val="75000"/>
                  </a:schemeClr>
                </a:solidFill>
              </a:rPr>
              <a:t>Цено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-образование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34E2592-0B67-4B87-A2B2-4A1E1848607C}"/>
              </a:ext>
            </a:extLst>
          </p:cNvPr>
          <p:cNvSpPr>
            <a:spLocks/>
          </p:cNvSpPr>
          <p:nvPr/>
        </p:nvSpPr>
        <p:spPr>
          <a:xfrm>
            <a:off x="4676735" y="2429283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Сплит по продуктам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5C44E-E6EF-45C2-A79A-647C4AB3A179}"/>
              </a:ext>
            </a:extLst>
          </p:cNvPr>
          <p:cNvSpPr>
            <a:spLocks/>
          </p:cNvSpPr>
          <p:nvPr/>
        </p:nvSpPr>
        <p:spPr>
          <a:xfrm>
            <a:off x="3434735" y="3069109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</a:rPr>
              <a:t># </a:t>
            </a:r>
            <a:r>
              <a:rPr lang="ru-RU" sz="1200" dirty="0">
                <a:solidFill>
                  <a:schemeClr val="tx1"/>
                </a:solidFill>
              </a:rPr>
              <a:t>клиентов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C8894-3123-49EB-B7BB-C8092145F226}"/>
              </a:ext>
            </a:extLst>
          </p:cNvPr>
          <p:cNvSpPr>
            <a:spLocks/>
          </p:cNvSpPr>
          <p:nvPr/>
        </p:nvSpPr>
        <p:spPr>
          <a:xfrm>
            <a:off x="3434735" y="5088413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СТЦ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6991B2-8DB8-4D14-B50A-E0ED519F650B}"/>
              </a:ext>
            </a:extLst>
          </p:cNvPr>
          <p:cNvSpPr>
            <a:spLocks/>
          </p:cNvSpPr>
          <p:nvPr/>
        </p:nvSpPr>
        <p:spPr>
          <a:xfrm>
            <a:off x="3434735" y="4448587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М</a:t>
            </a:r>
            <a:r>
              <a:rPr lang="ru-RU" baseline="-25000" dirty="0" err="1">
                <a:solidFill>
                  <a:schemeClr val="tx1"/>
                </a:solidFill>
              </a:rPr>
              <a:t>расх</a:t>
            </a:r>
            <a:endParaRPr lang="ru-RU" sz="1200" baseline="-25000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79D9A55-BCEA-45DF-B51F-46BA999516E6}"/>
              </a:ext>
            </a:extLst>
          </p:cNvPr>
          <p:cNvSpPr>
            <a:spLocks/>
          </p:cNvSpPr>
          <p:nvPr/>
        </p:nvSpPr>
        <p:spPr>
          <a:xfrm>
            <a:off x="3434735" y="3708935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Доп. доходы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55019E-18FE-4432-A32D-DA08DB78CE62}"/>
              </a:ext>
            </a:extLst>
          </p:cNvPr>
          <p:cNvSpPr>
            <a:spLocks/>
          </p:cNvSpPr>
          <p:nvPr/>
        </p:nvSpPr>
        <p:spPr>
          <a:xfrm>
            <a:off x="3434735" y="5728242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М</a:t>
            </a:r>
            <a:r>
              <a:rPr lang="ru-RU" sz="1600" baseline="-25000" dirty="0">
                <a:solidFill>
                  <a:schemeClr val="tx1"/>
                </a:solidFill>
              </a:rPr>
              <a:t>риск</a:t>
            </a:r>
            <a:r>
              <a:rPr lang="ru-RU" sz="1200" baseline="30000" dirty="0">
                <a:solidFill>
                  <a:schemeClr val="tx1"/>
                </a:solidFill>
              </a:rPr>
              <a:t>1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89FD35F1-AD53-4483-9DB4-4C0394A9985D}"/>
              </a:ext>
            </a:extLst>
          </p:cNvPr>
          <p:cNvGrpSpPr>
            <a:grpSpLocks noChangeAspect="1"/>
          </p:cNvGrpSpPr>
          <p:nvPr/>
        </p:nvGrpSpPr>
        <p:grpSpPr>
          <a:xfrm>
            <a:off x="1423048" y="4155074"/>
            <a:ext cx="223927" cy="216000"/>
            <a:chOff x="-1114861" y="4120752"/>
            <a:chExt cx="809881" cy="781212"/>
          </a:xfrm>
        </p:grpSpPr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C429F3D2-45C9-4B61-BC08-962DC179FE47}"/>
                </a:ext>
              </a:extLst>
            </p:cNvPr>
            <p:cNvSpPr/>
            <p:nvPr/>
          </p:nvSpPr>
          <p:spPr>
            <a:xfrm>
              <a:off x="-1114861" y="4247838"/>
              <a:ext cx="548219" cy="654126"/>
            </a:xfrm>
            <a:custGeom>
              <a:avLst/>
              <a:gdLst>
                <a:gd name="connsiteX0" fmla="*/ 570553 w 584828"/>
                <a:gd name="connsiteY0" fmla="*/ 193725 h 697806"/>
                <a:gd name="connsiteX1" fmla="*/ 466879 w 584828"/>
                <a:gd name="connsiteY1" fmla="*/ 14953 h 697806"/>
                <a:gd name="connsiteX2" fmla="*/ 347255 w 584828"/>
                <a:gd name="connsiteY2" fmla="*/ 14953 h 697806"/>
                <a:gd name="connsiteX3" fmla="*/ 227631 w 584828"/>
                <a:gd name="connsiteY3" fmla="*/ 14953 h 697806"/>
                <a:gd name="connsiteX4" fmla="*/ 81424 w 584828"/>
                <a:gd name="connsiteY4" fmla="*/ 246226 h 697806"/>
                <a:gd name="connsiteX5" fmla="*/ 14966 w 584828"/>
                <a:gd name="connsiteY5" fmla="*/ 442277 h 697806"/>
                <a:gd name="connsiteX6" fmla="*/ 345926 w 584828"/>
                <a:gd name="connsiteY6" fmla="*/ 682854 h 697806"/>
                <a:gd name="connsiteX7" fmla="*/ 500773 w 584828"/>
                <a:gd name="connsiteY7" fmla="*/ 680860 h 697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4828" h="697806">
                  <a:moveTo>
                    <a:pt x="570553" y="193725"/>
                  </a:moveTo>
                  <a:lnTo>
                    <a:pt x="466879" y="14953"/>
                  </a:lnTo>
                  <a:lnTo>
                    <a:pt x="347255" y="14953"/>
                  </a:lnTo>
                  <a:lnTo>
                    <a:pt x="227631" y="14953"/>
                  </a:lnTo>
                  <a:lnTo>
                    <a:pt x="81424" y="246226"/>
                  </a:lnTo>
                  <a:cubicBezTo>
                    <a:pt x="38891" y="302716"/>
                    <a:pt x="14302" y="371831"/>
                    <a:pt x="14966" y="442277"/>
                  </a:cubicBezTo>
                  <a:cubicBezTo>
                    <a:pt x="14966" y="551932"/>
                    <a:pt x="72784" y="682854"/>
                    <a:pt x="345926" y="682854"/>
                  </a:cubicBezTo>
                  <a:cubicBezTo>
                    <a:pt x="455581" y="682854"/>
                    <a:pt x="500773" y="680860"/>
                    <a:pt x="500773" y="680860"/>
                  </a:cubicBez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FBD1F83-295A-4E70-8B2D-E9D72CCDE28C}"/>
                </a:ext>
              </a:extLst>
            </p:cNvPr>
            <p:cNvSpPr/>
            <p:nvPr/>
          </p:nvSpPr>
          <p:spPr>
            <a:xfrm>
              <a:off x="-999598" y="4120752"/>
              <a:ext cx="417394" cy="149515"/>
            </a:xfrm>
            <a:custGeom>
              <a:avLst/>
              <a:gdLst>
                <a:gd name="connsiteX0" fmla="*/ 343919 w 445267"/>
                <a:gd name="connsiteY0" fmla="*/ 150527 h 159498"/>
                <a:gd name="connsiteX1" fmla="*/ 432308 w 445267"/>
                <a:gd name="connsiteY1" fmla="*/ 64796 h 159498"/>
                <a:gd name="connsiteX2" fmla="*/ 400408 w 445267"/>
                <a:gd name="connsiteY2" fmla="*/ 32897 h 159498"/>
                <a:gd name="connsiteX3" fmla="*/ 314013 w 445267"/>
                <a:gd name="connsiteY3" fmla="*/ 32897 h 159498"/>
                <a:gd name="connsiteX4" fmla="*/ 288095 w 445267"/>
                <a:gd name="connsiteY4" fmla="*/ 58815 h 159498"/>
                <a:gd name="connsiteX5" fmla="*/ 276797 w 445267"/>
                <a:gd name="connsiteY5" fmla="*/ 47517 h 159498"/>
                <a:gd name="connsiteX6" fmla="*/ 170464 w 445267"/>
                <a:gd name="connsiteY6" fmla="*/ 47517 h 159498"/>
                <a:gd name="connsiteX7" fmla="*/ 159166 w 445267"/>
                <a:gd name="connsiteY7" fmla="*/ 58815 h 159498"/>
                <a:gd name="connsiteX8" fmla="*/ 133248 w 445267"/>
                <a:gd name="connsiteY8" fmla="*/ 32897 h 159498"/>
                <a:gd name="connsiteX9" fmla="*/ 46853 w 445267"/>
                <a:gd name="connsiteY9" fmla="*/ 32897 h 159498"/>
                <a:gd name="connsiteX10" fmla="*/ 14953 w 445267"/>
                <a:gd name="connsiteY10" fmla="*/ 64796 h 159498"/>
                <a:gd name="connsiteX11" fmla="*/ 103342 w 445267"/>
                <a:gd name="connsiteY11" fmla="*/ 150527 h 159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5267" h="159498">
                  <a:moveTo>
                    <a:pt x="343919" y="150527"/>
                  </a:moveTo>
                  <a:lnTo>
                    <a:pt x="432308" y="64796"/>
                  </a:lnTo>
                  <a:lnTo>
                    <a:pt x="400408" y="32897"/>
                  </a:lnTo>
                  <a:cubicBezTo>
                    <a:pt x="376483" y="8972"/>
                    <a:pt x="337938" y="8972"/>
                    <a:pt x="314013" y="32897"/>
                  </a:cubicBezTo>
                  <a:lnTo>
                    <a:pt x="288095" y="58815"/>
                  </a:lnTo>
                  <a:lnTo>
                    <a:pt x="276797" y="47517"/>
                  </a:lnTo>
                  <a:cubicBezTo>
                    <a:pt x="247555" y="18276"/>
                    <a:pt x="199706" y="18276"/>
                    <a:pt x="170464" y="47517"/>
                  </a:cubicBezTo>
                  <a:lnTo>
                    <a:pt x="159166" y="58815"/>
                  </a:lnTo>
                  <a:lnTo>
                    <a:pt x="133248" y="32897"/>
                  </a:lnTo>
                  <a:cubicBezTo>
                    <a:pt x="109323" y="8972"/>
                    <a:pt x="70778" y="8972"/>
                    <a:pt x="46853" y="32897"/>
                  </a:cubicBezTo>
                  <a:lnTo>
                    <a:pt x="14953" y="64796"/>
                  </a:lnTo>
                  <a:lnTo>
                    <a:pt x="103342" y="150527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99CFCFD3-D5A3-4B48-9678-D5A2A73A3522}"/>
                </a:ext>
              </a:extLst>
            </p:cNvPr>
            <p:cNvSpPr/>
            <p:nvPr/>
          </p:nvSpPr>
          <p:spPr>
            <a:xfrm>
              <a:off x="-660076" y="4415420"/>
              <a:ext cx="355096" cy="479692"/>
            </a:xfrm>
            <a:custGeom>
              <a:avLst/>
              <a:gdLst>
                <a:gd name="connsiteX0" fmla="*/ 14953 w 378809"/>
                <a:gd name="connsiteY0" fmla="*/ 14953 h 511725"/>
                <a:gd name="connsiteX1" fmla="*/ 367179 w 378809"/>
                <a:gd name="connsiteY1" fmla="*/ 14953 h 511725"/>
                <a:gd name="connsiteX2" fmla="*/ 367179 w 378809"/>
                <a:gd name="connsiteY2" fmla="*/ 502089 h 511725"/>
                <a:gd name="connsiteX3" fmla="*/ 14953 w 378809"/>
                <a:gd name="connsiteY3" fmla="*/ 502089 h 51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8809" h="511725">
                  <a:moveTo>
                    <a:pt x="14953" y="14953"/>
                  </a:moveTo>
                  <a:lnTo>
                    <a:pt x="367179" y="14953"/>
                  </a:lnTo>
                  <a:lnTo>
                    <a:pt x="367179" y="502089"/>
                  </a:lnTo>
                  <a:lnTo>
                    <a:pt x="14953" y="502089"/>
                  </a:lnTo>
                  <a:close/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EB2BC38-8F41-41EC-9E14-0A367FD4883D}"/>
                </a:ext>
              </a:extLst>
            </p:cNvPr>
            <p:cNvSpPr/>
            <p:nvPr/>
          </p:nvSpPr>
          <p:spPr>
            <a:xfrm>
              <a:off x="-604008" y="4470864"/>
              <a:ext cx="242960" cy="56068"/>
            </a:xfrm>
            <a:custGeom>
              <a:avLst/>
              <a:gdLst>
                <a:gd name="connsiteX0" fmla="*/ 4984 w 259185"/>
                <a:gd name="connsiteY0" fmla="*/ 4984 h 59812"/>
                <a:gd name="connsiteX1" fmla="*/ 258853 w 259185"/>
                <a:gd name="connsiteY1" fmla="*/ 4984 h 59812"/>
                <a:gd name="connsiteX2" fmla="*/ 258853 w 259185"/>
                <a:gd name="connsiteY2" fmla="*/ 60809 h 59812"/>
                <a:gd name="connsiteX3" fmla="*/ 4984 w 259185"/>
                <a:gd name="connsiteY3" fmla="*/ 60809 h 59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9185" h="59812">
                  <a:moveTo>
                    <a:pt x="4984" y="4984"/>
                  </a:moveTo>
                  <a:lnTo>
                    <a:pt x="258853" y="4984"/>
                  </a:lnTo>
                  <a:lnTo>
                    <a:pt x="258853" y="60809"/>
                  </a:lnTo>
                  <a:lnTo>
                    <a:pt x="4984" y="60809"/>
                  </a:lnTo>
                  <a:close/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84DE5AE3-00AD-4A72-8DE0-E845552D862B}"/>
                </a:ext>
              </a:extLst>
            </p:cNvPr>
            <p:cNvSpPr/>
            <p:nvPr/>
          </p:nvSpPr>
          <p:spPr>
            <a:xfrm>
              <a:off x="-569122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8B25E2EB-0671-48FC-AF58-6B6A194AAC96}"/>
                </a:ext>
              </a:extLst>
            </p:cNvPr>
            <p:cNvSpPr/>
            <p:nvPr/>
          </p:nvSpPr>
          <p:spPr>
            <a:xfrm>
              <a:off x="-506202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0A4388A7-67D0-4D25-B9B7-3DDAE45AD294}"/>
                </a:ext>
              </a:extLst>
            </p:cNvPr>
            <p:cNvSpPr/>
            <p:nvPr/>
          </p:nvSpPr>
          <p:spPr>
            <a:xfrm>
              <a:off x="-443904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CD3DAC05-4CE9-4AC3-B80D-C8A2C2C1D1CC}"/>
                </a:ext>
              </a:extLst>
            </p:cNvPr>
            <p:cNvSpPr/>
            <p:nvPr/>
          </p:nvSpPr>
          <p:spPr>
            <a:xfrm>
              <a:off x="-569122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849DDD64-96EB-4399-AF88-7349AD4DD5D9}"/>
                </a:ext>
              </a:extLst>
            </p:cNvPr>
            <p:cNvSpPr/>
            <p:nvPr/>
          </p:nvSpPr>
          <p:spPr>
            <a:xfrm>
              <a:off x="-506202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3C65B9E0-63A1-4BA6-B62A-A6E63E3CFC9A}"/>
                </a:ext>
              </a:extLst>
            </p:cNvPr>
            <p:cNvSpPr/>
            <p:nvPr/>
          </p:nvSpPr>
          <p:spPr>
            <a:xfrm>
              <a:off x="-443904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11FD699-3435-429E-937E-43F032FB273C}"/>
                </a:ext>
              </a:extLst>
            </p:cNvPr>
            <p:cNvSpPr/>
            <p:nvPr/>
          </p:nvSpPr>
          <p:spPr>
            <a:xfrm>
              <a:off x="-569122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10161ED-1B24-41C4-ACEE-804ADD25BBCA}"/>
                </a:ext>
              </a:extLst>
            </p:cNvPr>
            <p:cNvSpPr/>
            <p:nvPr/>
          </p:nvSpPr>
          <p:spPr>
            <a:xfrm>
              <a:off x="-506202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EE4D68A8-4F0D-47BC-A784-9538DF0AA169}"/>
                </a:ext>
              </a:extLst>
            </p:cNvPr>
            <p:cNvSpPr/>
            <p:nvPr/>
          </p:nvSpPr>
          <p:spPr>
            <a:xfrm>
              <a:off x="-443904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152C132C-A01B-46B0-B265-094899EC4B6F}"/>
              </a:ext>
            </a:extLst>
          </p:cNvPr>
          <p:cNvGrpSpPr>
            <a:grpSpLocks noChangeAspect="1"/>
          </p:cNvGrpSpPr>
          <p:nvPr/>
        </p:nvGrpSpPr>
        <p:grpSpPr>
          <a:xfrm>
            <a:off x="631048" y="4474987"/>
            <a:ext cx="254088" cy="216000"/>
            <a:chOff x="2353625" y="1622222"/>
            <a:chExt cx="360142" cy="306156"/>
          </a:xfrm>
        </p:grpSpPr>
        <p:sp>
          <p:nvSpPr>
            <p:cNvPr id="417" name="Oval 699">
              <a:extLst>
                <a:ext uri="{FF2B5EF4-FFF2-40B4-BE49-F238E27FC236}">
                  <a16:creationId xmlns:a16="http://schemas.microsoft.com/office/drawing/2014/main" id="{D018DFE4-6E9F-455D-95DC-BDA16BC34F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4982" y="1622222"/>
              <a:ext cx="218785" cy="78848"/>
            </a:xfrm>
            <a:prstGeom prst="ellips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8" name="Freeform 700">
              <a:extLst>
                <a:ext uri="{FF2B5EF4-FFF2-40B4-BE49-F238E27FC236}">
                  <a16:creationId xmlns:a16="http://schemas.microsoft.com/office/drawing/2014/main" id="{F88C0413-0BAD-4A08-B5ED-0DCD5996E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858" y="1661290"/>
              <a:ext cx="144909" cy="78848"/>
            </a:xfrm>
            <a:custGeom>
              <a:avLst/>
              <a:gdLst>
                <a:gd name="T0" fmla="*/ 74 w 74"/>
                <a:gd name="T1" fmla="*/ 0 h 40"/>
                <a:gd name="T2" fmla="*/ 74 w 74"/>
                <a:gd name="T3" fmla="*/ 20 h 40"/>
                <a:gd name="T4" fmla="*/ 18 w 74"/>
                <a:gd name="T5" fmla="*/ 40 h 40"/>
                <a:gd name="T6" fmla="*/ 0 w 74"/>
                <a:gd name="T7" fmla="*/ 3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4" h="40">
                  <a:moveTo>
                    <a:pt x="74" y="0"/>
                  </a:moveTo>
                  <a:cubicBezTo>
                    <a:pt x="74" y="20"/>
                    <a:pt x="74" y="20"/>
                    <a:pt x="74" y="20"/>
                  </a:cubicBezTo>
                  <a:cubicBezTo>
                    <a:pt x="74" y="31"/>
                    <a:pt x="49" y="40"/>
                    <a:pt x="18" y="40"/>
                  </a:cubicBezTo>
                  <a:cubicBezTo>
                    <a:pt x="12" y="40"/>
                    <a:pt x="6" y="40"/>
                    <a:pt x="0" y="39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9" name="Freeform 701">
              <a:extLst>
                <a:ext uri="{FF2B5EF4-FFF2-40B4-BE49-F238E27FC236}">
                  <a16:creationId xmlns:a16="http://schemas.microsoft.com/office/drawing/2014/main" id="{49917681-029E-406B-81EF-E1A802120E7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8747" y="1716697"/>
              <a:ext cx="125020" cy="62510"/>
            </a:xfrm>
            <a:custGeom>
              <a:avLst/>
              <a:gdLst>
                <a:gd name="T0" fmla="*/ 59 w 64"/>
                <a:gd name="T1" fmla="*/ 0 h 32"/>
                <a:gd name="T2" fmla="*/ 64 w 64"/>
                <a:gd name="T3" fmla="*/ 8 h 32"/>
                <a:gd name="T4" fmla="*/ 64 w 64"/>
                <a:gd name="T5" fmla="*/ 12 h 32"/>
                <a:gd name="T6" fmla="*/ 8 w 64"/>
                <a:gd name="T7" fmla="*/ 32 h 32"/>
                <a:gd name="T8" fmla="*/ 0 w 64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" h="32">
                  <a:moveTo>
                    <a:pt x="59" y="0"/>
                  </a:moveTo>
                  <a:cubicBezTo>
                    <a:pt x="62" y="2"/>
                    <a:pt x="64" y="5"/>
                    <a:pt x="64" y="8"/>
                  </a:cubicBezTo>
                  <a:cubicBezTo>
                    <a:pt x="64" y="12"/>
                    <a:pt x="64" y="12"/>
                    <a:pt x="64" y="12"/>
                  </a:cubicBezTo>
                  <a:cubicBezTo>
                    <a:pt x="64" y="23"/>
                    <a:pt x="39" y="32"/>
                    <a:pt x="8" y="32"/>
                  </a:cubicBezTo>
                  <a:cubicBezTo>
                    <a:pt x="5" y="32"/>
                    <a:pt x="3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0" name="Freeform 702">
              <a:extLst>
                <a:ext uri="{FF2B5EF4-FFF2-40B4-BE49-F238E27FC236}">
                  <a16:creationId xmlns:a16="http://schemas.microsoft.com/office/drawing/2014/main" id="{86DCA7C7-BC5F-414F-9D05-395D58CCB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6561" y="1755765"/>
              <a:ext cx="117206" cy="62510"/>
            </a:xfrm>
            <a:custGeom>
              <a:avLst/>
              <a:gdLst>
                <a:gd name="T0" fmla="*/ 55 w 60"/>
                <a:gd name="T1" fmla="*/ 0 h 32"/>
                <a:gd name="T2" fmla="*/ 60 w 60"/>
                <a:gd name="T3" fmla="*/ 8 h 32"/>
                <a:gd name="T4" fmla="*/ 60 w 60"/>
                <a:gd name="T5" fmla="*/ 12 h 32"/>
                <a:gd name="T6" fmla="*/ 4 w 60"/>
                <a:gd name="T7" fmla="*/ 32 h 32"/>
                <a:gd name="T8" fmla="*/ 0 w 60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32">
                  <a:moveTo>
                    <a:pt x="55" y="0"/>
                  </a:moveTo>
                  <a:cubicBezTo>
                    <a:pt x="58" y="2"/>
                    <a:pt x="60" y="5"/>
                    <a:pt x="60" y="8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60" y="23"/>
                    <a:pt x="35" y="32"/>
                    <a:pt x="4" y="32"/>
                  </a:cubicBezTo>
                  <a:cubicBezTo>
                    <a:pt x="3" y="32"/>
                    <a:pt x="1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1" name="Freeform 703">
              <a:extLst>
                <a:ext uri="{FF2B5EF4-FFF2-40B4-BE49-F238E27FC236}">
                  <a16:creationId xmlns:a16="http://schemas.microsoft.com/office/drawing/2014/main" id="{383F1532-1032-4C61-A044-478A96E1449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0878" y="1794834"/>
              <a:ext cx="122889" cy="62510"/>
            </a:xfrm>
            <a:custGeom>
              <a:avLst/>
              <a:gdLst>
                <a:gd name="T0" fmla="*/ 58 w 63"/>
                <a:gd name="T1" fmla="*/ 0 h 32"/>
                <a:gd name="T2" fmla="*/ 63 w 63"/>
                <a:gd name="T3" fmla="*/ 8 h 32"/>
                <a:gd name="T4" fmla="*/ 63 w 63"/>
                <a:gd name="T5" fmla="*/ 12 h 32"/>
                <a:gd name="T6" fmla="*/ 7 w 63"/>
                <a:gd name="T7" fmla="*/ 32 h 32"/>
                <a:gd name="T8" fmla="*/ 0 w 63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32">
                  <a:moveTo>
                    <a:pt x="58" y="0"/>
                  </a:moveTo>
                  <a:cubicBezTo>
                    <a:pt x="61" y="2"/>
                    <a:pt x="63" y="5"/>
                    <a:pt x="63" y="8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3" y="23"/>
                    <a:pt x="38" y="32"/>
                    <a:pt x="7" y="32"/>
                  </a:cubicBezTo>
                  <a:cubicBezTo>
                    <a:pt x="5" y="32"/>
                    <a:pt x="2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2" name="Freeform 704">
              <a:extLst>
                <a:ext uri="{FF2B5EF4-FFF2-40B4-BE49-F238E27FC236}">
                  <a16:creationId xmlns:a16="http://schemas.microsoft.com/office/drawing/2014/main" id="{158FED83-4680-42E5-818E-4C798FD76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0989" y="1833903"/>
              <a:ext cx="142778" cy="62510"/>
            </a:xfrm>
            <a:custGeom>
              <a:avLst/>
              <a:gdLst>
                <a:gd name="T0" fmla="*/ 68 w 73"/>
                <a:gd name="T1" fmla="*/ 0 h 32"/>
                <a:gd name="T2" fmla="*/ 73 w 73"/>
                <a:gd name="T3" fmla="*/ 8 h 32"/>
                <a:gd name="T4" fmla="*/ 73 w 73"/>
                <a:gd name="T5" fmla="*/ 12 h 32"/>
                <a:gd name="T6" fmla="*/ 17 w 73"/>
                <a:gd name="T7" fmla="*/ 32 h 32"/>
                <a:gd name="T8" fmla="*/ 0 w 73"/>
                <a:gd name="T9" fmla="*/ 3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3" h="32">
                  <a:moveTo>
                    <a:pt x="68" y="0"/>
                  </a:moveTo>
                  <a:cubicBezTo>
                    <a:pt x="71" y="2"/>
                    <a:pt x="73" y="5"/>
                    <a:pt x="73" y="8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3" y="23"/>
                    <a:pt x="48" y="32"/>
                    <a:pt x="17" y="32"/>
                  </a:cubicBezTo>
                  <a:cubicBezTo>
                    <a:pt x="11" y="32"/>
                    <a:pt x="5" y="32"/>
                    <a:pt x="0" y="31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3" name="Oval 705">
              <a:extLst>
                <a:ext uri="{FF2B5EF4-FFF2-40B4-BE49-F238E27FC236}">
                  <a16:creationId xmlns:a16="http://schemas.microsoft.com/office/drawing/2014/main" id="{EFBF6904-79BF-4B99-B5C8-D547A6BF48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3625" y="1708883"/>
              <a:ext cx="219495" cy="219495"/>
            </a:xfrm>
            <a:prstGeom prst="ellips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4" name="Line 709">
              <a:extLst>
                <a:ext uri="{FF2B5EF4-FFF2-40B4-BE49-F238E27FC236}">
                  <a16:creationId xmlns:a16="http://schemas.microsoft.com/office/drawing/2014/main" id="{3BC53FD8-45DD-49C7-9C2F-E64A41EAF0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4982" y="1661290"/>
              <a:ext cx="0" cy="23441"/>
            </a:xfrm>
            <a:prstGeom prst="line">
              <a:avLst/>
            </a:pr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25" name="Group 1084">
              <a:extLst>
                <a:ext uri="{FF2B5EF4-FFF2-40B4-BE49-F238E27FC236}">
                  <a16:creationId xmlns:a16="http://schemas.microsoft.com/office/drawing/2014/main" id="{814FAF3E-DDB8-45A5-8914-C9A86A2C3A1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424266" y="1767963"/>
              <a:ext cx="80810" cy="112578"/>
              <a:chOff x="3709" y="1980"/>
              <a:chExt cx="262" cy="365"/>
            </a:xfrm>
          </p:grpSpPr>
          <p:sp>
            <p:nvSpPr>
              <p:cNvPr id="426" name="Line 1085">
                <a:extLst>
                  <a:ext uri="{FF2B5EF4-FFF2-40B4-BE49-F238E27FC236}">
                    <a16:creationId xmlns:a16="http://schemas.microsoft.com/office/drawing/2014/main" id="{86CBFF61-B176-4063-82FD-C8036FAA2A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7" name="Freeform 1086">
                <a:extLst>
                  <a:ext uri="{FF2B5EF4-FFF2-40B4-BE49-F238E27FC236}">
                    <a16:creationId xmlns:a16="http://schemas.microsoft.com/office/drawing/2014/main" id="{98C6F373-F3CA-4CB9-8B99-B7B32E80EE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D8E5371D-3D4E-4B0B-9CF6-43ED9B9365F4}"/>
              </a:ext>
            </a:extLst>
          </p:cNvPr>
          <p:cNvGrpSpPr/>
          <p:nvPr/>
        </p:nvGrpSpPr>
        <p:grpSpPr>
          <a:xfrm>
            <a:off x="3511048" y="1843369"/>
            <a:ext cx="174350" cy="174351"/>
            <a:chOff x="3284995" y="1619404"/>
            <a:chExt cx="174350" cy="174351"/>
          </a:xfrm>
        </p:grpSpPr>
        <p:sp>
          <p:nvSpPr>
            <p:cNvPr id="430" name="Line 487">
              <a:extLst>
                <a:ext uri="{FF2B5EF4-FFF2-40B4-BE49-F238E27FC236}">
                  <a16:creationId xmlns:a16="http://schemas.microsoft.com/office/drawing/2014/main" id="{D7E68D6A-B12F-4586-9D4C-E5FF59EFCC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19703" y="1619404"/>
              <a:ext cx="104933" cy="174351"/>
            </a:xfrm>
            <a:prstGeom prst="lin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1" name="Oval 488">
              <a:extLst>
                <a:ext uri="{FF2B5EF4-FFF2-40B4-BE49-F238E27FC236}">
                  <a16:creationId xmlns:a16="http://schemas.microsoft.com/office/drawing/2014/main" id="{FE9E9D49-394E-4389-B7F1-B1E7B52510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4995" y="1619404"/>
              <a:ext cx="69417" cy="69417"/>
            </a:xfrm>
            <a:prstGeom prst="ellips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2" name="Oval 489">
              <a:extLst>
                <a:ext uri="{FF2B5EF4-FFF2-40B4-BE49-F238E27FC236}">
                  <a16:creationId xmlns:a16="http://schemas.microsoft.com/office/drawing/2014/main" id="{F4E9C774-B90B-4197-86C8-45E69CE20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928" y="1723530"/>
              <a:ext cx="69417" cy="70225"/>
            </a:xfrm>
            <a:prstGeom prst="ellips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cxnSp>
        <p:nvCxnSpPr>
          <p:cNvPr id="273" name="Соединитель: уступ 55">
            <a:extLst>
              <a:ext uri="{FF2B5EF4-FFF2-40B4-BE49-F238E27FC236}">
                <a16:creationId xmlns:a16="http://schemas.microsoft.com/office/drawing/2014/main" id="{72AED98D-8404-412E-A28B-03EAB5ED2D9E}"/>
              </a:ext>
            </a:extLst>
          </p:cNvPr>
          <p:cNvCxnSpPr>
            <a:cxnSpLocks/>
            <a:endCxn id="5" idx="1"/>
          </p:cNvCxnSpPr>
          <p:nvPr>
            <p:custDataLst>
              <p:tags r:id="rId32"/>
            </p:custDataLst>
          </p:nvPr>
        </p:nvCxnSpPr>
        <p:spPr>
          <a:xfrm>
            <a:off x="2372735" y="5358413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9E09E2DB-1F8B-4564-A80C-6597BF557D4E}"/>
              </a:ext>
            </a:extLst>
          </p:cNvPr>
          <p:cNvGrpSpPr/>
          <p:nvPr/>
        </p:nvGrpSpPr>
        <p:grpSpPr>
          <a:xfrm>
            <a:off x="2467048" y="5164726"/>
            <a:ext cx="289305" cy="216000"/>
            <a:chOff x="2387688" y="5274075"/>
            <a:chExt cx="289305" cy="216000"/>
          </a:xfrm>
        </p:grpSpPr>
        <p:sp>
          <p:nvSpPr>
            <p:cNvPr id="449" name="Freeform 806">
              <a:extLst>
                <a:ext uri="{FF2B5EF4-FFF2-40B4-BE49-F238E27FC236}">
                  <a16:creationId xmlns:a16="http://schemas.microsoft.com/office/drawing/2014/main" id="{95E06777-1EA6-4CFB-AF36-11885EAB99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1553" y="5317163"/>
              <a:ext cx="215440" cy="135979"/>
            </a:xfrm>
            <a:custGeom>
              <a:avLst/>
              <a:gdLst>
                <a:gd name="T0" fmla="*/ 0 w 385"/>
                <a:gd name="T1" fmla="*/ 165 h 243"/>
                <a:gd name="T2" fmla="*/ 0 w 385"/>
                <a:gd name="T3" fmla="*/ 243 h 243"/>
                <a:gd name="T4" fmla="*/ 385 w 385"/>
                <a:gd name="T5" fmla="*/ 243 h 243"/>
                <a:gd name="T6" fmla="*/ 385 w 385"/>
                <a:gd name="T7" fmla="*/ 0 h 243"/>
                <a:gd name="T8" fmla="*/ 0 w 385"/>
                <a:gd name="T9" fmla="*/ 0 h 243"/>
                <a:gd name="T10" fmla="*/ 0 w 385"/>
                <a:gd name="T11" fmla="*/ 132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5" h="243">
                  <a:moveTo>
                    <a:pt x="0" y="165"/>
                  </a:moveTo>
                  <a:lnTo>
                    <a:pt x="0" y="243"/>
                  </a:lnTo>
                  <a:lnTo>
                    <a:pt x="385" y="243"/>
                  </a:lnTo>
                  <a:lnTo>
                    <a:pt x="385" y="0"/>
                  </a:lnTo>
                  <a:lnTo>
                    <a:pt x="0" y="0"/>
                  </a:lnTo>
                  <a:lnTo>
                    <a:pt x="0" y="132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4" name="Line 811">
              <a:extLst>
                <a:ext uri="{FF2B5EF4-FFF2-40B4-BE49-F238E27FC236}">
                  <a16:creationId xmlns:a16="http://schemas.microsoft.com/office/drawing/2014/main" id="{D4B49950-D471-49A3-B68E-94F5B8B0B2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24620" y="5409495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5" name="Line 812">
              <a:extLst>
                <a:ext uri="{FF2B5EF4-FFF2-40B4-BE49-F238E27FC236}">
                  <a16:creationId xmlns:a16="http://schemas.microsoft.com/office/drawing/2014/main" id="{95F05582-1D9F-4192-928D-26BA8C6DFB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0776" y="5335630"/>
              <a:ext cx="30777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6" name="Line 813">
              <a:extLst>
                <a:ext uri="{FF2B5EF4-FFF2-40B4-BE49-F238E27FC236}">
                  <a16:creationId xmlns:a16="http://schemas.microsoft.com/office/drawing/2014/main" id="{EC7B5EDC-4008-415B-B1BC-D70E119B2D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06154" y="5335630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7" name="Line 814">
              <a:extLst>
                <a:ext uri="{FF2B5EF4-FFF2-40B4-BE49-F238E27FC236}">
                  <a16:creationId xmlns:a16="http://schemas.microsoft.com/office/drawing/2014/main" id="{B9534910-9D39-45E3-9207-638E955F5D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87688" y="5372562"/>
              <a:ext cx="55399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8" name="Line 815">
              <a:extLst>
                <a:ext uri="{FF2B5EF4-FFF2-40B4-BE49-F238E27FC236}">
                  <a16:creationId xmlns:a16="http://schemas.microsoft.com/office/drawing/2014/main" id="{A6250C1B-A775-4573-97E8-2302388AC0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60040" y="5274075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9" name="Line 816">
              <a:extLst>
                <a:ext uri="{FF2B5EF4-FFF2-40B4-BE49-F238E27FC236}">
                  <a16:creationId xmlns:a16="http://schemas.microsoft.com/office/drawing/2014/main" id="{C550397D-281A-4DE5-9A11-1DE5477A2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04640" y="5490075"/>
              <a:ext cx="86176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0" name="Line 817">
              <a:extLst>
                <a:ext uri="{FF2B5EF4-FFF2-40B4-BE49-F238E27FC236}">
                  <a16:creationId xmlns:a16="http://schemas.microsoft.com/office/drawing/2014/main" id="{78FF5A4A-41C0-4CAB-9DE9-4530E6FD99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35418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1" name="Line 818">
              <a:extLst>
                <a:ext uri="{FF2B5EF4-FFF2-40B4-BE49-F238E27FC236}">
                  <a16:creationId xmlns:a16="http://schemas.microsoft.com/office/drawing/2014/main" id="{33E58B91-5A6A-461E-ABF6-C93431516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10796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2" name="Line 819">
              <a:extLst>
                <a:ext uri="{FF2B5EF4-FFF2-40B4-BE49-F238E27FC236}">
                  <a16:creationId xmlns:a16="http://schemas.microsoft.com/office/drawing/2014/main" id="{E90CB998-B880-440A-93CE-BD61808973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86174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72" name="Group 1084">
              <a:extLst>
                <a:ext uri="{FF2B5EF4-FFF2-40B4-BE49-F238E27FC236}">
                  <a16:creationId xmlns:a16="http://schemas.microsoft.com/office/drawing/2014/main" id="{DE72C888-7991-4DD3-A7A2-63BD3ED07AF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540848" y="5345552"/>
              <a:ext cx="56851" cy="79200"/>
              <a:chOff x="3709" y="1980"/>
              <a:chExt cx="262" cy="365"/>
            </a:xfrm>
          </p:grpSpPr>
          <p:sp>
            <p:nvSpPr>
              <p:cNvPr id="473" name="Line 1085">
                <a:extLst>
                  <a:ext uri="{FF2B5EF4-FFF2-40B4-BE49-F238E27FC236}">
                    <a16:creationId xmlns:a16="http://schemas.microsoft.com/office/drawing/2014/main" id="{BA427480-D623-4BF4-A12B-440733118D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74" name="Freeform 1086">
                <a:extLst>
                  <a:ext uri="{FF2B5EF4-FFF2-40B4-BE49-F238E27FC236}">
                    <a16:creationId xmlns:a16="http://schemas.microsoft.com/office/drawing/2014/main" id="{859FBDF8-7E3B-4971-B6A9-97C435E31F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79C84BA-3CD6-42E4-8465-BCE4C89D6277}"/>
              </a:ext>
            </a:extLst>
          </p:cNvPr>
          <p:cNvGrpSpPr/>
          <p:nvPr/>
        </p:nvGrpSpPr>
        <p:grpSpPr>
          <a:xfrm>
            <a:off x="2467048" y="3145422"/>
            <a:ext cx="289305" cy="216000"/>
            <a:chOff x="2387688" y="4365104"/>
            <a:chExt cx="289305" cy="216000"/>
          </a:xfrm>
        </p:grpSpPr>
        <p:sp>
          <p:nvSpPr>
            <p:cNvPr id="478" name="Freeform 806">
              <a:extLst>
                <a:ext uri="{FF2B5EF4-FFF2-40B4-BE49-F238E27FC236}">
                  <a16:creationId xmlns:a16="http://schemas.microsoft.com/office/drawing/2014/main" id="{13CE0FC9-4690-4A82-88D8-02C2EC8149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387688" y="4408192"/>
              <a:ext cx="215440" cy="135979"/>
            </a:xfrm>
            <a:custGeom>
              <a:avLst/>
              <a:gdLst>
                <a:gd name="T0" fmla="*/ 0 w 385"/>
                <a:gd name="T1" fmla="*/ 165 h 243"/>
                <a:gd name="T2" fmla="*/ 0 w 385"/>
                <a:gd name="T3" fmla="*/ 243 h 243"/>
                <a:gd name="T4" fmla="*/ 385 w 385"/>
                <a:gd name="T5" fmla="*/ 243 h 243"/>
                <a:gd name="T6" fmla="*/ 385 w 385"/>
                <a:gd name="T7" fmla="*/ 0 h 243"/>
                <a:gd name="T8" fmla="*/ 0 w 385"/>
                <a:gd name="T9" fmla="*/ 0 h 243"/>
                <a:gd name="T10" fmla="*/ 0 w 385"/>
                <a:gd name="T11" fmla="*/ 132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5" h="243">
                  <a:moveTo>
                    <a:pt x="0" y="165"/>
                  </a:moveTo>
                  <a:lnTo>
                    <a:pt x="0" y="243"/>
                  </a:lnTo>
                  <a:lnTo>
                    <a:pt x="385" y="243"/>
                  </a:lnTo>
                  <a:lnTo>
                    <a:pt x="385" y="0"/>
                  </a:lnTo>
                  <a:lnTo>
                    <a:pt x="0" y="0"/>
                  </a:lnTo>
                  <a:lnTo>
                    <a:pt x="0" y="132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9" name="Line 811">
              <a:extLst>
                <a:ext uri="{FF2B5EF4-FFF2-40B4-BE49-F238E27FC236}">
                  <a16:creationId xmlns:a16="http://schemas.microsoft.com/office/drawing/2014/main" id="{12849CE0-9F2C-459F-9E58-645C7A2890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17" y="4500524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0" name="Line 812">
              <a:extLst>
                <a:ext uri="{FF2B5EF4-FFF2-40B4-BE49-F238E27FC236}">
                  <a16:creationId xmlns:a16="http://schemas.microsoft.com/office/drawing/2014/main" id="{A4B74684-9BBB-4358-BCDE-338EB1FFE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3128" y="4426659"/>
              <a:ext cx="30777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1" name="Line 813">
              <a:extLst>
                <a:ext uri="{FF2B5EF4-FFF2-40B4-BE49-F238E27FC236}">
                  <a16:creationId xmlns:a16="http://schemas.microsoft.com/office/drawing/2014/main" id="{8AC96B1D-848F-4DA7-91B8-66A8675AD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6217" y="4426659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2" name="Line 814">
              <a:extLst>
                <a:ext uri="{FF2B5EF4-FFF2-40B4-BE49-F238E27FC236}">
                  <a16:creationId xmlns:a16="http://schemas.microsoft.com/office/drawing/2014/main" id="{8FE26534-1075-4182-B315-445849BD5E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21594" y="4463591"/>
              <a:ext cx="55399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3" name="Line 815">
              <a:extLst>
                <a:ext uri="{FF2B5EF4-FFF2-40B4-BE49-F238E27FC236}">
                  <a16:creationId xmlns:a16="http://schemas.microsoft.com/office/drawing/2014/main" id="{64ECC6E9-C482-4B3B-A55E-78B7FA1C22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5397" y="4365104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4" name="Line 816">
              <a:extLst>
                <a:ext uri="{FF2B5EF4-FFF2-40B4-BE49-F238E27FC236}">
                  <a16:creationId xmlns:a16="http://schemas.microsoft.com/office/drawing/2014/main" id="{F3070C9C-01E0-4650-A87E-246FC03EE5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865" y="4581104"/>
              <a:ext cx="86176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5" name="Line 817">
              <a:extLst>
                <a:ext uri="{FF2B5EF4-FFF2-40B4-BE49-F238E27FC236}">
                  <a16:creationId xmlns:a16="http://schemas.microsoft.com/office/drawing/2014/main" id="{33C0C9D3-6B88-4D0B-BC61-8151BAB706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6953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6" name="Line 818">
              <a:extLst>
                <a:ext uri="{FF2B5EF4-FFF2-40B4-BE49-F238E27FC236}">
                  <a16:creationId xmlns:a16="http://schemas.microsoft.com/office/drawing/2014/main" id="{F83A8762-1A14-4C8B-BCAE-DD8B7271BC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1575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7" name="Line 819">
              <a:extLst>
                <a:ext uri="{FF2B5EF4-FFF2-40B4-BE49-F238E27FC236}">
                  <a16:creationId xmlns:a16="http://schemas.microsoft.com/office/drawing/2014/main" id="{A06BB05B-60D3-4059-80D3-44C200248B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6197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88" name="Group 1084">
              <a:extLst>
                <a:ext uri="{FF2B5EF4-FFF2-40B4-BE49-F238E27FC236}">
                  <a16:creationId xmlns:a16="http://schemas.microsoft.com/office/drawing/2014/main" id="{707084F9-712C-4D3E-BE8E-D4EDCF83E79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466983" y="4436581"/>
              <a:ext cx="56851" cy="79200"/>
              <a:chOff x="3709" y="1980"/>
              <a:chExt cx="262" cy="365"/>
            </a:xfrm>
          </p:grpSpPr>
          <p:sp>
            <p:nvSpPr>
              <p:cNvPr id="489" name="Line 1085">
                <a:extLst>
                  <a:ext uri="{FF2B5EF4-FFF2-40B4-BE49-F238E27FC236}">
                    <a16:creationId xmlns:a16="http://schemas.microsoft.com/office/drawing/2014/main" id="{01D33725-BFD7-4BCB-9DB1-9591004B4B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90" name="Freeform 1086">
                <a:extLst>
                  <a:ext uri="{FF2B5EF4-FFF2-40B4-BE49-F238E27FC236}">
                    <a16:creationId xmlns:a16="http://schemas.microsoft.com/office/drawing/2014/main" id="{32B223FA-5C7C-4B02-ACB0-9C60E6218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A8D7B5C4-8A51-46D8-B523-6B1DC0ABF64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rIns="0"/>
          <a:lstStyle/>
          <a:p>
            <a:r>
              <a:rPr lang="ru-RU" dirty="0">
                <a:solidFill>
                  <a:schemeClr val="accent1"/>
                </a:solidFill>
              </a:rPr>
              <a:t>Кредитные продукты: </a:t>
            </a:r>
            <a:r>
              <a:rPr lang="ru-RU" dirty="0"/>
              <a:t>для достижения амбиции необходимо разработать инициативы, адресующие все драйверы прибыли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126320DA-17E2-4BE3-ACCE-CB91C33223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D4D4441-A313-45E6-A5CE-88F34A652F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01" name="Node E2B"/>
          <p:cNvSpPr>
            <a:spLocks/>
          </p:cNvSpPr>
          <p:nvPr/>
        </p:nvSpPr>
        <p:spPr>
          <a:xfrm>
            <a:off x="4673600" y="3080000"/>
            <a:ext cx="123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432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900" dirty="0">
                <a:solidFill>
                  <a:schemeClr val="tx1"/>
                </a:solidFill>
              </a:rPr>
              <a:t>Текущие (E2B)</a:t>
            </a:r>
          </a:p>
        </p:txBody>
      </p:sp>
      <p:sp>
        <p:nvSpPr>
          <p:cNvPr id="602" name="Node N2B"/>
          <p:cNvSpPr>
            <a:spLocks/>
          </p:cNvSpPr>
          <p:nvPr/>
        </p:nvSpPr>
        <p:spPr>
          <a:xfrm>
            <a:off x="4673600" y="3600000"/>
            <a:ext cx="123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432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900" dirty="0">
                <a:solidFill>
                  <a:schemeClr val="tx1"/>
                </a:solidFill>
              </a:rPr>
              <a:t>Новые (N2B)</a:t>
            </a:r>
          </a:p>
        </p:txBody>
      </p:sp>
      <p:sp>
        <p:nvSpPr>
          <p:cNvPr id="603" name="Node E2B cover"/>
          <p:cNvSpPr>
            <a:spLocks/>
          </p:cNvSpPr>
          <p:nvPr/>
        </p:nvSpPr>
        <p:spPr>
          <a:xfrm>
            <a:off x="6000000" y="308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Покрытие базы предодобр. офферами</a:t>
            </a:r>
          </a:p>
        </p:txBody>
      </p:sp>
      <p:sp>
        <p:nvSpPr>
          <p:cNvPr id="604" name="Node E2B conv"/>
          <p:cNvSpPr>
            <a:spLocks/>
          </p:cNvSpPr>
          <p:nvPr/>
        </p:nvSpPr>
        <p:spPr>
          <a:xfrm>
            <a:off x="7930000" y="308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Конверсия оффера в выдачу (TR)</a:t>
            </a:r>
          </a:p>
        </p:txBody>
      </p:sp>
      <p:sp>
        <p:nvSpPr>
          <p:cNvPr id="605" name="Node N2B flow"/>
          <p:cNvSpPr>
            <a:spLocks/>
          </p:cNvSpPr>
          <p:nvPr/>
        </p:nvSpPr>
        <p:spPr>
          <a:xfrm>
            <a:off x="6000000" y="360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Входящий поток лидов по каналам</a:t>
            </a:r>
          </a:p>
        </p:txBody>
      </p:sp>
      <p:sp>
        <p:nvSpPr>
          <p:cNvPr id="606" name="Node N2B conv"/>
          <p:cNvSpPr>
            <a:spLocks/>
          </p:cNvSpPr>
          <p:nvPr/>
        </p:nvSpPr>
        <p:spPr>
          <a:xfrm>
            <a:off x="7930000" y="360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Конверсии по этапам (…, AR, TR)</a:t>
            </a:r>
          </a:p>
        </p:txBody>
      </p:sp>
      <p:sp>
        <p:nvSpPr>
          <p:cNvPr id="607" name="Node LTV time"/>
          <p:cNvSpPr>
            <a:spLocks/>
          </p:cNvSpPr>
          <p:nvPr/>
        </p:nvSpPr>
        <p:spPr>
          <a:xfrm>
            <a:off x="4673600" y="412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Срок жизни клиента с кредитом</a:t>
            </a:r>
          </a:p>
        </p:txBody>
      </p:sp>
      <p:sp>
        <p:nvSpPr>
          <p:cNvPr id="608" name="Node LTV trx"/>
          <p:cNvSpPr>
            <a:spLocks/>
          </p:cNvSpPr>
          <p:nvPr/>
        </p:nvSpPr>
        <p:spPr>
          <a:xfrm>
            <a:off x="6600000" y="412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Транзакц. доход на клиента</a:t>
            </a:r>
          </a:p>
        </p:txBody>
      </p:sp>
      <p:sp>
        <p:nvSpPr>
          <p:cNvPr id="609" name="Node cost mix"/>
          <p:cNvSpPr>
            <a:spLocks/>
          </p:cNvSpPr>
          <p:nvPr/>
        </p:nvSpPr>
        <p:spPr>
          <a:xfrm>
            <a:off x="4673600" y="464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Микс каналов продаж (доля E2E)</a:t>
            </a:r>
          </a:p>
        </p:txBody>
      </p:sp>
      <p:sp>
        <p:nvSpPr>
          <p:cNvPr id="610" name="Node cost unit"/>
          <p:cNvSpPr>
            <a:spLocks/>
          </p:cNvSpPr>
          <p:nvPr/>
        </p:nvSpPr>
        <p:spPr>
          <a:xfrm>
            <a:off x="6600000" y="464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Unit-cost выдачи и сопровождения</a:t>
            </a:r>
          </a:p>
        </p:txBody>
      </p:sp>
      <p:sp>
        <p:nvSpPr>
          <p:cNvPr id="611" name="Node risk data"/>
          <p:cNvSpPr>
            <a:spLocks/>
          </p:cNvSpPr>
          <p:nvPr/>
        </p:nvSpPr>
        <p:spPr>
          <a:xfrm>
            <a:off x="4673600" y="5570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Точность отбора (PD): риск-модели, кол-во и кач-во данных</a:t>
            </a:r>
          </a:p>
        </p:txBody>
      </p:sp>
      <p:sp>
        <p:nvSpPr>
          <p:cNvPr id="612" name="Node risk ews"/>
          <p:cNvSpPr>
            <a:spLocks/>
          </p:cNvSpPr>
          <p:nvPr/>
        </p:nvSpPr>
        <p:spPr>
          <a:xfrm>
            <a:off x="4673600" y="5995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Потери при дефолте (LGD): обеспечение, EWS, взыскание</a:t>
            </a:r>
          </a:p>
        </p:txBody>
      </p:sp>
      <p:sp>
        <p:nvSpPr>
          <p:cNvPr id="613" name="Node risk mix"/>
          <p:cNvSpPr>
            <a:spLocks/>
          </p:cNvSpPr>
          <p:nvPr/>
        </p:nvSpPr>
        <p:spPr>
          <a:xfrm>
            <a:off x="4673600" y="6420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Риск-аппетит и структура притока (сегменты, винтажи)</a:t>
            </a:r>
          </a:p>
        </p:txBody>
      </p:sp>
      <p:sp>
        <p:nvSpPr>
          <p:cNvPr id="662" name="MulSign"/>
          <p:cNvSpPr txBox="1"/>
          <p:nvPr/>
        </p:nvSpPr>
        <p:spPr>
          <a:xfrm>
            <a:off x="7700000" y="313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3" name="MulSign"/>
          <p:cNvSpPr txBox="1"/>
          <p:nvPr/>
        </p:nvSpPr>
        <p:spPr>
          <a:xfrm>
            <a:off x="7700000" y="365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4" name="MulSign"/>
          <p:cNvSpPr txBox="1"/>
          <p:nvPr/>
        </p:nvSpPr>
        <p:spPr>
          <a:xfrm>
            <a:off x="6373600" y="417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5" name="MulSign"/>
          <p:cNvSpPr txBox="1"/>
          <p:nvPr/>
        </p:nvSpPr>
        <p:spPr>
          <a:xfrm>
            <a:off x="6373600" y="469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0" name="RiskHypo"/>
          <p:cNvSpPr txBox="1"/>
          <p:nvPr/>
        </p:nvSpPr>
        <p:spPr>
          <a:xfrm>
            <a:off x="4673600" y="5330000"/>
            <a:ext cx="2000000" cy="20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i="1" dirty="0">
                <a:solidFill>
                  <a:srgbClr val="595959"/>
                </a:solidFill>
              </a:rPr>
              <a:t>Гипотеза — для обсуждения</a:t>
            </a:r>
          </a:p>
        </p:txBody>
      </p:sp>
      <p:sp>
        <p:nvSpPr>
          <p:cNvPr id="661" name="ChipLegend"/>
          <p:cNvSpPr txBox="1"/>
          <p:nvPr/>
        </p:nvSpPr>
        <p:spPr>
          <a:xfrm>
            <a:off x="502920" y="6420000"/>
            <a:ext cx="3700000" cy="40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595959"/>
                </a:solidFill>
              </a:rPr>
              <a:t>01–10 — инициативы целевой концепции ММБ; показаны основные связи, полная калибровка — на след. слайде</a:t>
            </a:r>
          </a:p>
        </p:txBody>
      </p:sp>
      <p:sp>
        <p:nvSpPr>
          <p:cNvPr id="666" name="OpenQuestions"/>
          <p:cNvSpPr>
            <a:spLocks/>
          </p:cNvSpPr>
          <p:nvPr/>
        </p:nvSpPr>
        <p:spPr>
          <a:xfrm>
            <a:off x="8700000" y="5330000"/>
            <a:ext cx="3100000" cy="14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108000" tIns="86400" rIns="108000" bIns="8640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850" b="1" dirty="0">
                <a:solidFill>
                  <a:schemeClr val="tx1"/>
                </a:solidFill>
              </a:rPr>
              <a:t>Открытые вопросы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750" dirty="0">
                <a:solidFill>
                  <a:srgbClr val="595959"/>
                </a:solidFill>
              </a:rPr>
              <a:t>•  Объём кредита на клиента (утилизация единого лимита) — кандидат в драйверы дохода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750" dirty="0">
                <a:solidFill>
                  <a:srgbClr val="595959"/>
                </a:solidFill>
              </a:rPr>
              <a:t>•  Отток и удержание: влияют на # клиентов, а не только на доп. доходы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595959"/>
                </a:solidFill>
              </a:rPr>
              <a:t>•  Мриск ← качество притока: винтажи full approve и новых сегментов (02)</a:t>
            </a:r>
          </a:p>
        </p:txBody>
      </p:sp>
      <p:cxnSp>
        <p:nvCxnSpPr>
          <p:cNvPr id="620" name="Connector 620"/>
          <p:cNvCxnSpPr>
            <a:cxnSpLocks/>
            <a:stCxn id="10" idx="3"/>
            <a:endCxn id="601" idx="1"/>
          </p:cNvCxnSpPr>
          <p:nvPr/>
        </p:nvCxnSpPr>
        <p:spPr>
          <a:xfrm flipV="1">
            <a:off x="4496735" y="3278000"/>
            <a:ext cx="176865" cy="61109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1"/>
          <p:cNvCxnSpPr>
            <a:cxnSpLocks/>
            <a:stCxn id="10" idx="3"/>
            <a:endCxn id="602" idx="1"/>
          </p:cNvCxnSpPr>
          <p:nvPr/>
        </p:nvCxnSpPr>
        <p:spPr>
          <a:xfrm>
            <a:off x="4496735" y="3339109"/>
            <a:ext cx="176865" cy="458891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2"/>
          <p:cNvCxnSpPr>
            <a:cxnSpLocks/>
            <a:stCxn id="601" idx="3"/>
            <a:endCxn id="603" idx="1"/>
          </p:cNvCxnSpPr>
          <p:nvPr/>
        </p:nvCxnSpPr>
        <p:spPr>
          <a:xfrm>
            <a:off x="5903600" y="3278000"/>
            <a:ext cx="96400" cy="0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3"/>
          <p:cNvCxnSpPr>
            <a:cxnSpLocks/>
            <a:stCxn id="602" idx="3"/>
            <a:endCxn id="605" idx="1"/>
          </p:cNvCxnSpPr>
          <p:nvPr/>
        </p:nvCxnSpPr>
        <p:spPr>
          <a:xfrm>
            <a:off x="5903600" y="3798000"/>
            <a:ext cx="96400" cy="0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4"/>
          <p:cNvCxnSpPr>
            <a:cxnSpLocks/>
            <a:stCxn id="74" idx="3"/>
            <a:endCxn id="607" idx="1"/>
          </p:cNvCxnSpPr>
          <p:nvPr/>
        </p:nvCxnSpPr>
        <p:spPr>
          <a:xfrm>
            <a:off x="4496735" y="3978935"/>
            <a:ext cx="176865" cy="339065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5"/>
          <p:cNvCxnSpPr>
            <a:cxnSpLocks/>
            <a:stCxn id="13" idx="3"/>
            <a:endCxn id="609" idx="1"/>
          </p:cNvCxnSpPr>
          <p:nvPr/>
        </p:nvCxnSpPr>
        <p:spPr>
          <a:xfrm>
            <a:off x="4496735" y="4718587"/>
            <a:ext cx="176865" cy="119413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6"/>
          <p:cNvCxnSpPr>
            <a:cxnSpLocks/>
            <a:stCxn id="17" idx="3"/>
            <a:endCxn id="611" idx="1"/>
          </p:cNvCxnSpPr>
          <p:nvPr/>
        </p:nvCxnSpPr>
        <p:spPr>
          <a:xfrm flipV="1">
            <a:off x="4496735" y="5755000"/>
            <a:ext cx="176865" cy="243242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7"/>
          <p:cNvCxnSpPr>
            <a:cxnSpLocks/>
            <a:stCxn id="17" idx="3"/>
            <a:endCxn id="612" idx="1"/>
          </p:cNvCxnSpPr>
          <p:nvPr/>
        </p:nvCxnSpPr>
        <p:spPr>
          <a:xfrm>
            <a:off x="4496735" y="5998242"/>
            <a:ext cx="176865" cy="181758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8"/>
          <p:cNvCxnSpPr>
            <a:cxnSpLocks/>
            <a:stCxn id="17" idx="3"/>
            <a:endCxn id="613" idx="1"/>
          </p:cNvCxnSpPr>
          <p:nvPr/>
        </p:nvCxnSpPr>
        <p:spPr>
          <a:xfrm>
            <a:off x="4496735" y="5998242"/>
            <a:ext cx="176865" cy="606758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0" name="InitChip 02"/>
          <p:cNvSpPr>
            <a:spLocks/>
          </p:cNvSpPr>
          <p:nvPr/>
        </p:nvSpPr>
        <p:spPr>
          <a:xfrm>
            <a:off x="7440000" y="321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41" name="InitChip 05"/>
          <p:cNvSpPr>
            <a:spLocks/>
          </p:cNvSpPr>
          <p:nvPr/>
        </p:nvSpPr>
        <p:spPr>
          <a:xfrm>
            <a:off x="9370000" y="312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2" name="InitChip 10"/>
          <p:cNvSpPr>
            <a:spLocks/>
          </p:cNvSpPr>
          <p:nvPr/>
        </p:nvSpPr>
        <p:spPr>
          <a:xfrm>
            <a:off x="9370000" y="329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43" name="InitChip 02"/>
          <p:cNvSpPr>
            <a:spLocks/>
          </p:cNvSpPr>
          <p:nvPr/>
        </p:nvSpPr>
        <p:spPr>
          <a:xfrm>
            <a:off x="7440000" y="364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44" name="InitChip 05"/>
          <p:cNvSpPr>
            <a:spLocks/>
          </p:cNvSpPr>
          <p:nvPr/>
        </p:nvSpPr>
        <p:spPr>
          <a:xfrm>
            <a:off x="7440000" y="381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5" name="InitChip 01"/>
          <p:cNvSpPr>
            <a:spLocks/>
          </p:cNvSpPr>
          <p:nvPr/>
        </p:nvSpPr>
        <p:spPr>
          <a:xfrm>
            <a:off x="9370000" y="364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46" name="InitChip 08"/>
          <p:cNvSpPr>
            <a:spLocks/>
          </p:cNvSpPr>
          <p:nvPr/>
        </p:nvSpPr>
        <p:spPr>
          <a:xfrm>
            <a:off x="9370000" y="381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47" name="InitChip 04"/>
          <p:cNvSpPr>
            <a:spLocks/>
          </p:cNvSpPr>
          <p:nvPr/>
        </p:nvSpPr>
        <p:spPr>
          <a:xfrm>
            <a:off x="6113600" y="425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48" name="InitChip 07"/>
          <p:cNvSpPr>
            <a:spLocks/>
          </p:cNvSpPr>
          <p:nvPr/>
        </p:nvSpPr>
        <p:spPr>
          <a:xfrm>
            <a:off x="8040000" y="425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49" name="InitChip 03"/>
          <p:cNvSpPr>
            <a:spLocks/>
          </p:cNvSpPr>
          <p:nvPr/>
        </p:nvSpPr>
        <p:spPr>
          <a:xfrm>
            <a:off x="6113600" y="477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50" name="InitChip 04"/>
          <p:cNvSpPr>
            <a:spLocks/>
          </p:cNvSpPr>
          <p:nvPr/>
        </p:nvSpPr>
        <p:spPr>
          <a:xfrm>
            <a:off x="8040000" y="468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51" name="InitChip 08"/>
          <p:cNvSpPr>
            <a:spLocks/>
          </p:cNvSpPr>
          <p:nvPr/>
        </p:nvSpPr>
        <p:spPr>
          <a:xfrm>
            <a:off x="8040000" y="485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52" name="InitChip 09"/>
          <p:cNvSpPr>
            <a:spLocks/>
          </p:cNvSpPr>
          <p:nvPr/>
        </p:nvSpPr>
        <p:spPr>
          <a:xfrm>
            <a:off x="6413600" y="5687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653" name="InitChip 04"/>
          <p:cNvSpPr>
            <a:spLocks/>
          </p:cNvSpPr>
          <p:nvPr/>
        </p:nvSpPr>
        <p:spPr>
          <a:xfrm>
            <a:off x="6413600" y="6112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54" name="InitChip 02"/>
          <p:cNvSpPr>
            <a:spLocks/>
          </p:cNvSpPr>
          <p:nvPr/>
        </p:nvSpPr>
        <p:spPr>
          <a:xfrm>
            <a:off x="6413600" y="6452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55" name="InitChip 06"/>
          <p:cNvSpPr>
            <a:spLocks/>
          </p:cNvSpPr>
          <p:nvPr/>
        </p:nvSpPr>
        <p:spPr>
          <a:xfrm>
            <a:off x="6413600" y="6623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38641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0A05336C-B484-4AD5-8027-2DB707084528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9239" name="think-cell Slide" r:id="rId15" imgW="473" imgH="476" progId="TCLayout.ActiveDocument.1">
                  <p:embed/>
                </p:oleObj>
              </mc:Choice>
              <mc:Fallback>
                <p:oleObj name="think-cell Slide" r:id="rId15" imgW="473" imgH="47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A05336C-B484-4AD5-8027-2DB7070845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" name="Скругленный прямоугольник 12">
            <a:extLst>
              <a:ext uri="{FF2B5EF4-FFF2-40B4-BE49-F238E27FC236}">
                <a16:creationId xmlns:a16="http://schemas.microsoft.com/office/drawing/2014/main" id="{98CF3945-AC4E-49D8-A918-2EE0CAF79E28}"/>
              </a:ext>
            </a:extLst>
          </p:cNvPr>
          <p:cNvSpPr>
            <a:spLocks/>
          </p:cNvSpPr>
          <p:nvPr/>
        </p:nvSpPr>
        <p:spPr>
          <a:xfrm>
            <a:off x="9719670" y="1338100"/>
            <a:ext cx="1917591" cy="4933160"/>
          </a:xfrm>
          <a:prstGeom prst="roundRect">
            <a:avLst>
              <a:gd name="adj" fmla="val 3252"/>
            </a:avLst>
          </a:prstGeom>
          <a:gradFill>
            <a:gsLst>
              <a:gs pos="0">
                <a:schemeClr val="accent1"/>
              </a:gs>
              <a:gs pos="100000">
                <a:srgbClr val="FE4E43"/>
              </a:gs>
            </a:gsLst>
            <a:lin ang="5400000" scaled="1"/>
          </a:gra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3" name="2. Slide Title"/>
          <p:cNvSpPr>
            <a:spLocks noGrp="1"/>
          </p:cNvSpPr>
          <p:nvPr>
            <p:ph type="title"/>
          </p:nvPr>
        </p:nvSpPr>
        <p:spPr bwMode="auto">
          <a:xfrm>
            <a:off x="554735" y="217615"/>
            <a:ext cx="11081138" cy="987202"/>
          </a:xfrm>
          <a:solidFill>
            <a:schemeClr val="bg1"/>
          </a:solidFill>
        </p:spPr>
        <p:txBody>
          <a:bodyPr vert="horz" rIns="0"/>
          <a:lstStyle/>
          <a:p>
            <a:pPr>
              <a:defRPr/>
            </a:pPr>
            <a:r>
              <a:rPr lang="en-US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E2E</a:t>
            </a:r>
            <a:r>
              <a:rPr lang="ru-RU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-продажи</a:t>
            </a:r>
            <a:r>
              <a:rPr lang="en-US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</a:t>
            </a:r>
            <a:r>
              <a:rPr lang="ru-RU" sz="2200" b="1" dirty="0">
                <a:latin typeface="Verdana" pitchFamily="34" charset="0"/>
                <a:ea typeface="Verdana" pitchFamily="34" charset="-122"/>
                <a:cs typeface="Verdana" pitchFamily="34" charset="-120"/>
              </a:rPr>
              <a:t>при этом </a:t>
            </a:r>
            <a:r>
              <a:rPr lang="ru-RU" dirty="0"/>
              <a:t>E2E имеет наименьшие расходы на выдачу,  что делает его важнейшим каналом для повышения доходности низких чеков</a:t>
            </a:r>
            <a:endParaRPr lang="en-US" dirty="0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4A1C52D7-95D2-402D-A2A2-C617F7E4CA9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958596"/>
            <a:ext cx="11082528" cy="246221"/>
          </a:xfrm>
        </p:spPr>
        <p:txBody>
          <a:bodyPr/>
          <a:lstStyle/>
          <a:p>
            <a:endParaRPr lang="ru-RU"/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BF8B2FFB-2CF1-4054-950A-DEF0E3DB7A49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4"/>
            </p:custDataLst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TextBox 4"/>
          <p:cNvSpPr txBox="1"/>
          <p:nvPr/>
        </p:nvSpPr>
        <p:spPr bwMode="auto">
          <a:xfrm>
            <a:off x="629335" y="1552048"/>
            <a:ext cx="4703763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None/>
              <a:defRPr/>
            </a:pPr>
            <a:r>
              <a:rPr lang="ru-RU" b="1"/>
              <a:t>Средние расходы на продажу по каналам, тыс. руб.</a:t>
            </a:r>
            <a:endParaRPr lang="en-US" b="1"/>
          </a:p>
        </p:txBody>
      </p:sp>
      <p:graphicFrame>
        <p:nvGraphicFramePr>
          <p:cNvPr id="76" name="Chart 75"/>
          <p:cNvGraphicFramePr>
            <a:graphicFrameLocks/>
          </p:cNvGraphicFramePr>
          <p:nvPr/>
        </p:nvGraphicFramePr>
        <p:xfrm>
          <a:off x="1778592" y="1900597"/>
          <a:ext cx="2994025" cy="43164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cxnSp>
        <p:nvCxnSpPr>
          <p:cNvPr id="13" name="Straight Connector 12"/>
          <p:cNvCxnSpPr>
            <a:cxnSpLocks/>
          </p:cNvCxnSpPr>
          <p:nvPr/>
        </p:nvCxnSpPr>
        <p:spPr bwMode="auto">
          <a:xfrm flipH="1" flipV="1">
            <a:off x="1861142" y="5239109"/>
            <a:ext cx="139700" cy="66675"/>
          </a:xfrm>
          <a:prstGeom prst="line">
            <a:avLst/>
          </a:prstGeom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9" name="Text Placeholder 4"/>
          <p:cNvSpPr>
            <a:spLocks noGrp="1"/>
          </p:cNvSpPr>
          <p:nvPr/>
        </p:nvSpPr>
        <p:spPr bwMode="gray">
          <a:xfrm>
            <a:off x="4367804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8C987E70-DAFC-42FA-8BE4-B1C244E28523}" type="datetime'''''1''''''''''''''2''''%'''''''''''''''''''''''''''">
              <a:rPr lang="en-US" sz="1100">
                <a:solidFill>
                  <a:schemeClr val="tx2"/>
                </a:solidFill>
                <a:cs typeface="Arial"/>
              </a:rPr>
              <a:t>12%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4" name="Text Placeholder 4"/>
          <p:cNvSpPr>
            <a:spLocks noGrp="1"/>
          </p:cNvSpPr>
          <p:nvPr/>
        </p:nvSpPr>
        <p:spPr bwMode="gray">
          <a:xfrm>
            <a:off x="3894729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8482D0B5-2860-4080-9C23-BE61D70CA02B}" type="datetime'''''''''''''2''''''''''2''''''''''''''''''''''''%'''''''''''''">
              <a:rPr lang="en-US" sz="1100">
                <a:solidFill>
                  <a:schemeClr val="tx2"/>
                </a:solidFill>
                <a:cs typeface="Arial"/>
              </a:rPr>
              <a:t>22%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5" name="Text Placeholder 4"/>
          <p:cNvSpPr>
            <a:spLocks noGrp="1"/>
          </p:cNvSpPr>
          <p:nvPr/>
        </p:nvSpPr>
        <p:spPr bwMode="gray">
          <a:xfrm>
            <a:off x="2648542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E2A9D901-70F9-4FC8-8A55-D5FD61AAACB0}" type="datetime'''''''''67''''%'''''''">
              <a:rPr lang="en-US" sz="1100">
                <a:solidFill>
                  <a:schemeClr val="tx2"/>
                </a:solidFill>
                <a:cs typeface="Arial"/>
              </a:rPr>
              <a:t>67%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6" name="Text Placeholder 4"/>
          <p:cNvSpPr>
            <a:spLocks noGrp="1"/>
          </p:cNvSpPr>
          <p:nvPr/>
        </p:nvSpPr>
        <p:spPr bwMode="auto">
          <a:xfrm>
            <a:off x="683217" y="2237147"/>
            <a:ext cx="779463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C4F4280A-BAB8-4F9A-AB9C-3DA13B8E5DF7}" type="datetime'''''C''''''''re''''''d''it'''''''''''' fo''''''''rce'''''''">
              <a:rPr lang="en-US" sz="1200">
                <a:cs typeface="Arial"/>
              </a:rPr>
              <a:t>Credit force</a:t>
            </a:fld>
            <a:endParaRPr lang="en-US" sz="1200">
              <a:cs typeface="Arial"/>
            </a:endParaRPr>
          </a:p>
        </p:txBody>
      </p:sp>
      <p:sp>
        <p:nvSpPr>
          <p:cNvPr id="136" name="Text Placeholder 4"/>
          <p:cNvSpPr>
            <a:spLocks noGrp="1"/>
          </p:cNvSpPr>
          <p:nvPr/>
        </p:nvSpPr>
        <p:spPr bwMode="gray">
          <a:xfrm>
            <a:off x="2835867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9A90DEAF-5A1A-4123-98DC-DCE8DDBCC1F6}" type="datetime'''''''''2''''''''''''''''''''''''''''''3%'''''''''''''">
              <a:rPr lang="en-US" sz="1100">
                <a:solidFill>
                  <a:schemeClr val="tx2"/>
                </a:solidFill>
                <a:cs typeface="Arial"/>
              </a:rPr>
              <a:t>23%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7" name="Text Placeholder 4"/>
          <p:cNvSpPr>
            <a:spLocks noGrp="1"/>
          </p:cNvSpPr>
          <p:nvPr/>
        </p:nvSpPr>
        <p:spPr bwMode="gray">
          <a:xfrm>
            <a:off x="2513604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CB1B6FD5-B91B-4A80-9A02-228028A6B881}" type="datetime'''''''''''''''2''''''7''%'''''''''''''''''''''''">
              <a:rPr lang="en-US" sz="1100">
                <a:solidFill>
                  <a:schemeClr val="tx2"/>
                </a:solidFill>
                <a:cs typeface="Arial"/>
              </a:rPr>
              <a:t>27%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8" name="Text Placeholder 4"/>
          <p:cNvSpPr>
            <a:spLocks noGrp="1"/>
          </p:cNvSpPr>
          <p:nvPr/>
        </p:nvSpPr>
        <p:spPr bwMode="gray">
          <a:xfrm>
            <a:off x="2024654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5120D6DD-DA69-4FF1-B909-9654DB775DD5}" type="datetime'''''''''''''''''''''''''5''''''0''''''''%'''''''">
              <a:rPr lang="en-US" sz="1100">
                <a:solidFill>
                  <a:schemeClr val="tx2"/>
                </a:solidFill>
                <a:cs typeface="Arial"/>
              </a:rPr>
              <a:t>50%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8" name="Text Placeholder 4"/>
          <p:cNvSpPr>
            <a:spLocks noGrp="1"/>
          </p:cNvSpPr>
          <p:nvPr/>
        </p:nvSpPr>
        <p:spPr bwMode="auto">
          <a:xfrm>
            <a:off x="683217" y="2929297"/>
            <a:ext cx="84772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7D07282B-B869-4A02-B89A-035D5633F946}" type="datetime'''Р''а''з''в''ит''''''и''е'''' ''''''''''''''''''''Б''''С'">
              <a:rPr lang="ru-RU" sz="1200">
                <a:cs typeface="Arial"/>
              </a:rPr>
              <a:t>Развитие БС</a:t>
            </a:fld>
            <a:endParaRPr lang="en-US" sz="1200" dirty="0">
              <a:cs typeface="Arial"/>
            </a:endParaRPr>
          </a:p>
        </p:txBody>
      </p:sp>
      <p:sp>
        <p:nvSpPr>
          <p:cNvPr id="139" name="Text Placeholder 4"/>
          <p:cNvSpPr>
            <a:spLocks noGrp="1"/>
          </p:cNvSpPr>
          <p:nvPr/>
        </p:nvSpPr>
        <p:spPr bwMode="gray">
          <a:xfrm>
            <a:off x="2472329" y="35325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C8EC482A-9C8A-4C8A-AC52-0E00754AF230}" type="datetime'''''''''''''3''''''''''''1%'''''''''''''''''''''''''''''''">
              <a:rPr lang="en-US" sz="1100">
                <a:solidFill>
                  <a:schemeClr val="tx2"/>
                </a:solidFill>
                <a:cs typeface="Arial"/>
              </a:rPr>
              <a:t>31%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0" name="Text Placeholder 4"/>
          <p:cNvSpPr>
            <a:spLocks noGrp="1"/>
          </p:cNvSpPr>
          <p:nvPr/>
        </p:nvSpPr>
        <p:spPr bwMode="gray">
          <a:xfrm>
            <a:off x="2208804" y="3724634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2AFCBFF-58C5-46E4-AE2F-FCF01BEBE63D}" type="datetime'''''''''27''''''''''%'''''''''''''''''''''''''''''''''''''''">
              <a:rPr lang="en-US" sz="1100">
                <a:solidFill>
                  <a:schemeClr val="tx2"/>
                </a:solidFill>
                <a:cs typeface="Arial"/>
              </a:rPr>
              <a:t>27%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1" name="Text Placeholder 4"/>
          <p:cNvSpPr>
            <a:spLocks noGrp="1"/>
          </p:cNvSpPr>
          <p:nvPr/>
        </p:nvSpPr>
        <p:spPr bwMode="gray">
          <a:xfrm>
            <a:off x="1896067" y="36277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3618C94-7383-4CF5-9ED3-54DC8EC8E49A}" type="datetime'''''''''4''2''''''''''''''%'''''''''''''''''''''">
              <a:rPr lang="en-US" sz="1100">
                <a:solidFill>
                  <a:schemeClr val="tx2"/>
                </a:solidFill>
                <a:cs typeface="Arial"/>
              </a:rPr>
              <a:t>42%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303" name="Text Placeholder 4"/>
          <p:cNvSpPr>
            <a:spLocks noGrp="1"/>
          </p:cNvSpPr>
          <p:nvPr/>
        </p:nvSpPr>
        <p:spPr bwMode="auto">
          <a:xfrm>
            <a:off x="683217" y="3621447"/>
            <a:ext cx="933450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396E0286-D519-499B-88E7-999C22715BE4}" type="datetime'''Раз''в''и''''''''''''т''''''''и''''''е'' У''Б''''''''''С'">
              <a:rPr lang="ru-RU" sz="1200">
                <a:cs typeface="Arial"/>
              </a:rPr>
              <a:t>Развитие УБС</a:t>
            </a:fld>
            <a:endParaRPr lang="en-US" sz="1200" dirty="0">
              <a:cs typeface="Arial"/>
            </a:endParaRPr>
          </a:p>
        </p:txBody>
      </p:sp>
      <p:sp>
        <p:nvSpPr>
          <p:cNvPr id="97" name="Text Placeholder 4"/>
          <p:cNvSpPr>
            <a:spLocks noGrp="1"/>
          </p:cNvSpPr>
          <p:nvPr/>
        </p:nvSpPr>
        <p:spPr bwMode="gray">
          <a:xfrm>
            <a:off x="2364379" y="4224697"/>
            <a:ext cx="304800" cy="1682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E0B1D64C-666C-460E-9CE7-7074A3E50BC7}" type="datetime'''''''''''''''3''''4%'''''''''''''''''''''''''''''''''''''''">
              <a:rPr lang="en-US" sz="1100">
                <a:solidFill>
                  <a:schemeClr val="tx2"/>
                </a:solidFill>
                <a:cs typeface="Arial"/>
              </a:rPr>
              <a:t>34%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2" name="Text Placeholder 4"/>
          <p:cNvSpPr>
            <a:spLocks noGrp="1"/>
          </p:cNvSpPr>
          <p:nvPr/>
        </p:nvSpPr>
        <p:spPr bwMode="gray">
          <a:xfrm>
            <a:off x="2134192" y="4416784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21DB15AC-47C5-41AF-A1F4-BCFD40CCE444}" type="datetime'''''''''''''24''''''''''''''''''''''''''''''''%'''''''">
              <a:rPr lang="en-US" sz="1100">
                <a:solidFill>
                  <a:schemeClr val="tx2"/>
                </a:solidFill>
                <a:cs typeface="Arial"/>
              </a:rPr>
              <a:t>24%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3" name="Text Placeholder 4"/>
          <p:cNvSpPr>
            <a:spLocks noGrp="1"/>
          </p:cNvSpPr>
          <p:nvPr/>
        </p:nvSpPr>
        <p:spPr bwMode="gray">
          <a:xfrm>
            <a:off x="1873842" y="42246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8442A7E-9F70-4C71-9C89-149834F128F7}" type="datetime'''''''4''''''2''''''''''''''''''''''''''''%'''''''''''">
              <a:rPr lang="en-US" sz="1100">
                <a:solidFill>
                  <a:schemeClr val="tx2"/>
                </a:solidFill>
                <a:cs typeface="Arial"/>
              </a:rPr>
              <a:t>42%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91" name="Text Placeholder 4"/>
          <p:cNvSpPr>
            <a:spLocks noGrp="1"/>
          </p:cNvSpPr>
          <p:nvPr/>
        </p:nvSpPr>
        <p:spPr bwMode="auto">
          <a:xfrm>
            <a:off x="683217" y="4313597"/>
            <a:ext cx="75247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FADA1AF-990D-4170-8561-AA61F330EE70}" type="datetime'''''От''д''''е''''''л''''''''''''е''''''''н''и''''''''е'''">
              <a:rPr lang="ru-RU" sz="1200">
                <a:cs typeface="Arial"/>
              </a:rPr>
              <a:t>Отделение</a:t>
            </a:fld>
            <a:endParaRPr lang="en-US" sz="1200" dirty="0">
              <a:cs typeface="Arial"/>
            </a:endParaRPr>
          </a:p>
        </p:txBody>
      </p:sp>
      <p:sp>
        <p:nvSpPr>
          <p:cNvPr id="117" name="Text Placeholder 4"/>
          <p:cNvSpPr>
            <a:spLocks noGrp="1"/>
          </p:cNvSpPr>
          <p:nvPr/>
        </p:nvSpPr>
        <p:spPr bwMode="gray">
          <a:xfrm>
            <a:off x="1889717" y="4915259"/>
            <a:ext cx="304800" cy="1682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84E6642-5BFF-4503-9CFE-28D740D1105F}" type="datetime'''''''8''''''''''''''''''''1%'''''''''''''''''''''''">
              <a:rPr lang="en-US" sz="1100">
                <a:solidFill>
                  <a:schemeClr val="tx2"/>
                </a:solidFill>
                <a:cs typeface="Arial"/>
              </a:rPr>
              <a:t>81%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4" name="Text Placeholder 4"/>
          <p:cNvSpPr>
            <a:spLocks noGrp="1"/>
          </p:cNvSpPr>
          <p:nvPr/>
        </p:nvSpPr>
        <p:spPr bwMode="gray">
          <a:xfrm>
            <a:off x="1737317" y="5107347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B76431F0-7EDC-47A4-A020-A21C919C1B78}" type="datetime'1''''''''''''9''''%'''''''''''''''''''''''">
              <a:rPr lang="en-US" sz="1100">
                <a:solidFill>
                  <a:schemeClr val="tx2"/>
                </a:solidFill>
                <a:cs typeface="Arial"/>
              </a:rPr>
              <a:t>19%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14" name="Text Placeholder 4"/>
          <p:cNvSpPr>
            <a:spLocks noGrp="1"/>
          </p:cNvSpPr>
          <p:nvPr/>
        </p:nvSpPr>
        <p:spPr bwMode="gray">
          <a:xfrm>
            <a:off x="1886542" y="5305784"/>
            <a:ext cx="230188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t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DE0CA15-850D-4398-AC2B-CB258ED80094}" type="datetime'''0''%'">
              <a:rPr lang="en-US" sz="1100">
                <a:cs typeface="Arial"/>
              </a:rPr>
              <a:t>0%</a:t>
            </a:fld>
            <a:endParaRPr lang="en-US" sz="1100">
              <a:cs typeface="Arial"/>
            </a:endParaRPr>
          </a:p>
        </p:txBody>
      </p:sp>
      <p:sp>
        <p:nvSpPr>
          <p:cNvPr id="35" name="Text Placeholder 4"/>
          <p:cNvSpPr>
            <a:spLocks noGrp="1"/>
          </p:cNvSpPr>
          <p:nvPr/>
        </p:nvSpPr>
        <p:spPr bwMode="auto">
          <a:xfrm>
            <a:off x="683217" y="5004159"/>
            <a:ext cx="23812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E00052D9-C538-4034-9E16-3F29627AB0A6}" type="datetime'''''''''''''''''''''E''2''''''''''E'''''">
              <a:rPr lang="en-US" sz="1200">
                <a:cs typeface="Arial"/>
              </a:rPr>
              <a:t>E2E</a:t>
            </a:fld>
            <a:endParaRPr lang="en-US" sz="1200">
              <a:cs typeface="Arial"/>
            </a:endParaRPr>
          </a:p>
        </p:txBody>
      </p:sp>
      <p:sp>
        <p:nvSpPr>
          <p:cNvPr id="147" name="Text Placeholder 4"/>
          <p:cNvSpPr>
            <a:spLocks noGrp="1"/>
          </p:cNvSpPr>
          <p:nvPr/>
        </p:nvSpPr>
        <p:spPr bwMode="gray">
          <a:xfrm>
            <a:off x="2656479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964D3851-0C02-4315-85BC-E594D50180B8}" type="datetime'2''''''''''''''''''''''6''''''''''''''''''%'''''''''">
              <a:rPr lang="en-US" sz="1100">
                <a:solidFill>
                  <a:schemeClr val="tx2"/>
                </a:solidFill>
                <a:cs typeface="Arial"/>
              </a:rPr>
              <a:t>26%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8" name="Text Placeholder 4"/>
          <p:cNvSpPr>
            <a:spLocks noGrp="1"/>
          </p:cNvSpPr>
          <p:nvPr/>
        </p:nvSpPr>
        <p:spPr bwMode="gray">
          <a:xfrm>
            <a:off x="2375492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7F3FFC4-D3A9-4D4E-8737-BB74DEB857EF}" type="datetime'''''''''''''''2''''5''%'''''''''''''''''''''''''''''''''">
              <a:rPr lang="en-US" sz="1100">
                <a:solidFill>
                  <a:schemeClr val="tx2"/>
                </a:solidFill>
                <a:cs typeface="Arial"/>
              </a:rPr>
              <a:t>25%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52" name="Text Placeholder 4"/>
          <p:cNvSpPr>
            <a:spLocks noGrp="1"/>
          </p:cNvSpPr>
          <p:nvPr/>
        </p:nvSpPr>
        <p:spPr bwMode="gray">
          <a:xfrm>
            <a:off x="1972267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4F908E32-171A-41C7-89E4-3F918BDF3649}" type="datetime'''''''''4''''''9''''''''''%'''''''''''''''">
              <a:rPr lang="en-US" sz="1100">
                <a:solidFill>
                  <a:schemeClr val="tx2"/>
                </a:solidFill>
                <a:cs typeface="Arial"/>
              </a:rPr>
              <a:t>49%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3" name="Text Placeholder 4"/>
          <p:cNvSpPr>
            <a:spLocks noGrp="1"/>
          </p:cNvSpPr>
          <p:nvPr/>
        </p:nvSpPr>
        <p:spPr bwMode="auto">
          <a:xfrm>
            <a:off x="683217" y="5696309"/>
            <a:ext cx="43497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E82AC2EF-9370-4AE4-9724-2FC914F5CECD}" type="datetime'''''''''''''И''''''''''''''''''''то''''''''''''г''о'">
              <a:rPr lang="ru-RU" sz="1200" b="1">
                <a:cs typeface="Arial"/>
              </a:rPr>
              <a:t>Итого</a:t>
            </a:fld>
            <a:endParaRPr lang="en-US" sz="1200" b="1">
              <a:cs typeface="Arial"/>
            </a:endParaRPr>
          </a:p>
        </p:txBody>
      </p:sp>
      <p:sp>
        <p:nvSpPr>
          <p:cNvPr id="72" name="Text Placeholder 4"/>
          <p:cNvSpPr>
            <a:spLocks noGrp="1"/>
          </p:cNvSpPr>
          <p:nvPr/>
        </p:nvSpPr>
        <p:spPr bwMode="gray">
          <a:xfrm>
            <a:off x="4715468" y="2243497"/>
            <a:ext cx="265113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CBD275BB-471A-4F41-806B-781FEB718BDD}" type="datetime'1''''''''''''''''3''''''8'">
              <a:rPr lang="en-US" sz="1100">
                <a:cs typeface="Arial"/>
              </a:rPr>
              <a:t>138</a:t>
            </a:fld>
            <a:endParaRPr lang="en-US" sz="1100">
              <a:cs typeface="Arial"/>
            </a:endParaRPr>
          </a:p>
        </p:txBody>
      </p:sp>
      <p:sp>
        <p:nvSpPr>
          <p:cNvPr id="75" name="Text Placeholder 4"/>
          <p:cNvSpPr>
            <a:spLocks noGrp="1"/>
          </p:cNvSpPr>
          <p:nvPr/>
        </p:nvSpPr>
        <p:spPr bwMode="gray">
          <a:xfrm>
            <a:off x="3164479" y="293564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AC1EA808-A4DD-4AFF-910D-8DE6A1983497}" type="datetime'''''''''''''6''''''''''''''3'''''''''''''">
              <a:rPr lang="en-US" sz="1100">
                <a:cs typeface="Arial"/>
              </a:rPr>
              <a:t>63</a:t>
            </a:fld>
            <a:endParaRPr lang="en-US" sz="1100">
              <a:cs typeface="Arial"/>
            </a:endParaRPr>
          </a:p>
        </p:txBody>
      </p:sp>
      <p:sp>
        <p:nvSpPr>
          <p:cNvPr id="78" name="Text Placeholder 4"/>
          <p:cNvSpPr>
            <a:spLocks noGrp="1"/>
          </p:cNvSpPr>
          <p:nvPr/>
        </p:nvSpPr>
        <p:spPr bwMode="gray">
          <a:xfrm>
            <a:off x="2789829" y="362779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B9A22F1-A3C7-4E1C-89CB-0BB7BFF8C68E}" type="datetime'''4''''''''''''''''4'''''''''''''''''''''''''''''''''''''''">
              <a:rPr lang="en-US" sz="1100">
                <a:cs typeface="Arial"/>
              </a:rPr>
              <a:t>44</a:t>
            </a:fld>
            <a:endParaRPr lang="en-US" sz="1100">
              <a:cs typeface="Arial"/>
            </a:endParaRPr>
          </a:p>
        </p:txBody>
      </p:sp>
      <p:sp>
        <p:nvSpPr>
          <p:cNvPr id="81" name="Text Placeholder 4"/>
          <p:cNvSpPr>
            <a:spLocks noGrp="1"/>
          </p:cNvSpPr>
          <p:nvPr/>
        </p:nvSpPr>
        <p:spPr bwMode="gray">
          <a:xfrm>
            <a:off x="2688229" y="431994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B161DD47-C5F6-45FA-A98E-C94C4D1DCCF6}" type="datetime'''''''3''''''''''''''''''''''''''''9'''''''''''''''''">
              <a:rPr lang="en-US" sz="1100">
                <a:cs typeface="Arial"/>
              </a:rPr>
              <a:t>39</a:t>
            </a:fld>
            <a:endParaRPr lang="en-US" sz="1100">
              <a:cs typeface="Arial"/>
            </a:endParaRPr>
          </a:p>
        </p:txBody>
      </p:sp>
      <p:sp>
        <p:nvSpPr>
          <p:cNvPr id="37" name="Text Placeholder 4"/>
          <p:cNvSpPr>
            <a:spLocks noGrp="1"/>
          </p:cNvSpPr>
          <p:nvPr/>
        </p:nvSpPr>
        <p:spPr bwMode="gray">
          <a:xfrm>
            <a:off x="2213567" y="5010509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6C3F0FE4-0DCD-4FC3-AC51-59BC7B7EF635}" type="datetime'1''''''''''''''''''''''''''''''''''''''5'''''''">
              <a:rPr lang="en-US" sz="1100">
                <a:cs typeface="Arial"/>
              </a:rPr>
              <a:t>15</a:t>
            </a:fld>
            <a:endParaRPr lang="en-US" sz="1100">
              <a:cs typeface="Arial"/>
            </a:endParaRPr>
          </a:p>
        </p:txBody>
      </p:sp>
      <p:sp>
        <p:nvSpPr>
          <p:cNvPr id="107" name="Text Placeholder 4"/>
          <p:cNvSpPr>
            <a:spLocks noGrp="1"/>
          </p:cNvSpPr>
          <p:nvPr/>
        </p:nvSpPr>
        <p:spPr bwMode="gray">
          <a:xfrm>
            <a:off x="2977154" y="5702659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456D18A6-1028-49B4-87D2-CA1BC7386CE8}" type="datetime'''''5''3'''''''''">
              <a:rPr lang="en-US" sz="1100">
                <a:cs typeface="Arial"/>
              </a:rPr>
              <a:t>53</a:t>
            </a:fld>
            <a:endParaRPr lang="en-US" sz="1100">
              <a:cs typeface="Arial"/>
            </a:endParaRPr>
          </a:p>
        </p:txBody>
      </p:sp>
      <p:grpSp>
        <p:nvGrpSpPr>
          <p:cNvPr id="19" name="Group 18"/>
          <p:cNvGrpSpPr/>
          <p:nvPr/>
        </p:nvGrpSpPr>
        <p:grpSpPr bwMode="auto">
          <a:xfrm>
            <a:off x="629335" y="2670439"/>
            <a:ext cx="8698817" cy="2762252"/>
            <a:chOff x="595406" y="2816130"/>
            <a:chExt cx="11013888" cy="2762252"/>
          </a:xfrm>
        </p:grpSpPr>
        <p:cxnSp>
          <p:nvCxnSpPr>
            <p:cNvPr id="146" name="LineContentSeparatorDefault 146"/>
            <p:cNvCxnSpPr>
              <a:cxnSpLocks/>
            </p:cNvCxnSpPr>
            <p:nvPr/>
          </p:nvCxnSpPr>
          <p:spPr bwMode="auto">
            <a:xfrm>
              <a:off x="595406" y="3506693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LineContentSeparatorDefault 146"/>
            <p:cNvCxnSpPr>
              <a:cxnSpLocks/>
            </p:cNvCxnSpPr>
            <p:nvPr/>
          </p:nvCxnSpPr>
          <p:spPr bwMode="auto">
            <a:xfrm>
              <a:off x="595406" y="4197256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LineContentSeparatorDefault 146"/>
            <p:cNvCxnSpPr>
              <a:cxnSpLocks/>
            </p:cNvCxnSpPr>
            <p:nvPr/>
          </p:nvCxnSpPr>
          <p:spPr bwMode="auto">
            <a:xfrm>
              <a:off x="595406" y="4887819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LineContentSeparatorDefault 146"/>
            <p:cNvCxnSpPr>
              <a:cxnSpLocks/>
            </p:cNvCxnSpPr>
            <p:nvPr/>
          </p:nvCxnSpPr>
          <p:spPr bwMode="auto">
            <a:xfrm>
              <a:off x="595406" y="5578382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LineContentSeparatorDefault 146"/>
            <p:cNvCxnSpPr>
              <a:cxnSpLocks/>
            </p:cNvCxnSpPr>
            <p:nvPr/>
          </p:nvCxnSpPr>
          <p:spPr bwMode="auto">
            <a:xfrm>
              <a:off x="595406" y="2816130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4" name="TextBox 173"/>
          <p:cNvSpPr txBox="1"/>
          <p:nvPr/>
        </p:nvSpPr>
        <p:spPr bwMode="auto">
          <a:xfrm>
            <a:off x="7571873" y="1552048"/>
            <a:ext cx="406400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None/>
              <a:defRPr/>
            </a:pPr>
            <a:r>
              <a:rPr lang="ru-RU" b="1"/>
              <a:t>Доля продаж, %</a:t>
            </a:r>
            <a:endParaRPr lang="en-US" b="1"/>
          </a:p>
        </p:txBody>
      </p:sp>
      <p:cxnSp>
        <p:nvCxnSpPr>
          <p:cNvPr id="18" name="LineBasicStrong 18"/>
          <p:cNvCxnSpPr>
            <a:cxnSpLocks/>
          </p:cNvCxnSpPr>
          <p:nvPr/>
        </p:nvCxnSpPr>
        <p:spPr bwMode="auto">
          <a:xfrm>
            <a:off x="644574" y="1820399"/>
            <a:ext cx="4639352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LineBasicStrong 18"/>
          <p:cNvCxnSpPr>
            <a:cxnSpLocks/>
          </p:cNvCxnSpPr>
          <p:nvPr/>
        </p:nvCxnSpPr>
        <p:spPr bwMode="auto">
          <a:xfrm>
            <a:off x="5427663" y="1820399"/>
            <a:ext cx="1922463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LineBasicStrong 18"/>
          <p:cNvCxnSpPr>
            <a:cxnSpLocks/>
          </p:cNvCxnSpPr>
          <p:nvPr/>
        </p:nvCxnSpPr>
        <p:spPr bwMode="auto">
          <a:xfrm>
            <a:off x="7567613" y="1820399"/>
            <a:ext cx="1676400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>
            <a:spLocks/>
          </p:cNvSpPr>
          <p:nvPr/>
        </p:nvSpPr>
        <p:spPr bwMode="auto">
          <a:xfrm>
            <a:off x="6639025" y="1063542"/>
            <a:ext cx="163512" cy="100278"/>
          </a:xfrm>
          <a:prstGeom prst="rect">
            <a:avLst/>
          </a:prstGeom>
          <a:solidFill>
            <a:schemeClr val="accent3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53" name="Rectangle 52"/>
          <p:cNvSpPr>
            <a:spLocks/>
          </p:cNvSpPr>
          <p:nvPr/>
        </p:nvSpPr>
        <p:spPr bwMode="auto">
          <a:xfrm>
            <a:off x="8997749" y="1054946"/>
            <a:ext cx="163512" cy="100278"/>
          </a:xfrm>
          <a:prstGeom prst="rect">
            <a:avLst/>
          </a:prstGeom>
          <a:solidFill>
            <a:schemeClr val="accent2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56" name="Rectangle 55"/>
          <p:cNvSpPr>
            <a:spLocks/>
          </p:cNvSpPr>
          <p:nvPr/>
        </p:nvSpPr>
        <p:spPr bwMode="auto">
          <a:xfrm>
            <a:off x="10394448" y="1054164"/>
            <a:ext cx="163512" cy="100278"/>
          </a:xfrm>
          <a:prstGeom prst="rect">
            <a:avLst/>
          </a:prstGeom>
          <a:solidFill>
            <a:schemeClr val="accent1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64" name="Text Placeholder 4"/>
          <p:cNvSpPr>
            <a:spLocks noGrp="1"/>
          </p:cNvSpPr>
          <p:nvPr/>
        </p:nvSpPr>
        <p:spPr bwMode="auto">
          <a:xfrm>
            <a:off x="6853337" y="1033512"/>
            <a:ext cx="2070100" cy="16033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8DDAE16C-1845-453A-BA9C-78560F4A6A51}" type="datetime'Кл''''и''ент''ски''е'' ме''''недж''еры и их руков''од''с''тво'">
              <a:rPr lang="ru-RU" sz="800">
                <a:cs typeface="Arial"/>
              </a:rPr>
              <a:t>Клиентские менеджеры и их руководство</a:t>
            </a:fld>
            <a:endParaRPr lang="en-US" sz="800" dirty="0">
              <a:cs typeface="Arial"/>
            </a:endParaRPr>
          </a:p>
        </p:txBody>
      </p:sp>
      <p:sp>
        <p:nvSpPr>
          <p:cNvPr id="63" name="Text Placeholder 4"/>
          <p:cNvSpPr>
            <a:spLocks noGrp="1"/>
          </p:cNvSpPr>
          <p:nvPr/>
        </p:nvSpPr>
        <p:spPr bwMode="auto">
          <a:xfrm>
            <a:off x="9235573" y="1013804"/>
            <a:ext cx="1423988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2A2AD56-F225-4FF2-A793-60D62AABB3DD}" type="datetime'''Пря''''м''''''ы''''е ''р''ас''''''х''о''ды'' ''''''''''КФ'''">
              <a:rPr lang="ru-RU" sz="800">
                <a:cs typeface="Arial"/>
              </a:rPr>
              <a:t>Прямые расходы КФ</a:t>
            </a:fld>
            <a:endParaRPr lang="en-US" sz="800" dirty="0">
              <a:cs typeface="Arial"/>
            </a:endParaRPr>
          </a:p>
        </p:txBody>
      </p:sp>
      <p:sp>
        <p:nvSpPr>
          <p:cNvPr id="84" name="Text Placeholder 4"/>
          <p:cNvSpPr>
            <a:spLocks noGrp="1"/>
          </p:cNvSpPr>
          <p:nvPr/>
        </p:nvSpPr>
        <p:spPr bwMode="auto">
          <a:xfrm>
            <a:off x="10659561" y="1013022"/>
            <a:ext cx="976312" cy="18082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72875F23-2CAD-434E-B6C7-B32D06F875AD}" type="datetime'П''р''оч''и''е ''''''а''''''лл''''''окац''''''''''''и''и'">
              <a:rPr lang="ru-RU" sz="800">
                <a:cs typeface="Arial"/>
              </a:rPr>
              <a:t>Прочие аллокации</a:t>
            </a:fld>
            <a:r>
              <a:rPr lang="ru-RU" sz="800" baseline="30000" dirty="0">
                <a:cs typeface="Arial"/>
              </a:rPr>
              <a:t>1</a:t>
            </a:r>
            <a:r>
              <a:rPr lang="ru-RU" sz="800" dirty="0">
                <a:cs typeface="Arial"/>
              </a:rPr>
              <a:t> </a:t>
            </a:r>
            <a:endParaRPr lang="en-US" sz="800" dirty="0">
              <a:cs typeface="Arial"/>
            </a:endParaRPr>
          </a:p>
        </p:txBody>
      </p:sp>
      <p:sp>
        <p:nvSpPr>
          <p:cNvPr id="69" name="5. Source"/>
          <p:cNvSpPr txBox="1"/>
          <p:nvPr/>
        </p:nvSpPr>
        <p:spPr bwMode="auto">
          <a:xfrm>
            <a:off x="554734" y="6514395"/>
            <a:ext cx="10637141" cy="123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800">
                <a:cs typeface="Arial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/>
              <a:buChar char=""/>
              <a:defRPr sz="1600">
                <a:cs typeface="Arial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—"/>
              <a:defRPr sz="1600">
                <a:cs typeface="Arial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»"/>
              <a:defRPr sz="1600">
                <a:cs typeface="Arial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›"/>
              <a:defRPr sz="1600">
                <a:cs typeface="Arial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 lvl="0">
              <a:defRPr/>
            </a:pPr>
            <a:r>
              <a:rPr lang="ru-RU" sz="800" dirty="0"/>
              <a:t>Источник: </a:t>
            </a:r>
            <a:r>
              <a:rPr lang="en-US" sz="800" dirty="0"/>
              <a:t>Unit cost </a:t>
            </a:r>
            <a:r>
              <a:rPr lang="ru-RU" sz="800" dirty="0"/>
              <a:t>по веткам 2025 г.</a:t>
            </a:r>
            <a:endParaRPr dirty="0"/>
          </a:p>
        </p:txBody>
      </p:sp>
      <p:sp>
        <p:nvSpPr>
          <p:cNvPr id="82" name="TextBox 81"/>
          <p:cNvSpPr txBox="1"/>
          <p:nvPr/>
        </p:nvSpPr>
        <p:spPr bwMode="auto">
          <a:xfrm>
            <a:off x="9868988" y="1568450"/>
            <a:ext cx="1621971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Clr>
                <a:schemeClr val="tx1"/>
              </a:buClr>
              <a:buNone/>
              <a:defRPr/>
            </a:pPr>
            <a:r>
              <a:rPr lang="ru-RU" sz="1200" b="1" dirty="0">
                <a:solidFill>
                  <a:schemeClr val="bg1"/>
                </a:solidFill>
                <a:latin typeface="Verdana"/>
              </a:rPr>
              <a:t>Комментарий</a:t>
            </a:r>
            <a:endParaRPr dirty="0">
              <a:solidFill>
                <a:schemeClr val="bg1"/>
              </a:solidFill>
            </a:endParaRPr>
          </a:p>
        </p:txBody>
      </p:sp>
      <p:cxnSp>
        <p:nvCxnSpPr>
          <p:cNvPr id="83" name="LineBasicImpact 447"/>
          <p:cNvCxnSpPr>
            <a:cxnSpLocks/>
          </p:cNvCxnSpPr>
          <p:nvPr/>
        </p:nvCxnSpPr>
        <p:spPr bwMode="auto">
          <a:xfrm>
            <a:off x="9868988" y="1826895"/>
            <a:ext cx="1621971" cy="0"/>
          </a:xfrm>
          <a:prstGeom prst="straightConnector1">
            <a:avLst/>
          </a:prstGeom>
          <a:ln w="12700" cap="sq">
            <a:solidFill>
              <a:schemeClr val="bg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 bwMode="auto">
          <a:xfrm>
            <a:off x="9868988" y="1911002"/>
            <a:ext cx="1621971" cy="17235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Clr>
                <a:schemeClr val="tx1"/>
              </a:buClr>
              <a:buNone/>
              <a:defRPr/>
            </a:pPr>
            <a:r>
              <a:rPr lang="ru-RU" dirty="0">
                <a:solidFill>
                  <a:schemeClr val="bg1"/>
                </a:solidFill>
              </a:rPr>
              <a:t>Канал </a:t>
            </a:r>
            <a:r>
              <a:rPr lang="en-US" dirty="0">
                <a:solidFill>
                  <a:schemeClr val="bg1"/>
                </a:solidFill>
              </a:rPr>
              <a:t>E2E </a:t>
            </a:r>
            <a:r>
              <a:rPr lang="ru-RU" dirty="0">
                <a:solidFill>
                  <a:schemeClr val="bg1"/>
                </a:solidFill>
              </a:rPr>
              <a:t>имеет наименьшие расходы на выдачу в связи с отсутствием вовлечения клиентского менеджера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5" name="4. Footnote"/>
          <p:cNvSpPr txBox="1"/>
          <p:nvPr/>
        </p:nvSpPr>
        <p:spPr bwMode="auto">
          <a:xfrm>
            <a:off x="554736" y="6350112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">
                <a:cs typeface="Arial"/>
              </a:defRPr>
            </a:lvl1pPr>
          </a:lstStyle>
          <a:p>
            <a:pPr lvl="0">
              <a:defRPr/>
            </a:pPr>
            <a:r>
              <a:rPr lang="ru-RU"/>
              <a:t>1.	Прочие аллокации включая рекламу, бэк офис, руководство дирекций ММБ, Штаб и пр.</a:t>
            </a:r>
          </a:p>
        </p:txBody>
      </p:sp>
      <p:pic>
        <p:nvPicPr>
          <p:cNvPr id="67" name="Рисунок 317">
            <a:extLst>
              <a:ext uri="{FF2B5EF4-FFF2-40B4-BE49-F238E27FC236}">
                <a16:creationId xmlns:a16="http://schemas.microsoft.com/office/drawing/2014/main" id="{87D4D170-EC65-4820-B217-57AB9E356A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5" t="34824" r="77126" b="16151"/>
          <a:stretch/>
        </p:blipFill>
        <p:spPr bwMode="auto">
          <a:xfrm rot="16200000" flipH="1">
            <a:off x="10047614" y="4676217"/>
            <a:ext cx="1261706" cy="1917594"/>
          </a:xfrm>
          <a:custGeom>
            <a:avLst/>
            <a:gdLst>
              <a:gd name="connsiteX0" fmla="*/ 0 w 2318691"/>
              <a:gd name="connsiteY0" fmla="*/ 0 h 5151834"/>
              <a:gd name="connsiteX1" fmla="*/ 0 w 2318691"/>
              <a:gd name="connsiteY1" fmla="*/ 5151834 h 5151834"/>
              <a:gd name="connsiteX2" fmla="*/ 2158265 w 2318691"/>
              <a:gd name="connsiteY2" fmla="*/ 5151834 h 5151834"/>
              <a:gd name="connsiteX3" fmla="*/ 2318691 w 2318691"/>
              <a:gd name="connsiteY3" fmla="*/ 4991406 h 5151834"/>
              <a:gd name="connsiteX4" fmla="*/ 2318691 w 2318691"/>
              <a:gd name="connsiteY4" fmla="*/ 160426 h 5151834"/>
              <a:gd name="connsiteX5" fmla="*/ 2158265 w 2318691"/>
              <a:gd name="connsiteY5" fmla="*/ 0 h 5151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18691" h="5151834">
                <a:moveTo>
                  <a:pt x="0" y="0"/>
                </a:moveTo>
                <a:lnTo>
                  <a:pt x="0" y="5151834"/>
                </a:lnTo>
                <a:lnTo>
                  <a:pt x="2158265" y="5151834"/>
                </a:lnTo>
                <a:cubicBezTo>
                  <a:pt x="2246866" y="5151834"/>
                  <a:pt x="2318691" y="5080008"/>
                  <a:pt x="2318691" y="4991406"/>
                </a:cubicBezTo>
                <a:lnTo>
                  <a:pt x="2318691" y="160426"/>
                </a:lnTo>
                <a:cubicBezTo>
                  <a:pt x="2318691" y="71825"/>
                  <a:pt x="2246866" y="0"/>
                  <a:pt x="2158265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/>
          <p:cNvSpPr txBox="1"/>
          <p:nvPr/>
        </p:nvSpPr>
        <p:spPr bwMode="auto">
          <a:xfrm>
            <a:off x="5459413" y="1348145"/>
            <a:ext cx="1948547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defRPr/>
            </a:pPr>
            <a:r>
              <a:rPr lang="ru-RU" b="1" dirty="0"/>
              <a:t>Продажи </a:t>
            </a:r>
            <a:r>
              <a:rPr lang="en-US" b="1" dirty="0"/>
              <a:t>(</a:t>
            </a:r>
            <a:r>
              <a:rPr lang="ru-RU" b="1" dirty="0"/>
              <a:t>кол-во сделок)</a:t>
            </a:r>
            <a:r>
              <a:rPr lang="ru-RU" dirty="0"/>
              <a:t> </a:t>
            </a:r>
            <a:r>
              <a:rPr lang="ru-RU" b="1" dirty="0"/>
              <a:t>7м2026, </a:t>
            </a:r>
            <a:r>
              <a:rPr lang="ru-RU" dirty="0"/>
              <a:t>ед.</a:t>
            </a:r>
            <a:endParaRPr lang="en-US" dirty="0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39ECD6B8-5ED3-45B5-82E7-BF4B7B10D88B}"/>
              </a:ext>
            </a:extLst>
          </p:cNvPr>
          <p:cNvSpPr/>
          <p:nvPr/>
        </p:nvSpPr>
        <p:spPr>
          <a:xfrm>
            <a:off x="-174171" y="278802"/>
            <a:ext cx="609600" cy="546262"/>
          </a:xfrm>
          <a:prstGeom prst="round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>
              <a:spcBef>
                <a:spcPts val="300"/>
              </a:spcBef>
              <a:spcAft>
                <a:spcPts val="300"/>
              </a:spcAft>
            </a:pPr>
            <a:r>
              <a:rPr lang="ru-RU" sz="14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4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graphicFrame>
        <p:nvGraphicFramePr>
          <p:cNvPr id="211" name="Chart 210">
            <a:extLst>
              <a:ext uri="{FF2B5EF4-FFF2-40B4-BE49-F238E27FC236}">
                <a16:creationId xmlns:a16="http://schemas.microsoft.com/office/drawing/2014/main" id="{8CF6C154-2237-451A-A7A4-0277A8E1544B}"/>
              </a:ext>
            </a:extLst>
          </p:cNvPr>
          <p:cNvGraphicFramePr/>
          <p:nvPr>
            <p:custDataLst>
              <p:tags r:id="rId5"/>
            </p:custDataLst>
          </p:nvPr>
        </p:nvGraphicFramePr>
        <p:xfrm>
          <a:off x="4365625" y="1724025"/>
          <a:ext cx="3421063" cy="4670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210" name="Chart 209">
            <a:extLst>
              <a:ext uri="{FF2B5EF4-FFF2-40B4-BE49-F238E27FC236}">
                <a16:creationId xmlns:a16="http://schemas.microsoft.com/office/drawing/2014/main" id="{45098CB5-60C8-4C67-AF5D-69CD66C8E151}"/>
              </a:ext>
            </a:extLst>
          </p:cNvPr>
          <p:cNvGraphicFramePr/>
          <p:nvPr>
            <p:custDataLst>
              <p:tags r:id="rId6"/>
            </p:custDataLst>
          </p:nvPr>
        </p:nvGraphicFramePr>
        <p:xfrm>
          <a:off x="7489825" y="1908175"/>
          <a:ext cx="1398588" cy="430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202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658101" y="2244725"/>
            <a:ext cx="2524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3EED8DBB-4B6C-47C5-9B08-F0DB9B7E259D}" type="datetime'''''''''''''''''''''''''''''''''''5''''''%'''''''''''''''">
              <a:rPr lang="ru-RU" altLang="en-US" sz="1200" smtClean="0">
                <a:effectLst/>
                <a:cs typeface="+mn-cs"/>
              </a:rPr>
              <a:pPr/>
              <a:t>5%</a:t>
            </a:fld>
            <a:endParaRPr lang="ru-RU" sz="1200" dirty="0">
              <a:cs typeface="+mn-cs"/>
            </a:endParaRPr>
          </a:p>
        </p:txBody>
      </p:sp>
      <p:sp>
        <p:nvSpPr>
          <p:cNvPr id="203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gray">
          <a:xfrm>
            <a:off x="8178801" y="2933700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662BB3FF-1154-4F94-AF7D-2C557DF5B051}" type="datetime'''''''4''''''''7''''''''''%'''''''">
              <a:rPr lang="ru-RU" altLang="en-US" sz="1200" smtClean="0">
                <a:effectLst/>
                <a:cs typeface="+mn-cs"/>
              </a:rPr>
              <a:pPr/>
              <a:t>47%</a:t>
            </a:fld>
            <a:endParaRPr lang="ru-RU" sz="1200" dirty="0">
              <a:cs typeface="+mn-cs"/>
            </a:endParaRPr>
          </a:p>
        </p:txBody>
      </p:sp>
      <p:sp>
        <p:nvSpPr>
          <p:cNvPr id="204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gray">
          <a:xfrm>
            <a:off x="7781926" y="3624263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F8C2E2DB-7E1A-4A2D-A032-227C6D0B8901}" type="datetime'15''''''''''''''''''''''%'''''''''">
              <a:rPr lang="ru-RU" altLang="en-US" sz="1200" smtClean="0">
                <a:effectLst/>
                <a:cs typeface="+mn-cs"/>
              </a:rPr>
              <a:pPr/>
              <a:t>15%</a:t>
            </a:fld>
            <a:endParaRPr lang="ru-RU" sz="1200" dirty="0">
              <a:cs typeface="+mn-cs"/>
            </a:endParaRPr>
          </a:p>
        </p:txBody>
      </p:sp>
      <p:sp>
        <p:nvSpPr>
          <p:cNvPr id="206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gray">
          <a:xfrm>
            <a:off x="7972426" y="4313238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4D4354C6-FA0B-4821-A35D-5374F0179BA9}" type="datetime'''''3''''''''''''''''''''''''''''''''0''''''''''%'''">
              <a:rPr lang="ru-RU" altLang="en-US" sz="1200" smtClean="0">
                <a:effectLst/>
                <a:cs typeface="+mn-cs"/>
              </a:rPr>
              <a:pPr/>
              <a:t>30%</a:t>
            </a:fld>
            <a:endParaRPr lang="ru-RU" sz="1200" dirty="0">
              <a:cs typeface="+mn-cs"/>
            </a:endParaRPr>
          </a:p>
        </p:txBody>
      </p:sp>
      <p:sp>
        <p:nvSpPr>
          <p:cNvPr id="207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gray">
          <a:xfrm>
            <a:off x="7631114" y="5002213"/>
            <a:ext cx="2524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E384E3BA-41CF-4F0A-B80E-606E1508386A}" type="datetime'''''''''''''''''3''''''''''''''''''''''''''%'''''''''''''">
              <a:rPr lang="ru-RU" altLang="en-US" sz="1200" smtClean="0">
                <a:effectLst/>
                <a:cs typeface="+mn-cs"/>
              </a:rPr>
              <a:pPr/>
              <a:t>3%</a:t>
            </a:fld>
            <a:endParaRPr lang="ru-RU" sz="1200" dirty="0">
              <a:cs typeface="+mn-cs"/>
            </a:endParaRPr>
          </a:p>
        </p:txBody>
      </p:sp>
      <p:sp>
        <p:nvSpPr>
          <p:cNvPr id="208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gray">
          <a:xfrm>
            <a:off x="8831264" y="5692775"/>
            <a:ext cx="4175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76513F2B-C4EF-4A03-B77F-14EAF42EC0EF}" type="datetime'1''''''''''''''''''''''''''0''''''''''''''''''''''''0''''%'''">
              <a:rPr lang="ru-RU" altLang="en-US" sz="1200" smtClean="0">
                <a:effectLst/>
                <a:cs typeface="+mn-cs"/>
              </a:rPr>
              <a:pPr/>
              <a:t>100%</a:t>
            </a:fld>
            <a:endParaRPr lang="ru-RU" sz="1200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383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6" hidden="1">
            <a:extLst>
              <a:ext uri="{FF2B5EF4-FFF2-40B4-BE49-F238E27FC236}">
                <a16:creationId xmlns:a16="http://schemas.microsoft.com/office/drawing/2014/main" id="{18866446-CE73-4E37-9443-B2C6AB9AE54A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0263" name="think-cell Slide" r:id="rId13" imgW="395" imgH="396" progId="TCLayout.ActiveDocument.1">
                  <p:embed/>
                </p:oleObj>
              </mc:Choice>
              <mc:Fallback>
                <p:oleObj name="think-cell Slide" r:id="rId13" imgW="395" imgH="396" progId="TCLayout.ActiveDocument.1">
                  <p:embed/>
                  <p:pic>
                    <p:nvPicPr>
                      <p:cNvPr id="19" name="Object 6" hidden="1">
                        <a:extLst>
                          <a:ext uri="{FF2B5EF4-FFF2-40B4-BE49-F238E27FC236}">
                            <a16:creationId xmlns:a16="http://schemas.microsoft.com/office/drawing/2014/main" id="{18866446-CE73-4E37-9443-B2C6AB9AE5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37037E47-E4A1-4EBF-A308-0D219B96A29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rIns="0" anchor="b" anchorCtr="0">
            <a:noAutofit/>
          </a:bodyPr>
          <a:lstStyle/>
          <a:p>
            <a:r>
              <a:rPr lang="ru-RU" dirty="0"/>
              <a:t>Целевая концепция устраняет ключевые ограничения текущей модели кредитования ММБ</a:t>
            </a:r>
            <a:endParaRPr lang="en-US" dirty="0"/>
          </a:p>
        </p:txBody>
      </p:sp>
      <p:sp>
        <p:nvSpPr>
          <p:cNvPr id="8" name="3. Subtitle">
            <a:extLst>
              <a:ext uri="{FF2B5EF4-FFF2-40B4-BE49-F238E27FC236}">
                <a16:creationId xmlns:a16="http://schemas.microsoft.com/office/drawing/2014/main" id="{2519AB8A-407D-4C14-8446-ACA190C7B814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</p:spPr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ACC084-0D4A-41C0-9C85-6E7B52161473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7B4329-83DF-4B65-91D5-B211180B128F}"/>
              </a:ext>
            </a:extLst>
          </p:cNvPr>
          <p:cNvSpPr txBox="1">
            <a:spLocks/>
          </p:cNvSpPr>
          <p:nvPr/>
        </p:nvSpPr>
        <p:spPr>
          <a:xfrm>
            <a:off x="549300" y="1120264"/>
            <a:ext cx="11082528" cy="381813"/>
          </a:xfrm>
          <a:prstGeom prst="rect">
            <a:avLst/>
          </a:prstGeom>
        </p:spPr>
        <p:txBody>
          <a:bodyPr vert="horz" wrap="square" lIns="0" tIns="90000" rIns="0" bIns="90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300" b="1" dirty="0">
                <a:solidFill>
                  <a:schemeClr val="accent1"/>
                </a:solidFill>
                <a:latin typeface="+mj-lt"/>
                <a:cs typeface="+mn-cs"/>
              </a:rPr>
              <a:t>Целевая концепция кредитования ММБ в 2029</a:t>
            </a:r>
            <a:r>
              <a:rPr lang="en-US" sz="1300" b="1" dirty="0">
                <a:solidFill>
                  <a:schemeClr val="accent1"/>
                </a:solidFill>
                <a:latin typeface="+mj-lt"/>
                <a:cs typeface="+mn-cs"/>
              </a:rPr>
              <a:t> </a:t>
            </a:r>
            <a:r>
              <a:rPr lang="ru-RU" sz="1300" b="1" dirty="0">
                <a:solidFill>
                  <a:schemeClr val="accent1"/>
                </a:solidFill>
                <a:latin typeface="+mj-lt"/>
                <a:cs typeface="+mn-cs"/>
              </a:rPr>
              <a:t>г.</a:t>
            </a:r>
            <a:endParaRPr lang="en-US" sz="1300" b="1" dirty="0">
              <a:solidFill>
                <a:schemeClr val="accent1"/>
              </a:solidFill>
              <a:latin typeface="+mj-lt"/>
              <a:cs typeface="+mn-cs"/>
            </a:endParaRPr>
          </a:p>
        </p:txBody>
      </p:sp>
      <p:cxnSp>
        <p:nvCxnSpPr>
          <p:cNvPr id="42" name="Straight Connector 31">
            <a:extLst>
              <a:ext uri="{FF2B5EF4-FFF2-40B4-BE49-F238E27FC236}">
                <a16:creationId xmlns:a16="http://schemas.microsoft.com/office/drawing/2014/main" id="{EAACB08B-2A9B-4F5C-912D-72857B1884E2}"/>
              </a:ext>
            </a:extLst>
          </p:cNvPr>
          <p:cNvCxnSpPr>
            <a:cxnSpLocks/>
          </p:cNvCxnSpPr>
          <p:nvPr/>
        </p:nvCxnSpPr>
        <p:spPr>
          <a:xfrm>
            <a:off x="549301" y="1432464"/>
            <a:ext cx="11084915" cy="0"/>
          </a:xfrm>
          <a:prstGeom prst="line">
            <a:avLst/>
          </a:prstGeom>
          <a:ln w="12700" cap="flat">
            <a:solidFill>
              <a:schemeClr val="accent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31">
            <a:extLst>
              <a:ext uri="{FF2B5EF4-FFF2-40B4-BE49-F238E27FC236}">
                <a16:creationId xmlns:a16="http://schemas.microsoft.com/office/drawing/2014/main" id="{3055DF2E-DAFC-40AD-81DF-8AC91BFDEF08}"/>
              </a:ext>
            </a:extLst>
          </p:cNvPr>
          <p:cNvCxnSpPr>
            <a:cxnSpLocks/>
          </p:cNvCxnSpPr>
          <p:nvPr/>
        </p:nvCxnSpPr>
        <p:spPr>
          <a:xfrm>
            <a:off x="549301" y="4840745"/>
            <a:ext cx="11084915" cy="0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9F1F8B5A-D09E-444E-AFB5-12988946531C}"/>
              </a:ext>
            </a:extLst>
          </p:cNvPr>
          <p:cNvSpPr txBox="1">
            <a:spLocks/>
          </p:cNvSpPr>
          <p:nvPr/>
        </p:nvSpPr>
        <p:spPr>
          <a:xfrm>
            <a:off x="549301" y="4835469"/>
            <a:ext cx="977862" cy="1005946"/>
          </a:xfrm>
          <a:prstGeom prst="rect">
            <a:avLst/>
          </a:prstGeom>
          <a:noFill/>
        </p:spPr>
        <p:txBody>
          <a:bodyPr vert="horz" wrap="square" lIns="0" tIns="14400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100" b="1" dirty="0" err="1">
                <a:latin typeface="+mj-lt"/>
              </a:rPr>
              <a:t>Техноло</a:t>
            </a:r>
            <a:r>
              <a:rPr lang="ru-RU" sz="1100" b="1" dirty="0">
                <a:latin typeface="+mj-lt"/>
              </a:rPr>
              <a:t>-</a:t>
            </a:r>
            <a:br>
              <a:rPr lang="ru-RU" sz="1100" b="1" dirty="0">
                <a:latin typeface="+mj-lt"/>
              </a:rPr>
            </a:br>
            <a:r>
              <a:rPr lang="ru-RU" sz="1100" b="1" dirty="0" err="1">
                <a:latin typeface="+mj-lt"/>
              </a:rPr>
              <a:t>гический</a:t>
            </a:r>
            <a:r>
              <a:rPr lang="ru-RU" sz="1100" b="1" dirty="0">
                <a:latin typeface="+mj-lt"/>
              </a:rPr>
              <a:t> фундамент</a:t>
            </a:r>
            <a:endParaRPr lang="en-US" sz="1100" b="1" dirty="0"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F90F573-0215-44F9-BE21-FB86E2C79D1F}"/>
              </a:ext>
            </a:extLst>
          </p:cNvPr>
          <p:cNvGrpSpPr/>
          <p:nvPr/>
        </p:nvGrpSpPr>
        <p:grpSpPr>
          <a:xfrm>
            <a:off x="1288290" y="4910363"/>
            <a:ext cx="289353" cy="1359369"/>
            <a:chOff x="1320800" y="4838699"/>
            <a:chExt cx="256844" cy="1431034"/>
          </a:xfrm>
        </p:grpSpPr>
        <p:sp>
          <p:nvSpPr>
            <p:cNvPr id="90" name="Rectangle 319">
              <a:extLst>
                <a:ext uri="{FF2B5EF4-FFF2-40B4-BE49-F238E27FC236}">
                  <a16:creationId xmlns:a16="http://schemas.microsoft.com/office/drawing/2014/main" id="{28C3D7A6-D30D-4ED9-B3CC-7BDCD14CD892}"/>
                </a:ext>
              </a:extLst>
            </p:cNvPr>
            <p:cNvSpPr>
              <a:spLocks/>
            </p:cNvSpPr>
            <p:nvPr/>
          </p:nvSpPr>
          <p:spPr>
            <a:xfrm>
              <a:off x="1320800" y="4838699"/>
              <a:ext cx="241441" cy="1431033"/>
            </a:xfrm>
            <a:prstGeom prst="rect">
              <a:avLst/>
            </a:prstGeom>
            <a:gradFill>
              <a:gsLst>
                <a:gs pos="0">
                  <a:srgbClr val="E6E6E6">
                    <a:alpha val="0"/>
                  </a:srgbClr>
                </a:gs>
                <a:gs pos="100000">
                  <a:srgbClr val="E6E6E6"/>
                </a:gs>
              </a:gsLst>
              <a:lin ang="0" scaled="0"/>
            </a:gra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2" name="Прямоугольник: скругленные углы 191">
              <a:extLst>
                <a:ext uri="{FF2B5EF4-FFF2-40B4-BE49-F238E27FC236}">
                  <a16:creationId xmlns:a16="http://schemas.microsoft.com/office/drawing/2014/main" id="{2352D817-12F4-4008-82C3-A66967C03183}"/>
                </a:ext>
              </a:extLst>
            </p:cNvPr>
            <p:cNvSpPr>
              <a:spLocks/>
            </p:cNvSpPr>
            <p:nvPr/>
          </p:nvSpPr>
          <p:spPr>
            <a:xfrm>
              <a:off x="1548844" y="4838700"/>
              <a:ext cx="28800" cy="1431033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42" name="Group 691">
            <a:extLst>
              <a:ext uri="{FF2B5EF4-FFF2-40B4-BE49-F238E27FC236}">
                <a16:creationId xmlns:a16="http://schemas.microsoft.com/office/drawing/2014/main" id="{584EF1F0-4C0E-4D08-A9FD-27D6C6B8A0AF}"/>
              </a:ext>
            </a:extLst>
          </p:cNvPr>
          <p:cNvGrpSpPr/>
          <p:nvPr/>
        </p:nvGrpSpPr>
        <p:grpSpPr bwMode="auto">
          <a:xfrm rot="1907689">
            <a:off x="807849" y="5570337"/>
            <a:ext cx="582743" cy="684382"/>
            <a:chOff x="4711067" y="5679740"/>
            <a:chExt cx="327896" cy="385086"/>
          </a:xfrm>
        </p:grpSpPr>
        <p:sp>
          <p:nvSpPr>
            <p:cNvPr id="143" name="Freeform: Shape 692">
              <a:extLst>
                <a:ext uri="{FF2B5EF4-FFF2-40B4-BE49-F238E27FC236}">
                  <a16:creationId xmlns:a16="http://schemas.microsoft.com/office/drawing/2014/main" id="{2431B8DB-F649-4F7C-A2A1-3D8D6EC9A06D}"/>
                </a:ext>
              </a:extLst>
            </p:cNvPr>
            <p:cNvSpPr/>
            <p:nvPr/>
          </p:nvSpPr>
          <p:spPr bwMode="auto">
            <a:xfrm>
              <a:off x="4712974" y="5931381"/>
              <a:ext cx="152510" cy="133446"/>
            </a:xfrm>
            <a:custGeom>
              <a:avLst/>
              <a:gdLst>
                <a:gd name="connsiteX0" fmla="*/ 48527 w 76200"/>
                <a:gd name="connsiteY0" fmla="*/ 63188 h 66675"/>
                <a:gd name="connsiteX1" fmla="*/ 51385 w 76200"/>
                <a:gd name="connsiteY1" fmla="*/ 67951 h 66675"/>
                <a:gd name="connsiteX2" fmla="*/ 57100 w 76200"/>
                <a:gd name="connsiteY2" fmla="*/ 69856 h 66675"/>
                <a:gd name="connsiteX3" fmla="*/ 62815 w 76200"/>
                <a:gd name="connsiteY3" fmla="*/ 66998 h 66675"/>
                <a:gd name="connsiteX4" fmla="*/ 64720 w 76200"/>
                <a:gd name="connsiteY4" fmla="*/ 61283 h 66675"/>
                <a:gd name="connsiteX5" fmla="*/ 61862 w 76200"/>
                <a:gd name="connsiteY5" fmla="*/ 56521 h 66675"/>
                <a:gd name="connsiteX6" fmla="*/ 69482 w 76200"/>
                <a:gd name="connsiteY6" fmla="*/ 44138 h 66675"/>
                <a:gd name="connsiteX7" fmla="*/ 75197 w 76200"/>
                <a:gd name="connsiteY7" fmla="*/ 44138 h 66675"/>
                <a:gd name="connsiteX8" fmla="*/ 79007 w 76200"/>
                <a:gd name="connsiteY8" fmla="*/ 40328 h 66675"/>
                <a:gd name="connsiteX9" fmla="*/ 79007 w 76200"/>
                <a:gd name="connsiteY9" fmla="*/ 33661 h 66675"/>
                <a:gd name="connsiteX10" fmla="*/ 75197 w 76200"/>
                <a:gd name="connsiteY10" fmla="*/ 29851 h 66675"/>
                <a:gd name="connsiteX11" fmla="*/ 69482 w 76200"/>
                <a:gd name="connsiteY11" fmla="*/ 29851 h 66675"/>
                <a:gd name="connsiteX12" fmla="*/ 61862 w 76200"/>
                <a:gd name="connsiteY12" fmla="*/ 17468 h 66675"/>
                <a:gd name="connsiteX13" fmla="*/ 64720 w 76200"/>
                <a:gd name="connsiteY13" fmla="*/ 12706 h 66675"/>
                <a:gd name="connsiteX14" fmla="*/ 62815 w 76200"/>
                <a:gd name="connsiteY14" fmla="*/ 6991 h 66675"/>
                <a:gd name="connsiteX15" fmla="*/ 57100 w 76200"/>
                <a:gd name="connsiteY15" fmla="*/ 4133 h 66675"/>
                <a:gd name="connsiteX16" fmla="*/ 51385 w 76200"/>
                <a:gd name="connsiteY16" fmla="*/ 6038 h 66675"/>
                <a:gd name="connsiteX17" fmla="*/ 48527 w 76200"/>
                <a:gd name="connsiteY17" fmla="*/ 10801 h 66675"/>
                <a:gd name="connsiteX18" fmla="*/ 34240 w 76200"/>
                <a:gd name="connsiteY18" fmla="*/ 10801 h 66675"/>
                <a:gd name="connsiteX19" fmla="*/ 31382 w 76200"/>
                <a:gd name="connsiteY19" fmla="*/ 6038 h 66675"/>
                <a:gd name="connsiteX20" fmla="*/ 25667 w 76200"/>
                <a:gd name="connsiteY20" fmla="*/ 4133 h 66675"/>
                <a:gd name="connsiteX21" fmla="*/ 19952 w 76200"/>
                <a:gd name="connsiteY21" fmla="*/ 6991 h 66675"/>
                <a:gd name="connsiteX22" fmla="*/ 18047 w 76200"/>
                <a:gd name="connsiteY22" fmla="*/ 12706 h 66675"/>
                <a:gd name="connsiteX23" fmla="*/ 20905 w 76200"/>
                <a:gd name="connsiteY23" fmla="*/ 17468 h 66675"/>
                <a:gd name="connsiteX24" fmla="*/ 13285 w 76200"/>
                <a:gd name="connsiteY24" fmla="*/ 29851 h 66675"/>
                <a:gd name="connsiteX25" fmla="*/ 7570 w 76200"/>
                <a:gd name="connsiteY25" fmla="*/ 29851 h 66675"/>
                <a:gd name="connsiteX26" fmla="*/ 3760 w 76200"/>
                <a:gd name="connsiteY26" fmla="*/ 33661 h 66675"/>
                <a:gd name="connsiteX27" fmla="*/ 3760 w 76200"/>
                <a:gd name="connsiteY27" fmla="*/ 40328 h 66675"/>
                <a:gd name="connsiteX28" fmla="*/ 7570 w 76200"/>
                <a:gd name="connsiteY28" fmla="*/ 44138 h 66675"/>
                <a:gd name="connsiteX29" fmla="*/ 13285 w 76200"/>
                <a:gd name="connsiteY29" fmla="*/ 44138 h 66675"/>
                <a:gd name="connsiteX30" fmla="*/ 20905 w 76200"/>
                <a:gd name="connsiteY30" fmla="*/ 56521 h 66675"/>
                <a:gd name="connsiteX31" fmla="*/ 18047 w 76200"/>
                <a:gd name="connsiteY31" fmla="*/ 61283 h 66675"/>
                <a:gd name="connsiteX32" fmla="*/ 19952 w 76200"/>
                <a:gd name="connsiteY32" fmla="*/ 66998 h 66675"/>
                <a:gd name="connsiteX33" fmla="*/ 25667 w 76200"/>
                <a:gd name="connsiteY33" fmla="*/ 69856 h 66675"/>
                <a:gd name="connsiteX34" fmla="*/ 31382 w 76200"/>
                <a:gd name="connsiteY34" fmla="*/ 67951 h 66675"/>
                <a:gd name="connsiteX35" fmla="*/ 34240 w 76200"/>
                <a:gd name="connsiteY35" fmla="*/ 63188 h 66675"/>
                <a:gd name="connsiteX36" fmla="*/ 48527 w 76200"/>
                <a:gd name="connsiteY36" fmla="*/ 6318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6200" h="66675" extrusionOk="0">
                  <a:moveTo>
                    <a:pt x="48527" y="63188"/>
                  </a:moveTo>
                  <a:lnTo>
                    <a:pt x="51385" y="67951"/>
                  </a:lnTo>
                  <a:cubicBezTo>
                    <a:pt x="52337" y="69856"/>
                    <a:pt x="55195" y="70808"/>
                    <a:pt x="57100" y="69856"/>
                  </a:cubicBezTo>
                  <a:lnTo>
                    <a:pt x="62815" y="66998"/>
                  </a:lnTo>
                  <a:cubicBezTo>
                    <a:pt x="64720" y="66046"/>
                    <a:pt x="65672" y="63188"/>
                    <a:pt x="64720" y="61283"/>
                  </a:cubicBezTo>
                  <a:lnTo>
                    <a:pt x="61862" y="56521"/>
                  </a:lnTo>
                  <a:cubicBezTo>
                    <a:pt x="65672" y="52711"/>
                    <a:pt x="67577" y="48901"/>
                    <a:pt x="69482" y="44138"/>
                  </a:cubicBezTo>
                  <a:lnTo>
                    <a:pt x="75197" y="44138"/>
                  </a:lnTo>
                  <a:cubicBezTo>
                    <a:pt x="77102" y="44138"/>
                    <a:pt x="79007" y="42233"/>
                    <a:pt x="79007" y="40328"/>
                  </a:cubicBezTo>
                  <a:lnTo>
                    <a:pt x="79007" y="33661"/>
                  </a:lnTo>
                  <a:cubicBezTo>
                    <a:pt x="79007" y="31756"/>
                    <a:pt x="77102" y="29851"/>
                    <a:pt x="75197" y="29851"/>
                  </a:cubicBezTo>
                  <a:lnTo>
                    <a:pt x="69482" y="29851"/>
                  </a:lnTo>
                  <a:cubicBezTo>
                    <a:pt x="68530" y="25088"/>
                    <a:pt x="65672" y="21278"/>
                    <a:pt x="61862" y="17468"/>
                  </a:cubicBezTo>
                  <a:lnTo>
                    <a:pt x="64720" y="12706"/>
                  </a:lnTo>
                  <a:cubicBezTo>
                    <a:pt x="65672" y="10801"/>
                    <a:pt x="64720" y="7943"/>
                    <a:pt x="62815" y="6991"/>
                  </a:cubicBezTo>
                  <a:lnTo>
                    <a:pt x="57100" y="4133"/>
                  </a:lnTo>
                  <a:cubicBezTo>
                    <a:pt x="55195" y="3181"/>
                    <a:pt x="52337" y="4133"/>
                    <a:pt x="51385" y="6038"/>
                  </a:cubicBezTo>
                  <a:lnTo>
                    <a:pt x="48527" y="10801"/>
                  </a:lnTo>
                  <a:cubicBezTo>
                    <a:pt x="43765" y="9848"/>
                    <a:pt x="39002" y="9848"/>
                    <a:pt x="34240" y="10801"/>
                  </a:cubicBezTo>
                  <a:lnTo>
                    <a:pt x="31382" y="6038"/>
                  </a:lnTo>
                  <a:cubicBezTo>
                    <a:pt x="30430" y="4133"/>
                    <a:pt x="27572" y="3181"/>
                    <a:pt x="25667" y="4133"/>
                  </a:cubicBezTo>
                  <a:lnTo>
                    <a:pt x="19952" y="6991"/>
                  </a:lnTo>
                  <a:cubicBezTo>
                    <a:pt x="18047" y="7943"/>
                    <a:pt x="17095" y="10801"/>
                    <a:pt x="18047" y="12706"/>
                  </a:cubicBezTo>
                  <a:lnTo>
                    <a:pt x="20905" y="17468"/>
                  </a:lnTo>
                  <a:cubicBezTo>
                    <a:pt x="17095" y="21278"/>
                    <a:pt x="15190" y="25088"/>
                    <a:pt x="13285" y="29851"/>
                  </a:cubicBezTo>
                  <a:lnTo>
                    <a:pt x="7570" y="29851"/>
                  </a:lnTo>
                  <a:cubicBezTo>
                    <a:pt x="5665" y="29851"/>
                    <a:pt x="3760" y="31756"/>
                    <a:pt x="3760" y="33661"/>
                  </a:cubicBezTo>
                  <a:lnTo>
                    <a:pt x="3760" y="40328"/>
                  </a:lnTo>
                  <a:cubicBezTo>
                    <a:pt x="3760" y="42233"/>
                    <a:pt x="5665" y="44138"/>
                    <a:pt x="7570" y="44138"/>
                  </a:cubicBezTo>
                  <a:lnTo>
                    <a:pt x="13285" y="44138"/>
                  </a:lnTo>
                  <a:cubicBezTo>
                    <a:pt x="14237" y="48901"/>
                    <a:pt x="17095" y="52711"/>
                    <a:pt x="20905" y="56521"/>
                  </a:cubicBezTo>
                  <a:lnTo>
                    <a:pt x="18047" y="61283"/>
                  </a:lnTo>
                  <a:cubicBezTo>
                    <a:pt x="17095" y="63188"/>
                    <a:pt x="18047" y="66046"/>
                    <a:pt x="19952" y="66998"/>
                  </a:cubicBezTo>
                  <a:lnTo>
                    <a:pt x="25667" y="69856"/>
                  </a:lnTo>
                  <a:cubicBezTo>
                    <a:pt x="27572" y="70808"/>
                    <a:pt x="30430" y="69856"/>
                    <a:pt x="31382" y="67951"/>
                  </a:cubicBezTo>
                  <a:lnTo>
                    <a:pt x="34240" y="63188"/>
                  </a:lnTo>
                  <a:cubicBezTo>
                    <a:pt x="38050" y="64141"/>
                    <a:pt x="43765" y="64141"/>
                    <a:pt x="48527" y="63188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4" name="Freeform: Shape 693">
              <a:extLst>
                <a:ext uri="{FF2B5EF4-FFF2-40B4-BE49-F238E27FC236}">
                  <a16:creationId xmlns:a16="http://schemas.microsoft.com/office/drawing/2014/main" id="{B622166A-CCCC-4FB5-BDE5-E2BD0BFED5B4}"/>
                </a:ext>
              </a:extLst>
            </p:cNvPr>
            <p:cNvSpPr/>
            <p:nvPr/>
          </p:nvSpPr>
          <p:spPr bwMode="auto">
            <a:xfrm>
              <a:off x="4829262" y="5777635"/>
              <a:ext cx="209701" cy="190637"/>
            </a:xfrm>
            <a:custGeom>
              <a:avLst/>
              <a:gdLst>
                <a:gd name="connsiteX0" fmla="*/ 62815 w 104775"/>
                <a:gd name="connsiteY0" fmla="*/ 88571 h 95250"/>
                <a:gd name="connsiteX1" fmla="*/ 66625 w 104775"/>
                <a:gd name="connsiteY1" fmla="*/ 95238 h 95250"/>
                <a:gd name="connsiteX2" fmla="*/ 74245 w 104775"/>
                <a:gd name="connsiteY2" fmla="*/ 97143 h 95250"/>
                <a:gd name="connsiteX3" fmla="*/ 81865 w 104775"/>
                <a:gd name="connsiteY3" fmla="*/ 92381 h 95250"/>
                <a:gd name="connsiteX4" fmla="*/ 83770 w 104775"/>
                <a:gd name="connsiteY4" fmla="*/ 84761 h 95250"/>
                <a:gd name="connsiteX5" fmla="*/ 79960 w 104775"/>
                <a:gd name="connsiteY5" fmla="*/ 78093 h 95250"/>
                <a:gd name="connsiteX6" fmla="*/ 89485 w 104775"/>
                <a:gd name="connsiteY6" fmla="*/ 60948 h 95250"/>
                <a:gd name="connsiteX7" fmla="*/ 97105 w 104775"/>
                <a:gd name="connsiteY7" fmla="*/ 60948 h 95250"/>
                <a:gd name="connsiteX8" fmla="*/ 102820 w 104775"/>
                <a:gd name="connsiteY8" fmla="*/ 55233 h 95250"/>
                <a:gd name="connsiteX9" fmla="*/ 102820 w 104775"/>
                <a:gd name="connsiteY9" fmla="*/ 46661 h 95250"/>
                <a:gd name="connsiteX10" fmla="*/ 97105 w 104775"/>
                <a:gd name="connsiteY10" fmla="*/ 40946 h 95250"/>
                <a:gd name="connsiteX11" fmla="*/ 89485 w 104775"/>
                <a:gd name="connsiteY11" fmla="*/ 40946 h 95250"/>
                <a:gd name="connsiteX12" fmla="*/ 79960 w 104775"/>
                <a:gd name="connsiteY12" fmla="*/ 23801 h 95250"/>
                <a:gd name="connsiteX13" fmla="*/ 83770 w 104775"/>
                <a:gd name="connsiteY13" fmla="*/ 17133 h 95250"/>
                <a:gd name="connsiteX14" fmla="*/ 81865 w 104775"/>
                <a:gd name="connsiteY14" fmla="*/ 9513 h 95250"/>
                <a:gd name="connsiteX15" fmla="*/ 74245 w 104775"/>
                <a:gd name="connsiteY15" fmla="*/ 4751 h 95250"/>
                <a:gd name="connsiteX16" fmla="*/ 66625 w 104775"/>
                <a:gd name="connsiteY16" fmla="*/ 6656 h 95250"/>
                <a:gd name="connsiteX17" fmla="*/ 62815 w 104775"/>
                <a:gd name="connsiteY17" fmla="*/ 13323 h 95250"/>
                <a:gd name="connsiteX18" fmla="*/ 43765 w 104775"/>
                <a:gd name="connsiteY18" fmla="*/ 13323 h 95250"/>
                <a:gd name="connsiteX19" fmla="*/ 39955 w 104775"/>
                <a:gd name="connsiteY19" fmla="*/ 6656 h 95250"/>
                <a:gd name="connsiteX20" fmla="*/ 32335 w 104775"/>
                <a:gd name="connsiteY20" fmla="*/ 4751 h 95250"/>
                <a:gd name="connsiteX21" fmla="*/ 24715 w 104775"/>
                <a:gd name="connsiteY21" fmla="*/ 9513 h 95250"/>
                <a:gd name="connsiteX22" fmla="*/ 22810 w 104775"/>
                <a:gd name="connsiteY22" fmla="*/ 17133 h 95250"/>
                <a:gd name="connsiteX23" fmla="*/ 26620 w 104775"/>
                <a:gd name="connsiteY23" fmla="*/ 23801 h 95250"/>
                <a:gd name="connsiteX24" fmla="*/ 17095 w 104775"/>
                <a:gd name="connsiteY24" fmla="*/ 40946 h 95250"/>
                <a:gd name="connsiteX25" fmla="*/ 9475 w 104775"/>
                <a:gd name="connsiteY25" fmla="*/ 40946 h 95250"/>
                <a:gd name="connsiteX26" fmla="*/ 3760 w 104775"/>
                <a:gd name="connsiteY26" fmla="*/ 46661 h 95250"/>
                <a:gd name="connsiteX27" fmla="*/ 3760 w 104775"/>
                <a:gd name="connsiteY27" fmla="*/ 55233 h 95250"/>
                <a:gd name="connsiteX28" fmla="*/ 9475 w 104775"/>
                <a:gd name="connsiteY28" fmla="*/ 60948 h 95250"/>
                <a:gd name="connsiteX29" fmla="*/ 17095 w 104775"/>
                <a:gd name="connsiteY29" fmla="*/ 60948 h 95250"/>
                <a:gd name="connsiteX30" fmla="*/ 26620 w 104775"/>
                <a:gd name="connsiteY30" fmla="*/ 78093 h 95250"/>
                <a:gd name="connsiteX31" fmla="*/ 22810 w 104775"/>
                <a:gd name="connsiteY31" fmla="*/ 84761 h 95250"/>
                <a:gd name="connsiteX32" fmla="*/ 24715 w 104775"/>
                <a:gd name="connsiteY32" fmla="*/ 92381 h 95250"/>
                <a:gd name="connsiteX33" fmla="*/ 32335 w 104775"/>
                <a:gd name="connsiteY33" fmla="*/ 97143 h 95250"/>
                <a:gd name="connsiteX34" fmla="*/ 39955 w 104775"/>
                <a:gd name="connsiteY34" fmla="*/ 95238 h 95250"/>
                <a:gd name="connsiteX35" fmla="*/ 43765 w 104775"/>
                <a:gd name="connsiteY35" fmla="*/ 88571 h 95250"/>
                <a:gd name="connsiteX36" fmla="*/ 62815 w 104775"/>
                <a:gd name="connsiteY36" fmla="*/ 88571 h 9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04775" h="95250" extrusionOk="0">
                  <a:moveTo>
                    <a:pt x="62815" y="88571"/>
                  </a:moveTo>
                  <a:lnTo>
                    <a:pt x="66625" y="95238"/>
                  </a:lnTo>
                  <a:cubicBezTo>
                    <a:pt x="68530" y="98096"/>
                    <a:pt x="71387" y="99048"/>
                    <a:pt x="74245" y="97143"/>
                  </a:cubicBezTo>
                  <a:lnTo>
                    <a:pt x="81865" y="92381"/>
                  </a:lnTo>
                  <a:cubicBezTo>
                    <a:pt x="84722" y="90476"/>
                    <a:pt x="85675" y="87618"/>
                    <a:pt x="83770" y="84761"/>
                  </a:cubicBezTo>
                  <a:lnTo>
                    <a:pt x="79960" y="78093"/>
                  </a:lnTo>
                  <a:cubicBezTo>
                    <a:pt x="84722" y="73331"/>
                    <a:pt x="87580" y="67616"/>
                    <a:pt x="89485" y="60948"/>
                  </a:cubicBezTo>
                  <a:lnTo>
                    <a:pt x="97105" y="60948"/>
                  </a:lnTo>
                  <a:cubicBezTo>
                    <a:pt x="99962" y="60948"/>
                    <a:pt x="102820" y="58091"/>
                    <a:pt x="102820" y="55233"/>
                  </a:cubicBezTo>
                  <a:lnTo>
                    <a:pt x="102820" y="46661"/>
                  </a:lnTo>
                  <a:cubicBezTo>
                    <a:pt x="102820" y="43803"/>
                    <a:pt x="99962" y="40946"/>
                    <a:pt x="97105" y="40946"/>
                  </a:cubicBezTo>
                  <a:lnTo>
                    <a:pt x="89485" y="40946"/>
                  </a:lnTo>
                  <a:cubicBezTo>
                    <a:pt x="87580" y="35231"/>
                    <a:pt x="84722" y="28563"/>
                    <a:pt x="79960" y="23801"/>
                  </a:cubicBezTo>
                  <a:lnTo>
                    <a:pt x="83770" y="17133"/>
                  </a:lnTo>
                  <a:cubicBezTo>
                    <a:pt x="85675" y="14276"/>
                    <a:pt x="84722" y="11418"/>
                    <a:pt x="81865" y="9513"/>
                  </a:cubicBezTo>
                  <a:lnTo>
                    <a:pt x="74245" y="4751"/>
                  </a:lnTo>
                  <a:cubicBezTo>
                    <a:pt x="71387" y="2846"/>
                    <a:pt x="68530" y="3798"/>
                    <a:pt x="66625" y="6656"/>
                  </a:cubicBezTo>
                  <a:lnTo>
                    <a:pt x="62815" y="13323"/>
                  </a:lnTo>
                  <a:cubicBezTo>
                    <a:pt x="56147" y="11418"/>
                    <a:pt x="49480" y="11418"/>
                    <a:pt x="43765" y="13323"/>
                  </a:cubicBezTo>
                  <a:lnTo>
                    <a:pt x="39955" y="6656"/>
                  </a:lnTo>
                  <a:cubicBezTo>
                    <a:pt x="38050" y="3798"/>
                    <a:pt x="35192" y="2846"/>
                    <a:pt x="32335" y="4751"/>
                  </a:cubicBezTo>
                  <a:lnTo>
                    <a:pt x="24715" y="9513"/>
                  </a:lnTo>
                  <a:cubicBezTo>
                    <a:pt x="21857" y="11418"/>
                    <a:pt x="20905" y="14276"/>
                    <a:pt x="22810" y="17133"/>
                  </a:cubicBezTo>
                  <a:lnTo>
                    <a:pt x="26620" y="23801"/>
                  </a:lnTo>
                  <a:cubicBezTo>
                    <a:pt x="21857" y="28563"/>
                    <a:pt x="19000" y="34278"/>
                    <a:pt x="17095" y="40946"/>
                  </a:cubicBezTo>
                  <a:lnTo>
                    <a:pt x="9475" y="40946"/>
                  </a:lnTo>
                  <a:cubicBezTo>
                    <a:pt x="6617" y="40946"/>
                    <a:pt x="3760" y="43803"/>
                    <a:pt x="3760" y="46661"/>
                  </a:cubicBezTo>
                  <a:lnTo>
                    <a:pt x="3760" y="55233"/>
                  </a:lnTo>
                  <a:cubicBezTo>
                    <a:pt x="3760" y="58091"/>
                    <a:pt x="6617" y="60948"/>
                    <a:pt x="9475" y="60948"/>
                  </a:cubicBezTo>
                  <a:lnTo>
                    <a:pt x="17095" y="60948"/>
                  </a:lnTo>
                  <a:cubicBezTo>
                    <a:pt x="19000" y="66663"/>
                    <a:pt x="21857" y="73331"/>
                    <a:pt x="26620" y="78093"/>
                  </a:cubicBezTo>
                  <a:lnTo>
                    <a:pt x="22810" y="84761"/>
                  </a:lnTo>
                  <a:cubicBezTo>
                    <a:pt x="20905" y="87618"/>
                    <a:pt x="21857" y="90476"/>
                    <a:pt x="24715" y="92381"/>
                  </a:cubicBezTo>
                  <a:lnTo>
                    <a:pt x="32335" y="97143"/>
                  </a:lnTo>
                  <a:cubicBezTo>
                    <a:pt x="35192" y="99048"/>
                    <a:pt x="38050" y="98096"/>
                    <a:pt x="39955" y="95238"/>
                  </a:cubicBezTo>
                  <a:lnTo>
                    <a:pt x="43765" y="88571"/>
                  </a:lnTo>
                  <a:cubicBezTo>
                    <a:pt x="49480" y="90476"/>
                    <a:pt x="56147" y="90476"/>
                    <a:pt x="62815" y="88571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5" name="Freeform: Shape 694">
              <a:extLst>
                <a:ext uri="{FF2B5EF4-FFF2-40B4-BE49-F238E27FC236}">
                  <a16:creationId xmlns:a16="http://schemas.microsoft.com/office/drawing/2014/main" id="{4E27A8CF-5109-4305-B2DC-8127B3A0C7DB}"/>
                </a:ext>
              </a:extLst>
            </p:cNvPr>
            <p:cNvSpPr/>
            <p:nvPr/>
          </p:nvSpPr>
          <p:spPr bwMode="auto">
            <a:xfrm>
              <a:off x="4711067" y="5679740"/>
              <a:ext cx="152510" cy="152510"/>
            </a:xfrm>
            <a:custGeom>
              <a:avLst/>
              <a:gdLst>
                <a:gd name="connsiteX0" fmla="*/ 70435 w 76200"/>
                <a:gd name="connsiteY0" fmla="*/ 46043 h 76200"/>
                <a:gd name="connsiteX1" fmla="*/ 76150 w 76200"/>
                <a:gd name="connsiteY1" fmla="*/ 46043 h 76200"/>
                <a:gd name="connsiteX2" fmla="*/ 79960 w 76200"/>
                <a:gd name="connsiteY2" fmla="*/ 41281 h 76200"/>
                <a:gd name="connsiteX3" fmla="*/ 79007 w 76200"/>
                <a:gd name="connsiteY3" fmla="*/ 34614 h 76200"/>
                <a:gd name="connsiteX4" fmla="*/ 74245 w 76200"/>
                <a:gd name="connsiteY4" fmla="*/ 30803 h 76200"/>
                <a:gd name="connsiteX5" fmla="*/ 68530 w 76200"/>
                <a:gd name="connsiteY5" fmla="*/ 30803 h 76200"/>
                <a:gd name="connsiteX6" fmla="*/ 59957 w 76200"/>
                <a:gd name="connsiteY6" fmla="*/ 18421 h 76200"/>
                <a:gd name="connsiteX7" fmla="*/ 62815 w 76200"/>
                <a:gd name="connsiteY7" fmla="*/ 12706 h 76200"/>
                <a:gd name="connsiteX8" fmla="*/ 60910 w 76200"/>
                <a:gd name="connsiteY8" fmla="*/ 6991 h 76200"/>
                <a:gd name="connsiteX9" fmla="*/ 55195 w 76200"/>
                <a:gd name="connsiteY9" fmla="*/ 4133 h 76200"/>
                <a:gd name="connsiteX10" fmla="*/ 49480 w 76200"/>
                <a:gd name="connsiteY10" fmla="*/ 6039 h 76200"/>
                <a:gd name="connsiteX11" fmla="*/ 46622 w 76200"/>
                <a:gd name="connsiteY11" fmla="*/ 11753 h 76200"/>
                <a:gd name="connsiteX12" fmla="*/ 32335 w 76200"/>
                <a:gd name="connsiteY12" fmla="*/ 12706 h 76200"/>
                <a:gd name="connsiteX13" fmla="*/ 28525 w 76200"/>
                <a:gd name="connsiteY13" fmla="*/ 7943 h 76200"/>
                <a:gd name="connsiteX14" fmla="*/ 22810 w 76200"/>
                <a:gd name="connsiteY14" fmla="*/ 6991 h 76200"/>
                <a:gd name="connsiteX15" fmla="*/ 17095 w 76200"/>
                <a:gd name="connsiteY15" fmla="*/ 10801 h 76200"/>
                <a:gd name="connsiteX16" fmla="*/ 16142 w 76200"/>
                <a:gd name="connsiteY16" fmla="*/ 16516 h 76200"/>
                <a:gd name="connsiteX17" fmla="*/ 19952 w 76200"/>
                <a:gd name="connsiteY17" fmla="*/ 21278 h 76200"/>
                <a:gd name="connsiteX18" fmla="*/ 13285 w 76200"/>
                <a:gd name="connsiteY18" fmla="*/ 34614 h 76200"/>
                <a:gd name="connsiteX19" fmla="*/ 7570 w 76200"/>
                <a:gd name="connsiteY19" fmla="*/ 34614 h 76200"/>
                <a:gd name="connsiteX20" fmla="*/ 3760 w 76200"/>
                <a:gd name="connsiteY20" fmla="*/ 39376 h 76200"/>
                <a:gd name="connsiteX21" fmla="*/ 4712 w 76200"/>
                <a:gd name="connsiteY21" fmla="*/ 46043 h 76200"/>
                <a:gd name="connsiteX22" fmla="*/ 9475 w 76200"/>
                <a:gd name="connsiteY22" fmla="*/ 49853 h 76200"/>
                <a:gd name="connsiteX23" fmla="*/ 15190 w 76200"/>
                <a:gd name="connsiteY23" fmla="*/ 49853 h 76200"/>
                <a:gd name="connsiteX24" fmla="*/ 23762 w 76200"/>
                <a:gd name="connsiteY24" fmla="*/ 62236 h 76200"/>
                <a:gd name="connsiteX25" fmla="*/ 20905 w 76200"/>
                <a:gd name="connsiteY25" fmla="*/ 67951 h 76200"/>
                <a:gd name="connsiteX26" fmla="*/ 22810 w 76200"/>
                <a:gd name="connsiteY26" fmla="*/ 73666 h 76200"/>
                <a:gd name="connsiteX27" fmla="*/ 28525 w 76200"/>
                <a:gd name="connsiteY27" fmla="*/ 76524 h 76200"/>
                <a:gd name="connsiteX28" fmla="*/ 34240 w 76200"/>
                <a:gd name="connsiteY28" fmla="*/ 74618 h 76200"/>
                <a:gd name="connsiteX29" fmla="*/ 37097 w 76200"/>
                <a:gd name="connsiteY29" fmla="*/ 68903 h 76200"/>
                <a:gd name="connsiteX30" fmla="*/ 51385 w 76200"/>
                <a:gd name="connsiteY30" fmla="*/ 67951 h 76200"/>
                <a:gd name="connsiteX31" fmla="*/ 55195 w 76200"/>
                <a:gd name="connsiteY31" fmla="*/ 72714 h 76200"/>
                <a:gd name="connsiteX32" fmla="*/ 60910 w 76200"/>
                <a:gd name="connsiteY32" fmla="*/ 73666 h 76200"/>
                <a:gd name="connsiteX33" fmla="*/ 66625 w 76200"/>
                <a:gd name="connsiteY33" fmla="*/ 69856 h 76200"/>
                <a:gd name="connsiteX34" fmla="*/ 67577 w 76200"/>
                <a:gd name="connsiteY34" fmla="*/ 64141 h 76200"/>
                <a:gd name="connsiteX35" fmla="*/ 63767 w 76200"/>
                <a:gd name="connsiteY35" fmla="*/ 59378 h 76200"/>
                <a:gd name="connsiteX36" fmla="*/ 70435 w 76200"/>
                <a:gd name="connsiteY36" fmla="*/ 46043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6200" h="76200" extrusionOk="0">
                  <a:moveTo>
                    <a:pt x="70435" y="46043"/>
                  </a:moveTo>
                  <a:lnTo>
                    <a:pt x="76150" y="46043"/>
                  </a:lnTo>
                  <a:cubicBezTo>
                    <a:pt x="78055" y="46043"/>
                    <a:pt x="79960" y="44139"/>
                    <a:pt x="79960" y="41281"/>
                  </a:cubicBezTo>
                  <a:lnTo>
                    <a:pt x="79007" y="34614"/>
                  </a:lnTo>
                  <a:cubicBezTo>
                    <a:pt x="79007" y="32708"/>
                    <a:pt x="77102" y="30803"/>
                    <a:pt x="74245" y="30803"/>
                  </a:cubicBezTo>
                  <a:lnTo>
                    <a:pt x="68530" y="30803"/>
                  </a:lnTo>
                  <a:cubicBezTo>
                    <a:pt x="66625" y="26041"/>
                    <a:pt x="63767" y="22231"/>
                    <a:pt x="59957" y="18421"/>
                  </a:cubicBezTo>
                  <a:lnTo>
                    <a:pt x="62815" y="12706"/>
                  </a:lnTo>
                  <a:cubicBezTo>
                    <a:pt x="63767" y="10801"/>
                    <a:pt x="62815" y="7943"/>
                    <a:pt x="60910" y="6991"/>
                  </a:cubicBezTo>
                  <a:lnTo>
                    <a:pt x="55195" y="4133"/>
                  </a:lnTo>
                  <a:cubicBezTo>
                    <a:pt x="53290" y="3181"/>
                    <a:pt x="50432" y="4133"/>
                    <a:pt x="49480" y="6039"/>
                  </a:cubicBezTo>
                  <a:lnTo>
                    <a:pt x="46622" y="11753"/>
                  </a:lnTo>
                  <a:cubicBezTo>
                    <a:pt x="41860" y="10801"/>
                    <a:pt x="37097" y="10801"/>
                    <a:pt x="32335" y="12706"/>
                  </a:cubicBezTo>
                  <a:lnTo>
                    <a:pt x="28525" y="7943"/>
                  </a:lnTo>
                  <a:cubicBezTo>
                    <a:pt x="27572" y="6039"/>
                    <a:pt x="24715" y="5086"/>
                    <a:pt x="22810" y="6991"/>
                  </a:cubicBezTo>
                  <a:lnTo>
                    <a:pt x="17095" y="10801"/>
                  </a:lnTo>
                  <a:cubicBezTo>
                    <a:pt x="15190" y="11753"/>
                    <a:pt x="14237" y="14611"/>
                    <a:pt x="16142" y="16516"/>
                  </a:cubicBezTo>
                  <a:lnTo>
                    <a:pt x="19952" y="21278"/>
                  </a:lnTo>
                  <a:cubicBezTo>
                    <a:pt x="17095" y="25089"/>
                    <a:pt x="14237" y="29851"/>
                    <a:pt x="13285" y="34614"/>
                  </a:cubicBezTo>
                  <a:lnTo>
                    <a:pt x="7570" y="34614"/>
                  </a:lnTo>
                  <a:cubicBezTo>
                    <a:pt x="5665" y="34614"/>
                    <a:pt x="3760" y="36518"/>
                    <a:pt x="3760" y="39376"/>
                  </a:cubicBezTo>
                  <a:lnTo>
                    <a:pt x="4712" y="46043"/>
                  </a:lnTo>
                  <a:cubicBezTo>
                    <a:pt x="4712" y="47949"/>
                    <a:pt x="6617" y="49853"/>
                    <a:pt x="9475" y="49853"/>
                  </a:cubicBezTo>
                  <a:lnTo>
                    <a:pt x="15190" y="49853"/>
                  </a:lnTo>
                  <a:cubicBezTo>
                    <a:pt x="17095" y="54616"/>
                    <a:pt x="19952" y="58426"/>
                    <a:pt x="23762" y="62236"/>
                  </a:cubicBezTo>
                  <a:lnTo>
                    <a:pt x="20905" y="67951"/>
                  </a:lnTo>
                  <a:cubicBezTo>
                    <a:pt x="19952" y="69856"/>
                    <a:pt x="20905" y="72714"/>
                    <a:pt x="22810" y="73666"/>
                  </a:cubicBezTo>
                  <a:lnTo>
                    <a:pt x="28525" y="76524"/>
                  </a:lnTo>
                  <a:cubicBezTo>
                    <a:pt x="30430" y="77476"/>
                    <a:pt x="33287" y="76524"/>
                    <a:pt x="34240" y="74618"/>
                  </a:cubicBezTo>
                  <a:lnTo>
                    <a:pt x="37097" y="68903"/>
                  </a:lnTo>
                  <a:cubicBezTo>
                    <a:pt x="41860" y="69856"/>
                    <a:pt x="46622" y="69856"/>
                    <a:pt x="51385" y="67951"/>
                  </a:cubicBezTo>
                  <a:lnTo>
                    <a:pt x="55195" y="72714"/>
                  </a:lnTo>
                  <a:cubicBezTo>
                    <a:pt x="56147" y="74618"/>
                    <a:pt x="59005" y="75571"/>
                    <a:pt x="60910" y="73666"/>
                  </a:cubicBezTo>
                  <a:lnTo>
                    <a:pt x="66625" y="69856"/>
                  </a:lnTo>
                  <a:cubicBezTo>
                    <a:pt x="68530" y="68903"/>
                    <a:pt x="69482" y="66046"/>
                    <a:pt x="67577" y="64141"/>
                  </a:cubicBezTo>
                  <a:lnTo>
                    <a:pt x="63767" y="59378"/>
                  </a:lnTo>
                  <a:cubicBezTo>
                    <a:pt x="67577" y="55568"/>
                    <a:pt x="69482" y="50806"/>
                    <a:pt x="70435" y="46043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6" name="Freeform: Shape 695">
              <a:extLst>
                <a:ext uri="{FF2B5EF4-FFF2-40B4-BE49-F238E27FC236}">
                  <a16:creationId xmlns:a16="http://schemas.microsoft.com/office/drawing/2014/main" id="{79EA51B6-20A1-44D9-B431-D9F5F8D3BB47}"/>
                </a:ext>
              </a:extLst>
            </p:cNvPr>
            <p:cNvSpPr/>
            <p:nvPr/>
          </p:nvSpPr>
          <p:spPr bwMode="auto">
            <a:xfrm>
              <a:off x="4768258" y="5731960"/>
              <a:ext cx="38127" cy="57191"/>
            </a:xfrm>
            <a:custGeom>
              <a:avLst/>
              <a:gdLst>
                <a:gd name="connsiteX0" fmla="*/ 24715 w 19050"/>
                <a:gd name="connsiteY0" fmla="*/ 14237 h 28575"/>
                <a:gd name="connsiteX1" fmla="*/ 14237 w 19050"/>
                <a:gd name="connsiteY1" fmla="*/ 3760 h 28575"/>
                <a:gd name="connsiteX2" fmla="*/ 3760 w 19050"/>
                <a:gd name="connsiteY2" fmla="*/ 14237 h 28575"/>
                <a:gd name="connsiteX3" fmla="*/ 14237 w 19050"/>
                <a:gd name="connsiteY3" fmla="*/ 24715 h 28575"/>
                <a:gd name="connsiteX4" fmla="*/ 24715 w 19050"/>
                <a:gd name="connsiteY4" fmla="*/ 14237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28575" extrusionOk="0">
                  <a:moveTo>
                    <a:pt x="24715" y="14237"/>
                  </a:moveTo>
                  <a:cubicBezTo>
                    <a:pt x="24715" y="8522"/>
                    <a:pt x="19952" y="3760"/>
                    <a:pt x="14237" y="3760"/>
                  </a:cubicBezTo>
                  <a:cubicBezTo>
                    <a:pt x="8522" y="3760"/>
                    <a:pt x="3760" y="8522"/>
                    <a:pt x="3760" y="14237"/>
                  </a:cubicBezTo>
                  <a:cubicBezTo>
                    <a:pt x="3760" y="19952"/>
                    <a:pt x="8522" y="24715"/>
                    <a:pt x="14237" y="24715"/>
                  </a:cubicBezTo>
                  <a:cubicBezTo>
                    <a:pt x="19952" y="25667"/>
                    <a:pt x="24715" y="20905"/>
                    <a:pt x="24715" y="14237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7" name="Freeform: Shape 696">
              <a:extLst>
                <a:ext uri="{FF2B5EF4-FFF2-40B4-BE49-F238E27FC236}">
                  <a16:creationId xmlns:a16="http://schemas.microsoft.com/office/drawing/2014/main" id="{C3692ECE-2B78-49F2-B1C2-7CCB3EC4C719}"/>
                </a:ext>
              </a:extLst>
            </p:cNvPr>
            <p:cNvSpPr/>
            <p:nvPr/>
          </p:nvSpPr>
          <p:spPr bwMode="auto">
            <a:xfrm>
              <a:off x="4766352" y="5974068"/>
              <a:ext cx="38127" cy="38127"/>
            </a:xfrm>
            <a:custGeom>
              <a:avLst/>
              <a:gdLst>
                <a:gd name="connsiteX0" fmla="*/ 24715 w 19050"/>
                <a:gd name="connsiteY0" fmla="*/ 14237 h 19050"/>
                <a:gd name="connsiteX1" fmla="*/ 14237 w 19050"/>
                <a:gd name="connsiteY1" fmla="*/ 3760 h 19050"/>
                <a:gd name="connsiteX2" fmla="*/ 3760 w 19050"/>
                <a:gd name="connsiteY2" fmla="*/ 14237 h 19050"/>
                <a:gd name="connsiteX3" fmla="*/ 14237 w 19050"/>
                <a:gd name="connsiteY3" fmla="*/ 24715 h 19050"/>
                <a:gd name="connsiteX4" fmla="*/ 24715 w 19050"/>
                <a:gd name="connsiteY4" fmla="*/ 14237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24715" y="14237"/>
                  </a:moveTo>
                  <a:cubicBezTo>
                    <a:pt x="24715" y="8522"/>
                    <a:pt x="19952" y="3760"/>
                    <a:pt x="14237" y="3760"/>
                  </a:cubicBezTo>
                  <a:cubicBezTo>
                    <a:pt x="8522" y="3760"/>
                    <a:pt x="3760" y="8522"/>
                    <a:pt x="3760" y="14237"/>
                  </a:cubicBezTo>
                  <a:cubicBezTo>
                    <a:pt x="3760" y="19952"/>
                    <a:pt x="8522" y="24715"/>
                    <a:pt x="14237" y="24715"/>
                  </a:cubicBezTo>
                  <a:cubicBezTo>
                    <a:pt x="19952" y="24715"/>
                    <a:pt x="24715" y="19952"/>
                    <a:pt x="24715" y="14237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8" name="Freeform: Shape 697">
              <a:extLst>
                <a:ext uri="{FF2B5EF4-FFF2-40B4-BE49-F238E27FC236}">
                  <a16:creationId xmlns:a16="http://schemas.microsoft.com/office/drawing/2014/main" id="{689DF0B2-FF76-4D97-81E0-160E3FFB2AB6}"/>
                </a:ext>
              </a:extLst>
            </p:cNvPr>
            <p:cNvSpPr/>
            <p:nvPr/>
          </p:nvSpPr>
          <p:spPr bwMode="auto">
            <a:xfrm>
              <a:off x="4907424" y="5853968"/>
              <a:ext cx="38127" cy="38127"/>
            </a:xfrm>
            <a:custGeom>
              <a:avLst/>
              <a:gdLst>
                <a:gd name="connsiteX0" fmla="*/ 22810 w 19050"/>
                <a:gd name="connsiteY0" fmla="*/ 13285 h 19050"/>
                <a:gd name="connsiteX1" fmla="*/ 13285 w 19050"/>
                <a:gd name="connsiteY1" fmla="*/ 22810 h 19050"/>
                <a:gd name="connsiteX2" fmla="*/ 3760 w 19050"/>
                <a:gd name="connsiteY2" fmla="*/ 13285 h 19050"/>
                <a:gd name="connsiteX3" fmla="*/ 13285 w 19050"/>
                <a:gd name="connsiteY3" fmla="*/ 3760 h 19050"/>
                <a:gd name="connsiteX4" fmla="*/ 22810 w 19050"/>
                <a:gd name="connsiteY4" fmla="*/ 13285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22810" y="13285"/>
                  </a:moveTo>
                  <a:cubicBezTo>
                    <a:pt x="22810" y="18545"/>
                    <a:pt x="18545" y="22810"/>
                    <a:pt x="13285" y="22810"/>
                  </a:cubicBezTo>
                  <a:cubicBezTo>
                    <a:pt x="8024" y="22810"/>
                    <a:pt x="3760" y="18545"/>
                    <a:pt x="3760" y="13285"/>
                  </a:cubicBezTo>
                  <a:cubicBezTo>
                    <a:pt x="3760" y="8024"/>
                    <a:pt x="8024" y="3760"/>
                    <a:pt x="13285" y="3760"/>
                  </a:cubicBezTo>
                  <a:cubicBezTo>
                    <a:pt x="18545" y="3760"/>
                    <a:pt x="22810" y="8024"/>
                    <a:pt x="22810" y="13285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21C5C03-5EA8-4C5D-8137-698A36537DB1}"/>
              </a:ext>
            </a:extLst>
          </p:cNvPr>
          <p:cNvGrpSpPr/>
          <p:nvPr/>
        </p:nvGrpSpPr>
        <p:grpSpPr>
          <a:xfrm>
            <a:off x="1275216" y="1485901"/>
            <a:ext cx="302428" cy="3275774"/>
            <a:chOff x="1322374" y="1529400"/>
            <a:chExt cx="255269" cy="3118860"/>
          </a:xfrm>
        </p:grpSpPr>
        <p:sp>
          <p:nvSpPr>
            <p:cNvPr id="93" name="Rectangle 86">
              <a:extLst>
                <a:ext uri="{FF2B5EF4-FFF2-40B4-BE49-F238E27FC236}">
                  <a16:creationId xmlns:a16="http://schemas.microsoft.com/office/drawing/2014/main" id="{60BD9A0A-795F-44EA-997B-B901A2DDA92A}"/>
                </a:ext>
              </a:extLst>
            </p:cNvPr>
            <p:cNvSpPr>
              <a:spLocks/>
            </p:cNvSpPr>
            <p:nvPr/>
          </p:nvSpPr>
          <p:spPr>
            <a:xfrm>
              <a:off x="1322374" y="1529400"/>
              <a:ext cx="239867" cy="3118860"/>
            </a:xfrm>
            <a:prstGeom prst="rect">
              <a:avLst/>
            </a:prstGeom>
            <a:gradFill>
              <a:gsLst>
                <a:gs pos="0">
                  <a:schemeClr val="accent1">
                    <a:lumMod val="20000"/>
                    <a:lumOff val="80000"/>
                    <a:alpha val="0"/>
                  </a:schemeClr>
                </a:gs>
                <a:gs pos="100000">
                  <a:schemeClr val="accent1">
                    <a:lumMod val="10000"/>
                    <a:lumOff val="90000"/>
                  </a:schemeClr>
                </a:gs>
              </a:gsLst>
              <a:lin ang="0" scaled="0"/>
            </a:gra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5" name="Прямоугольник: скругленные углы 191">
              <a:extLst>
                <a:ext uri="{FF2B5EF4-FFF2-40B4-BE49-F238E27FC236}">
                  <a16:creationId xmlns:a16="http://schemas.microsoft.com/office/drawing/2014/main" id="{88587A81-5E63-4AED-864C-74E2468FA8D4}"/>
                </a:ext>
              </a:extLst>
            </p:cNvPr>
            <p:cNvSpPr>
              <a:spLocks/>
            </p:cNvSpPr>
            <p:nvPr/>
          </p:nvSpPr>
          <p:spPr>
            <a:xfrm>
              <a:off x="1548843" y="1529400"/>
              <a:ext cx="28800" cy="311886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1" name="Group 4280">
            <a:extLst>
              <a:ext uri="{FF2B5EF4-FFF2-40B4-BE49-F238E27FC236}">
                <a16:creationId xmlns:a16="http://schemas.microsoft.com/office/drawing/2014/main" id="{F237EF0E-4719-49D9-9037-50E6246559EB}"/>
              </a:ext>
            </a:extLst>
          </p:cNvPr>
          <p:cNvGrpSpPr/>
          <p:nvPr/>
        </p:nvGrpSpPr>
        <p:grpSpPr bwMode="auto">
          <a:xfrm>
            <a:off x="783681" y="4126909"/>
            <a:ext cx="575389" cy="579286"/>
            <a:chOff x="2806700" y="3427413"/>
            <a:chExt cx="703262" cy="708025"/>
          </a:xfrm>
        </p:grpSpPr>
        <p:sp>
          <p:nvSpPr>
            <p:cNvPr id="132" name="Freeform 114">
              <a:extLst>
                <a:ext uri="{FF2B5EF4-FFF2-40B4-BE49-F238E27FC236}">
                  <a16:creationId xmlns:a16="http://schemas.microsoft.com/office/drawing/2014/main" id="{EABAEB4F-8F37-4BFD-AFF2-6AB5E8D4CD3B}"/>
                </a:ext>
              </a:extLst>
            </p:cNvPr>
            <p:cNvSpPr/>
            <p:nvPr/>
          </p:nvSpPr>
          <p:spPr bwMode="auto">
            <a:xfrm>
              <a:off x="3286125" y="3427413"/>
              <a:ext cx="223837" cy="708025"/>
            </a:xfrm>
            <a:custGeom>
              <a:avLst/>
              <a:gdLst>
                <a:gd name="T0" fmla="*/ 30 w 141"/>
                <a:gd name="T1" fmla="*/ 446 h 446"/>
                <a:gd name="T2" fmla="*/ 30 w 141"/>
                <a:gd name="T3" fmla="*/ 102 h 446"/>
                <a:gd name="T4" fmla="*/ 0 w 141"/>
                <a:gd name="T5" fmla="*/ 102 h 446"/>
                <a:gd name="T6" fmla="*/ 0 w 141"/>
                <a:gd name="T7" fmla="*/ 92 h 446"/>
                <a:gd name="T8" fmla="*/ 70 w 141"/>
                <a:gd name="T9" fmla="*/ 0 h 446"/>
                <a:gd name="T10" fmla="*/ 141 w 141"/>
                <a:gd name="T11" fmla="*/ 92 h 446"/>
                <a:gd name="T12" fmla="*/ 141 w 141"/>
                <a:gd name="T13" fmla="*/ 102 h 446"/>
                <a:gd name="T14" fmla="*/ 110 w 141"/>
                <a:gd name="T15" fmla="*/ 102 h 446"/>
                <a:gd name="T16" fmla="*/ 110 w 141"/>
                <a:gd name="T17" fmla="*/ 304 h 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446" extrusionOk="0">
                  <a:moveTo>
                    <a:pt x="30" y="446"/>
                  </a:moveTo>
                  <a:lnTo>
                    <a:pt x="30" y="102"/>
                  </a:lnTo>
                  <a:lnTo>
                    <a:pt x="0" y="102"/>
                  </a:lnTo>
                  <a:lnTo>
                    <a:pt x="0" y="92"/>
                  </a:lnTo>
                  <a:lnTo>
                    <a:pt x="70" y="0"/>
                  </a:lnTo>
                  <a:lnTo>
                    <a:pt x="141" y="92"/>
                  </a:lnTo>
                  <a:lnTo>
                    <a:pt x="141" y="102"/>
                  </a:lnTo>
                  <a:lnTo>
                    <a:pt x="110" y="102"/>
                  </a:lnTo>
                  <a:lnTo>
                    <a:pt x="110" y="304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4" name="Line 115">
              <a:extLst>
                <a:ext uri="{FF2B5EF4-FFF2-40B4-BE49-F238E27FC236}">
                  <a16:creationId xmlns:a16="http://schemas.microsoft.com/office/drawing/2014/main" id="{073698BF-7C8B-4574-8257-07B63154E2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7250" y="3540126"/>
              <a:ext cx="0" cy="239713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5" name="Freeform 116">
              <a:extLst>
                <a:ext uri="{FF2B5EF4-FFF2-40B4-BE49-F238E27FC236}">
                  <a16:creationId xmlns:a16="http://schemas.microsoft.com/office/drawing/2014/main" id="{BB5CC65F-01DD-41DF-A96A-0431D783ABF2}"/>
                </a:ext>
              </a:extLst>
            </p:cNvPr>
            <p:cNvSpPr/>
            <p:nvPr/>
          </p:nvSpPr>
          <p:spPr bwMode="auto">
            <a:xfrm>
              <a:off x="3046413" y="3589338"/>
              <a:ext cx="223837" cy="546100"/>
            </a:xfrm>
            <a:custGeom>
              <a:avLst/>
              <a:gdLst>
                <a:gd name="T0" fmla="*/ 30 w 141"/>
                <a:gd name="T1" fmla="*/ 344 h 344"/>
                <a:gd name="T2" fmla="*/ 30 w 141"/>
                <a:gd name="T3" fmla="*/ 101 h 344"/>
                <a:gd name="T4" fmla="*/ 0 w 141"/>
                <a:gd name="T5" fmla="*/ 101 h 344"/>
                <a:gd name="T6" fmla="*/ 0 w 141"/>
                <a:gd name="T7" fmla="*/ 92 h 344"/>
                <a:gd name="T8" fmla="*/ 70 w 141"/>
                <a:gd name="T9" fmla="*/ 0 h 344"/>
                <a:gd name="T10" fmla="*/ 141 w 141"/>
                <a:gd name="T11" fmla="*/ 92 h 344"/>
                <a:gd name="T12" fmla="*/ 141 w 141"/>
                <a:gd name="T13" fmla="*/ 101 h 344"/>
                <a:gd name="T14" fmla="*/ 110 w 141"/>
                <a:gd name="T15" fmla="*/ 101 h 344"/>
                <a:gd name="T16" fmla="*/ 110 w 141"/>
                <a:gd name="T17" fmla="*/ 212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344" extrusionOk="0">
                  <a:moveTo>
                    <a:pt x="30" y="344"/>
                  </a:moveTo>
                  <a:lnTo>
                    <a:pt x="30" y="101"/>
                  </a:lnTo>
                  <a:lnTo>
                    <a:pt x="0" y="101"/>
                  </a:lnTo>
                  <a:lnTo>
                    <a:pt x="0" y="92"/>
                  </a:lnTo>
                  <a:lnTo>
                    <a:pt x="70" y="0"/>
                  </a:lnTo>
                  <a:lnTo>
                    <a:pt x="141" y="92"/>
                  </a:lnTo>
                  <a:lnTo>
                    <a:pt x="141" y="101"/>
                  </a:lnTo>
                  <a:lnTo>
                    <a:pt x="110" y="101"/>
                  </a:lnTo>
                  <a:lnTo>
                    <a:pt x="110" y="212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6" name="Line 117">
              <a:extLst>
                <a:ext uri="{FF2B5EF4-FFF2-40B4-BE49-F238E27FC236}">
                  <a16:creationId xmlns:a16="http://schemas.microsoft.com/office/drawing/2014/main" id="{CA3874AA-4960-40AD-B142-6D71D9D5AD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7538" y="3829050"/>
              <a:ext cx="0" cy="174625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7" name="Freeform 118">
              <a:extLst>
                <a:ext uri="{FF2B5EF4-FFF2-40B4-BE49-F238E27FC236}">
                  <a16:creationId xmlns:a16="http://schemas.microsoft.com/office/drawing/2014/main" id="{40D672DA-BF94-47DB-A869-680EAF157CAE}"/>
                </a:ext>
              </a:extLst>
            </p:cNvPr>
            <p:cNvSpPr/>
            <p:nvPr/>
          </p:nvSpPr>
          <p:spPr bwMode="auto">
            <a:xfrm>
              <a:off x="2806700" y="3735388"/>
              <a:ext cx="223837" cy="400050"/>
            </a:xfrm>
            <a:custGeom>
              <a:avLst/>
              <a:gdLst>
                <a:gd name="T0" fmla="*/ 28 w 141"/>
                <a:gd name="T1" fmla="*/ 252 h 252"/>
                <a:gd name="T2" fmla="*/ 28 w 141"/>
                <a:gd name="T3" fmla="*/ 99 h 252"/>
                <a:gd name="T4" fmla="*/ 0 w 141"/>
                <a:gd name="T5" fmla="*/ 99 h 252"/>
                <a:gd name="T6" fmla="*/ 0 w 141"/>
                <a:gd name="T7" fmla="*/ 89 h 252"/>
                <a:gd name="T8" fmla="*/ 70 w 141"/>
                <a:gd name="T9" fmla="*/ 0 h 252"/>
                <a:gd name="T10" fmla="*/ 141 w 141"/>
                <a:gd name="T11" fmla="*/ 89 h 252"/>
                <a:gd name="T12" fmla="*/ 141 w 141"/>
                <a:gd name="T13" fmla="*/ 99 h 252"/>
                <a:gd name="T14" fmla="*/ 110 w 141"/>
                <a:gd name="T15" fmla="*/ 99 h 252"/>
                <a:gd name="T16" fmla="*/ 110 w 141"/>
                <a:gd name="T17" fmla="*/ 151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252" extrusionOk="0">
                  <a:moveTo>
                    <a:pt x="28" y="252"/>
                  </a:moveTo>
                  <a:lnTo>
                    <a:pt x="28" y="99"/>
                  </a:lnTo>
                  <a:lnTo>
                    <a:pt x="0" y="99"/>
                  </a:lnTo>
                  <a:lnTo>
                    <a:pt x="0" y="89"/>
                  </a:lnTo>
                  <a:lnTo>
                    <a:pt x="70" y="0"/>
                  </a:lnTo>
                  <a:lnTo>
                    <a:pt x="141" y="89"/>
                  </a:lnTo>
                  <a:lnTo>
                    <a:pt x="141" y="99"/>
                  </a:lnTo>
                  <a:lnTo>
                    <a:pt x="110" y="99"/>
                  </a:lnTo>
                  <a:lnTo>
                    <a:pt x="110" y="151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 dirty="0"/>
            </a:p>
          </p:txBody>
        </p:sp>
        <p:sp>
          <p:nvSpPr>
            <p:cNvPr id="138" name="Line 119">
              <a:extLst>
                <a:ext uri="{FF2B5EF4-FFF2-40B4-BE49-F238E27FC236}">
                  <a16:creationId xmlns:a16="http://schemas.microsoft.com/office/drawing/2014/main" id="{CFF2130E-AAC7-48FF-9CDA-8EC515717F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7825" y="3910013"/>
              <a:ext cx="0" cy="112713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9" name="Line 120">
              <a:extLst>
                <a:ext uri="{FF2B5EF4-FFF2-40B4-BE49-F238E27FC236}">
                  <a16:creationId xmlns:a16="http://schemas.microsoft.com/office/drawing/2014/main" id="{544F5AFC-AD94-4A4C-A3B8-F7029BEA16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7825" y="4052888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0" name="Line 121">
              <a:extLst>
                <a:ext uri="{FF2B5EF4-FFF2-40B4-BE49-F238E27FC236}">
                  <a16:creationId xmlns:a16="http://schemas.microsoft.com/office/drawing/2014/main" id="{53CAFB05-7257-4D3C-B43E-8C6DA3E3D7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7538" y="4038601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1" name="Line 122">
              <a:extLst>
                <a:ext uri="{FF2B5EF4-FFF2-40B4-BE49-F238E27FC236}">
                  <a16:creationId xmlns:a16="http://schemas.microsoft.com/office/drawing/2014/main" id="{859CAD95-4A8A-4C72-B099-B08C2FFB99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7250" y="3813176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</p:grpSp>
      <p:sp>
        <p:nvSpPr>
          <p:cNvPr id="117" name="Полилиния: фигура 41">
            <a:extLst>
              <a:ext uri="{FF2B5EF4-FFF2-40B4-BE49-F238E27FC236}">
                <a16:creationId xmlns:a16="http://schemas.microsoft.com/office/drawing/2014/main" id="{7CF0A3C3-B79A-4F24-9F9D-DAAB96417392}"/>
              </a:ext>
            </a:extLst>
          </p:cNvPr>
          <p:cNvSpPr>
            <a:spLocks/>
          </p:cNvSpPr>
          <p:nvPr/>
        </p:nvSpPr>
        <p:spPr>
          <a:xfrm>
            <a:off x="1649653" y="4856140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CDCCE53-120E-44A7-9805-9489414FDAE6}"/>
              </a:ext>
            </a:extLst>
          </p:cNvPr>
          <p:cNvSpPr txBox="1">
            <a:spLocks/>
          </p:cNvSpPr>
          <p:nvPr/>
        </p:nvSpPr>
        <p:spPr>
          <a:xfrm>
            <a:off x="2004717" y="4869919"/>
            <a:ext cx="2316911" cy="42453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Единая технологическая платформа</a:t>
            </a:r>
          </a:p>
        </p:txBody>
      </p:sp>
      <p:sp>
        <p:nvSpPr>
          <p:cNvPr id="280" name="Полилиния: фигура 41">
            <a:extLst>
              <a:ext uri="{FF2B5EF4-FFF2-40B4-BE49-F238E27FC236}">
                <a16:creationId xmlns:a16="http://schemas.microsoft.com/office/drawing/2014/main" id="{5A048DA4-7B3E-4C2D-B7AD-F875B6F97BB7}"/>
              </a:ext>
            </a:extLst>
          </p:cNvPr>
          <p:cNvSpPr>
            <a:spLocks/>
          </p:cNvSpPr>
          <p:nvPr/>
        </p:nvSpPr>
        <p:spPr>
          <a:xfrm>
            <a:off x="1649437" y="5337599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DF8A5647-13C9-473E-9123-01A88940DC94}"/>
              </a:ext>
            </a:extLst>
          </p:cNvPr>
          <p:cNvSpPr txBox="1">
            <a:spLocks/>
          </p:cNvSpPr>
          <p:nvPr/>
        </p:nvSpPr>
        <p:spPr>
          <a:xfrm>
            <a:off x="2004717" y="5351989"/>
            <a:ext cx="2316911" cy="42453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Непрерывное</a:t>
            </a:r>
            <a:br>
              <a:rPr lang="ru-RU" sz="1200" b="1" dirty="0">
                <a:solidFill>
                  <a:schemeClr val="tx2"/>
                </a:solidFill>
                <a:latin typeface="+mj-lt"/>
              </a:rPr>
            </a:br>
            <a:r>
              <a:rPr lang="ru-RU" sz="1200" b="1" dirty="0">
                <a:solidFill>
                  <a:schemeClr val="tx2"/>
                </a:solidFill>
                <a:latin typeface="+mj-lt"/>
              </a:rPr>
              <a:t>развитие данных</a:t>
            </a:r>
          </a:p>
        </p:txBody>
      </p:sp>
      <p:sp>
        <p:nvSpPr>
          <p:cNvPr id="282" name="Полилиния: фигура 41">
            <a:extLst>
              <a:ext uri="{FF2B5EF4-FFF2-40B4-BE49-F238E27FC236}">
                <a16:creationId xmlns:a16="http://schemas.microsoft.com/office/drawing/2014/main" id="{2BAE3655-0DA7-4309-A837-9A718820ACD6}"/>
              </a:ext>
            </a:extLst>
          </p:cNvPr>
          <p:cNvSpPr>
            <a:spLocks/>
          </p:cNvSpPr>
          <p:nvPr/>
        </p:nvSpPr>
        <p:spPr>
          <a:xfrm>
            <a:off x="1649437" y="5819064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875E4B-4995-4DB9-AF47-6992392102CA}"/>
              </a:ext>
            </a:extLst>
          </p:cNvPr>
          <p:cNvSpPr txBox="1">
            <a:spLocks/>
          </p:cNvSpPr>
          <p:nvPr/>
        </p:nvSpPr>
        <p:spPr>
          <a:xfrm>
            <a:off x="2004717" y="5834063"/>
            <a:ext cx="2316911" cy="42453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Внутренние и внешние </a:t>
            </a:r>
            <a:br>
              <a:rPr lang="ru-RU" sz="1200" b="1" dirty="0">
                <a:solidFill>
                  <a:schemeClr val="tx2"/>
                </a:solidFill>
                <a:latin typeface="+mj-lt"/>
              </a:rPr>
            </a:br>
            <a:r>
              <a:rPr lang="ru-RU" sz="1200" b="1" dirty="0">
                <a:solidFill>
                  <a:schemeClr val="tx2"/>
                </a:solidFill>
                <a:latin typeface="+mj-lt"/>
              </a:rPr>
              <a:t>AI-ассистенты</a:t>
            </a:r>
          </a:p>
        </p:txBody>
      </p:sp>
      <p:sp>
        <p:nvSpPr>
          <p:cNvPr id="66" name="Полилиния: фигура 41">
            <a:extLst>
              <a:ext uri="{FF2B5EF4-FFF2-40B4-BE49-F238E27FC236}">
                <a16:creationId xmlns:a16="http://schemas.microsoft.com/office/drawing/2014/main" id="{CF7B31CF-FD39-42E5-A095-CC95E53A8C52}"/>
              </a:ext>
            </a:extLst>
          </p:cNvPr>
          <p:cNvSpPr>
            <a:spLocks/>
          </p:cNvSpPr>
          <p:nvPr/>
        </p:nvSpPr>
        <p:spPr>
          <a:xfrm>
            <a:off x="1649413" y="4374681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5C053B-A715-4B1D-92E4-2DE4478D9F31}"/>
              </a:ext>
            </a:extLst>
          </p:cNvPr>
          <p:cNvSpPr txBox="1">
            <a:spLocks/>
          </p:cNvSpPr>
          <p:nvPr/>
        </p:nvSpPr>
        <p:spPr>
          <a:xfrm>
            <a:off x="2004717" y="4410073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Фокус команды 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на P&amp;L клиента</a:t>
            </a:r>
          </a:p>
        </p:txBody>
      </p:sp>
      <p:sp>
        <p:nvSpPr>
          <p:cNvPr id="58" name="Полилиния: фигура 41">
            <a:extLst>
              <a:ext uri="{FF2B5EF4-FFF2-40B4-BE49-F238E27FC236}">
                <a16:creationId xmlns:a16="http://schemas.microsoft.com/office/drawing/2014/main" id="{0A8371D0-2879-4283-A15A-87DEAB3AA2A4}"/>
              </a:ext>
            </a:extLst>
          </p:cNvPr>
          <p:cNvSpPr>
            <a:spLocks/>
          </p:cNvSpPr>
          <p:nvPr/>
        </p:nvSpPr>
        <p:spPr>
          <a:xfrm>
            <a:off x="1649413" y="3893222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671935-C44D-49CA-ACE1-4122B85FFC75}"/>
              </a:ext>
            </a:extLst>
          </p:cNvPr>
          <p:cNvSpPr txBox="1">
            <a:spLocks/>
          </p:cNvSpPr>
          <p:nvPr/>
        </p:nvSpPr>
        <p:spPr>
          <a:xfrm>
            <a:off x="2004717" y="3928003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Максимизация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отдачи на капитал</a:t>
            </a:r>
          </a:p>
        </p:txBody>
      </p:sp>
      <p:sp>
        <p:nvSpPr>
          <p:cNvPr id="59" name="Полилиния: фигура 41">
            <a:extLst>
              <a:ext uri="{FF2B5EF4-FFF2-40B4-BE49-F238E27FC236}">
                <a16:creationId xmlns:a16="http://schemas.microsoft.com/office/drawing/2014/main" id="{D1DCC5B1-83B9-49A6-BD09-6B0FDA39B685}"/>
              </a:ext>
            </a:extLst>
          </p:cNvPr>
          <p:cNvSpPr>
            <a:spLocks/>
          </p:cNvSpPr>
          <p:nvPr/>
        </p:nvSpPr>
        <p:spPr>
          <a:xfrm>
            <a:off x="1649413" y="3411763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05F10B-6D87-4F8E-A102-04912E303C05}"/>
              </a:ext>
            </a:extLst>
          </p:cNvPr>
          <p:cNvSpPr txBox="1">
            <a:spLocks/>
          </p:cNvSpPr>
          <p:nvPr/>
        </p:nvSpPr>
        <p:spPr>
          <a:xfrm>
            <a:off x="2004717" y="3445932"/>
            <a:ext cx="2316911" cy="38135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Интеграция 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в </a:t>
            </a:r>
            <a:r>
              <a:rPr lang="en-US" sz="1200" b="1" dirty="0">
                <a:solidFill>
                  <a:schemeClr val="bg1"/>
                </a:solidFill>
                <a:latin typeface="+mj-lt"/>
              </a:rPr>
              <a:t>core-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сценарии</a:t>
            </a:r>
          </a:p>
        </p:txBody>
      </p:sp>
      <p:sp>
        <p:nvSpPr>
          <p:cNvPr id="82" name="Полилиния: фигура 41">
            <a:extLst>
              <a:ext uri="{FF2B5EF4-FFF2-40B4-BE49-F238E27FC236}">
                <a16:creationId xmlns:a16="http://schemas.microsoft.com/office/drawing/2014/main" id="{9A134EA6-D5D6-414E-B6ED-EC6059066180}"/>
              </a:ext>
            </a:extLst>
          </p:cNvPr>
          <p:cNvSpPr>
            <a:spLocks/>
          </p:cNvSpPr>
          <p:nvPr/>
        </p:nvSpPr>
        <p:spPr>
          <a:xfrm>
            <a:off x="1649413" y="2930304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223049-CD3F-4C5A-8D6C-E66AD738390A}"/>
              </a:ext>
            </a:extLst>
          </p:cNvPr>
          <p:cNvSpPr txBox="1">
            <a:spLocks/>
          </p:cNvSpPr>
          <p:nvPr/>
        </p:nvSpPr>
        <p:spPr>
          <a:xfrm>
            <a:off x="2004717" y="2965449"/>
            <a:ext cx="2316911" cy="38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E2E-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управление </a:t>
            </a:r>
            <a:br>
              <a:rPr lang="en-US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сделкой</a:t>
            </a:r>
          </a:p>
        </p:txBody>
      </p:sp>
      <p:sp>
        <p:nvSpPr>
          <p:cNvPr id="80" name="Полилиния: фигура 41">
            <a:extLst>
              <a:ext uri="{FF2B5EF4-FFF2-40B4-BE49-F238E27FC236}">
                <a16:creationId xmlns:a16="http://schemas.microsoft.com/office/drawing/2014/main" id="{BAE515A4-9F5B-45BC-94A1-829356305E12}"/>
              </a:ext>
            </a:extLst>
          </p:cNvPr>
          <p:cNvSpPr>
            <a:spLocks/>
          </p:cNvSpPr>
          <p:nvPr/>
        </p:nvSpPr>
        <p:spPr>
          <a:xfrm>
            <a:off x="1649413" y="2448845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51D3396-8C17-4526-A7C1-D2A80B63342C}"/>
              </a:ext>
            </a:extLst>
          </p:cNvPr>
          <p:cNvSpPr txBox="1">
            <a:spLocks/>
          </p:cNvSpPr>
          <p:nvPr/>
        </p:nvSpPr>
        <p:spPr>
          <a:xfrm>
            <a:off x="2004717" y="2483379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E2E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-продажи</a:t>
            </a:r>
            <a:endParaRPr lang="en-US" sz="12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1" name="Полилиния: фигура 41">
            <a:extLst>
              <a:ext uri="{FF2B5EF4-FFF2-40B4-BE49-F238E27FC236}">
                <a16:creationId xmlns:a16="http://schemas.microsoft.com/office/drawing/2014/main" id="{92B5B07F-4BF2-4BB0-8C31-AF7C26DA667A}"/>
              </a:ext>
            </a:extLst>
          </p:cNvPr>
          <p:cNvSpPr>
            <a:spLocks/>
          </p:cNvSpPr>
          <p:nvPr/>
        </p:nvSpPr>
        <p:spPr>
          <a:xfrm>
            <a:off x="1649654" y="1485927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8BC68B9-6BD0-4845-8A13-EB4F88DA6132}"/>
              </a:ext>
            </a:extLst>
          </p:cNvPr>
          <p:cNvSpPr txBox="1">
            <a:spLocks/>
          </p:cNvSpPr>
          <p:nvPr/>
        </p:nvSpPr>
        <p:spPr>
          <a:xfrm>
            <a:off x="2004717" y="1520825"/>
            <a:ext cx="2316911" cy="3813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Единый </a:t>
            </a:r>
            <a:br>
              <a:rPr lang="en-US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рисковый лимит</a:t>
            </a:r>
          </a:p>
        </p:txBody>
      </p:sp>
      <p:sp>
        <p:nvSpPr>
          <p:cNvPr id="126" name="Полилиния: фигура 41">
            <a:extLst>
              <a:ext uri="{FF2B5EF4-FFF2-40B4-BE49-F238E27FC236}">
                <a16:creationId xmlns:a16="http://schemas.microsoft.com/office/drawing/2014/main" id="{238D7906-8947-440E-9BD0-4128E0EDB5F0}"/>
              </a:ext>
            </a:extLst>
          </p:cNvPr>
          <p:cNvSpPr>
            <a:spLocks/>
          </p:cNvSpPr>
          <p:nvPr/>
        </p:nvSpPr>
        <p:spPr>
          <a:xfrm>
            <a:off x="1649413" y="1967386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823D09D-40D4-408B-8DDF-A30967B94B30}"/>
              </a:ext>
            </a:extLst>
          </p:cNvPr>
          <p:cNvSpPr txBox="1">
            <a:spLocks/>
          </p:cNvSpPr>
          <p:nvPr/>
        </p:nvSpPr>
        <p:spPr>
          <a:xfrm>
            <a:off x="2004717" y="2002896"/>
            <a:ext cx="2316911" cy="38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Full approve</a:t>
            </a:r>
          </a:p>
        </p:txBody>
      </p:sp>
      <p:sp>
        <p:nvSpPr>
          <p:cNvPr id="115" name="Полилиния: фигура 41">
            <a:extLst>
              <a:ext uri="{FF2B5EF4-FFF2-40B4-BE49-F238E27FC236}">
                <a16:creationId xmlns:a16="http://schemas.microsoft.com/office/drawing/2014/main" id="{79810BDC-E3A1-4F99-8879-2F028170DA1F}"/>
              </a:ext>
            </a:extLst>
          </p:cNvPr>
          <p:cNvSpPr>
            <a:spLocks/>
          </p:cNvSpPr>
          <p:nvPr/>
        </p:nvSpPr>
        <p:spPr>
          <a:xfrm>
            <a:off x="4527848" y="5337175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Внутр</a:t>
            </a:r>
            <a:r>
              <a:rPr lang="ru-RU" sz="1200" dirty="0">
                <a:solidFill>
                  <a:schemeClr val="tx1"/>
                </a:solidFill>
              </a:rPr>
              <a:t>., внешние и данные группы для расширенного цифрового профиля клиента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Полилиния: фигура 41">
            <a:extLst>
              <a:ext uri="{FF2B5EF4-FFF2-40B4-BE49-F238E27FC236}">
                <a16:creationId xmlns:a16="http://schemas.microsoft.com/office/drawing/2014/main" id="{287470D3-99B6-445D-B99D-4173D1D619C8}"/>
              </a:ext>
            </a:extLst>
          </p:cNvPr>
          <p:cNvSpPr>
            <a:spLocks/>
          </p:cNvSpPr>
          <p:nvPr/>
        </p:nvSpPr>
        <p:spPr>
          <a:xfrm>
            <a:off x="4527848" y="5819064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Сопровождение клиента и поддержка КМ в подборе и выдаче оптимального решения</a:t>
            </a:r>
          </a:p>
        </p:txBody>
      </p:sp>
      <p:sp>
        <p:nvSpPr>
          <p:cNvPr id="62" name="Полилиния: фигура 41">
            <a:extLst>
              <a:ext uri="{FF2B5EF4-FFF2-40B4-BE49-F238E27FC236}">
                <a16:creationId xmlns:a16="http://schemas.microsoft.com/office/drawing/2014/main" id="{58F99067-F132-4F9D-8AD6-DECFE2E1A5F6}"/>
              </a:ext>
            </a:extLst>
          </p:cNvPr>
          <p:cNvSpPr>
            <a:spLocks/>
          </p:cNvSpPr>
          <p:nvPr/>
        </p:nvSpPr>
        <p:spPr>
          <a:xfrm>
            <a:off x="4527848" y="485616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Единые BPM-движки и риск-контур для всех продуктов финансирования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8" name="Полилиния: фигура 41">
            <a:extLst>
              <a:ext uri="{FF2B5EF4-FFF2-40B4-BE49-F238E27FC236}">
                <a16:creationId xmlns:a16="http://schemas.microsoft.com/office/drawing/2014/main" id="{DE8A2097-27AD-4D6F-B1A6-1BAF949F1DA4}"/>
              </a:ext>
            </a:extLst>
          </p:cNvPr>
          <p:cNvSpPr>
            <a:spLocks/>
          </p:cNvSpPr>
          <p:nvPr/>
        </p:nvSpPr>
        <p:spPr>
          <a:xfrm>
            <a:off x="4527848" y="437515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Уход от маржи отд. продукта на кошелёк / CLTV и развитие дистрибуции на сегмент 500-1 000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7" name="Полилиния: фигура 41">
            <a:extLst>
              <a:ext uri="{FF2B5EF4-FFF2-40B4-BE49-F238E27FC236}">
                <a16:creationId xmlns:a16="http://schemas.microsoft.com/office/drawing/2014/main" id="{0695E581-7494-41A2-9D91-8AAF406E3C42}"/>
              </a:ext>
            </a:extLst>
          </p:cNvPr>
          <p:cNvSpPr>
            <a:spLocks/>
          </p:cNvSpPr>
          <p:nvPr/>
        </p:nvSpPr>
        <p:spPr>
          <a:xfrm>
            <a:off x="4527848" y="389255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Выбор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с максимальным значением «маржа × вероятность продажи»</a:t>
            </a:r>
          </a:p>
        </p:txBody>
      </p:sp>
      <p:sp>
        <p:nvSpPr>
          <p:cNvPr id="72" name="Полилиния: фигура 41">
            <a:extLst>
              <a:ext uri="{FF2B5EF4-FFF2-40B4-BE49-F238E27FC236}">
                <a16:creationId xmlns:a16="http://schemas.microsoft.com/office/drawing/2014/main" id="{9608FB95-7091-4EE7-B3DF-EAF82BE940D3}"/>
              </a:ext>
            </a:extLst>
          </p:cNvPr>
          <p:cNvSpPr>
            <a:spLocks/>
          </p:cNvSpPr>
          <p:nvPr/>
        </p:nvSpPr>
        <p:spPr>
          <a:xfrm>
            <a:off x="4527848" y="3411538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Доставка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 в клиентские Daily-операции и каналы, в т.ч. внешние</a:t>
            </a:r>
          </a:p>
        </p:txBody>
      </p:sp>
      <p:sp>
        <p:nvSpPr>
          <p:cNvPr id="84" name="Полилиния: фигура 41">
            <a:extLst>
              <a:ext uri="{FF2B5EF4-FFF2-40B4-BE49-F238E27FC236}">
                <a16:creationId xmlns:a16="http://schemas.microsoft.com/office/drawing/2014/main" id="{32F0239F-645F-4E9D-8890-FA340F036D7B}"/>
              </a:ext>
            </a:extLst>
          </p:cNvPr>
          <p:cNvSpPr>
            <a:spLocks/>
          </p:cNvSpPr>
          <p:nvPr/>
        </p:nvSpPr>
        <p:spPr>
          <a:xfrm>
            <a:off x="4527848" y="2930525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Контроль и автоматизация от выдачи до повторного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/ взыскания в EWS</a:t>
            </a:r>
          </a:p>
        </p:txBody>
      </p:sp>
      <p:sp>
        <p:nvSpPr>
          <p:cNvPr id="83" name="Полилиния: фигура 41">
            <a:extLst>
              <a:ext uri="{FF2B5EF4-FFF2-40B4-BE49-F238E27FC236}">
                <a16:creationId xmlns:a16="http://schemas.microsoft.com/office/drawing/2014/main" id="{7F1C5790-7373-4F99-9BC7-88B9F8FCEB2C}"/>
              </a:ext>
            </a:extLst>
          </p:cNvPr>
          <p:cNvSpPr>
            <a:spLocks/>
          </p:cNvSpPr>
          <p:nvPr/>
        </p:nvSpPr>
        <p:spPr>
          <a:xfrm>
            <a:off x="4527848" y="244951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Перевод сделок с низким и средним чеком в Е2Е-канал (в т.ч. продажи через АБМ)  </a:t>
            </a:r>
          </a:p>
        </p:txBody>
      </p:sp>
      <p:sp>
        <p:nvSpPr>
          <p:cNvPr id="87" name="Полилиния: фигура 41">
            <a:extLst>
              <a:ext uri="{FF2B5EF4-FFF2-40B4-BE49-F238E27FC236}">
                <a16:creationId xmlns:a16="http://schemas.microsoft.com/office/drawing/2014/main" id="{8A5E9AC9-236C-470B-99DB-471BD212A754}"/>
              </a:ext>
            </a:extLst>
          </p:cNvPr>
          <p:cNvSpPr>
            <a:spLocks/>
          </p:cNvSpPr>
          <p:nvPr/>
        </p:nvSpPr>
        <p:spPr>
          <a:xfrm>
            <a:off x="4527848" y="148590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Сквозное покрытие клиентских потребностей, вкл. лизинг, ЭБГ, факторинг</a:t>
            </a:r>
          </a:p>
        </p:txBody>
      </p:sp>
      <p:sp>
        <p:nvSpPr>
          <p:cNvPr id="128" name="Полилиния: фигура 41">
            <a:extLst>
              <a:ext uri="{FF2B5EF4-FFF2-40B4-BE49-F238E27FC236}">
                <a16:creationId xmlns:a16="http://schemas.microsoft.com/office/drawing/2014/main" id="{B3930FD4-95BA-4157-B0CA-215B5D6989CC}"/>
              </a:ext>
            </a:extLst>
          </p:cNvPr>
          <p:cNvSpPr>
            <a:spLocks/>
          </p:cNvSpPr>
          <p:nvPr/>
        </p:nvSpPr>
        <p:spPr>
          <a:xfrm>
            <a:off x="4527848" y="196691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Предодобы</a:t>
            </a:r>
            <a:r>
              <a:rPr lang="ru-RU" sz="1200" dirty="0">
                <a:solidFill>
                  <a:schemeClr val="tx1"/>
                </a:solidFill>
              </a:rPr>
              <a:t> для всего доступного рынка, нишевые решения (</a:t>
            </a:r>
            <a:r>
              <a:rPr lang="ru-RU" sz="1200" dirty="0" err="1">
                <a:solidFill>
                  <a:schemeClr val="tx1"/>
                </a:solidFill>
              </a:rPr>
              <a:t>селлеры</a:t>
            </a:r>
            <a:r>
              <a:rPr lang="ru-RU" sz="1200" dirty="0">
                <a:solidFill>
                  <a:schemeClr val="tx1"/>
                </a:solidFill>
              </a:rPr>
              <a:t>, КМСП) и </a:t>
            </a:r>
            <a:r>
              <a:rPr lang="ru-RU" sz="1200" dirty="0" err="1">
                <a:solidFill>
                  <a:schemeClr val="tx1"/>
                </a:solidFill>
              </a:rPr>
              <a:t>Low&amp;Grow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8863DA5-84A7-48C3-A8E9-7ADFE5DCF944}"/>
              </a:ext>
            </a:extLst>
          </p:cNvPr>
          <p:cNvSpPr/>
          <p:nvPr/>
        </p:nvSpPr>
        <p:spPr>
          <a:xfrm>
            <a:off x="11081657" y="164708"/>
            <a:ext cx="642257" cy="739024"/>
          </a:xfrm>
          <a:prstGeom prst="rect">
            <a:avLst/>
          </a:prstGeom>
          <a:solidFill>
            <a:schemeClr val="bg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6AAA2E-32F6-4F04-8267-68CF54F506DA}"/>
              </a:ext>
            </a:extLst>
          </p:cNvPr>
          <p:cNvSpPr txBox="1">
            <a:spLocks/>
          </p:cNvSpPr>
          <p:nvPr/>
        </p:nvSpPr>
        <p:spPr>
          <a:xfrm>
            <a:off x="549301" y="1529399"/>
            <a:ext cx="977862" cy="2254965"/>
          </a:xfrm>
          <a:prstGeom prst="rect">
            <a:avLst/>
          </a:prstGeom>
          <a:noFill/>
        </p:spPr>
        <p:txBody>
          <a:bodyPr vert="horz" wrap="square" lIns="0" tIns="14400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100" b="1" dirty="0">
                <a:solidFill>
                  <a:schemeClr val="accent1"/>
                </a:solidFill>
                <a:latin typeface="+mj-lt"/>
              </a:rPr>
              <a:t>Ключевые </a:t>
            </a:r>
            <a:r>
              <a:rPr lang="ru-RU" sz="1100" b="1" dirty="0" err="1">
                <a:solidFill>
                  <a:schemeClr val="accent1"/>
                </a:solidFill>
                <a:latin typeface="+mj-lt"/>
              </a:rPr>
              <a:t>направле-ния</a:t>
            </a:r>
            <a:r>
              <a:rPr lang="ru-RU" sz="1100" b="1" dirty="0">
                <a:solidFill>
                  <a:schemeClr val="accent1"/>
                </a:solidFill>
                <a:latin typeface="+mj-lt"/>
              </a:rPr>
              <a:t> развития</a:t>
            </a:r>
            <a:endParaRPr lang="en-US" sz="11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9931A4F7-F9CA-4FC2-9E63-05558913EEDC}"/>
              </a:ext>
            </a:extLst>
          </p:cNvPr>
          <p:cNvSpPr txBox="1">
            <a:spLocks/>
          </p:cNvSpPr>
          <p:nvPr/>
        </p:nvSpPr>
        <p:spPr>
          <a:xfrm>
            <a:off x="1686483" y="1524000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F8C5F1A-A211-4947-9D52-304487383375}"/>
              </a:ext>
            </a:extLst>
          </p:cNvPr>
          <p:cNvSpPr txBox="1">
            <a:spLocks/>
          </p:cNvSpPr>
          <p:nvPr/>
        </p:nvSpPr>
        <p:spPr>
          <a:xfrm>
            <a:off x="1686483" y="200578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EF9583D6-0016-4ABF-9037-0BA8C72FDE6E}"/>
              </a:ext>
            </a:extLst>
          </p:cNvPr>
          <p:cNvSpPr txBox="1">
            <a:spLocks/>
          </p:cNvSpPr>
          <p:nvPr/>
        </p:nvSpPr>
        <p:spPr>
          <a:xfrm>
            <a:off x="1686483" y="2501259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3E5EAE86-3309-4902-A6AA-18D53DA0ABB6}"/>
              </a:ext>
            </a:extLst>
          </p:cNvPr>
          <p:cNvSpPr txBox="1">
            <a:spLocks/>
          </p:cNvSpPr>
          <p:nvPr/>
        </p:nvSpPr>
        <p:spPr>
          <a:xfrm>
            <a:off x="1686483" y="2968706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51F5B99-46A0-474F-A3C3-E2AA25A4C834}"/>
              </a:ext>
            </a:extLst>
          </p:cNvPr>
          <p:cNvSpPr txBox="1">
            <a:spLocks/>
          </p:cNvSpPr>
          <p:nvPr/>
        </p:nvSpPr>
        <p:spPr>
          <a:xfrm>
            <a:off x="1686483" y="3450141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CC37180-9D21-4821-B8C8-7B7C6D973B07}"/>
              </a:ext>
            </a:extLst>
          </p:cNvPr>
          <p:cNvSpPr txBox="1">
            <a:spLocks/>
          </p:cNvSpPr>
          <p:nvPr/>
        </p:nvSpPr>
        <p:spPr>
          <a:xfrm>
            <a:off x="1686483" y="3931624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0D43B409-C7BC-4986-940D-D42110292345}"/>
              </a:ext>
            </a:extLst>
          </p:cNvPr>
          <p:cNvSpPr txBox="1">
            <a:spLocks/>
          </p:cNvSpPr>
          <p:nvPr/>
        </p:nvSpPr>
        <p:spPr>
          <a:xfrm>
            <a:off x="1686483" y="4427094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7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EA1C232-E0BD-43B2-A5D9-1E7BADF1B9F8}"/>
              </a:ext>
            </a:extLst>
          </p:cNvPr>
          <p:cNvSpPr txBox="1">
            <a:spLocks/>
          </p:cNvSpPr>
          <p:nvPr/>
        </p:nvSpPr>
        <p:spPr>
          <a:xfrm>
            <a:off x="1686483" y="489848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8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AA95669C-DD3B-4F8B-9A82-F5627828E5C5}"/>
              </a:ext>
            </a:extLst>
          </p:cNvPr>
          <p:cNvSpPr txBox="1">
            <a:spLocks/>
          </p:cNvSpPr>
          <p:nvPr/>
        </p:nvSpPr>
        <p:spPr>
          <a:xfrm>
            <a:off x="1686483" y="5369725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9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74DD1D1-CB77-4D6F-8AED-5F8149FAFC95}"/>
              </a:ext>
            </a:extLst>
          </p:cNvPr>
          <p:cNvSpPr txBox="1">
            <a:spLocks/>
          </p:cNvSpPr>
          <p:nvPr/>
        </p:nvSpPr>
        <p:spPr>
          <a:xfrm>
            <a:off x="1686483" y="584134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/>
                </a:solidFill>
                <a:latin typeface="+mj-lt"/>
              </a:rPr>
              <a:t>10</a:t>
            </a:r>
          </a:p>
        </p:txBody>
      </p:sp>
      <p:pic>
        <p:nvPicPr>
          <p:cNvPr id="7" name="CustomIcon">
            <a:extLst>
              <a:ext uri="{FF2B5EF4-FFF2-40B4-BE49-F238E27FC236}">
                <a16:creationId xmlns:a16="http://schemas.microsoft.com/office/drawing/2014/main" id="{04139C22-1BBD-47D8-B70E-B6AD4027D3D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1573239"/>
            <a:ext cx="290740" cy="290740"/>
          </a:xfrm>
          <a:prstGeom prst="rect">
            <a:avLst/>
          </a:prstGeom>
        </p:spPr>
      </p:pic>
      <p:pic>
        <p:nvPicPr>
          <p:cNvPr id="85" name="CustomIcon">
            <a:extLst>
              <a:ext uri="{FF2B5EF4-FFF2-40B4-BE49-F238E27FC236}">
                <a16:creationId xmlns:a16="http://schemas.microsoft.com/office/drawing/2014/main" id="{9812E16A-924E-4715-8F9D-587CE5611FED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2054398"/>
            <a:ext cx="290740" cy="290740"/>
          </a:xfrm>
          <a:prstGeom prst="rect">
            <a:avLst/>
          </a:prstGeom>
        </p:spPr>
      </p:pic>
      <p:pic>
        <p:nvPicPr>
          <p:cNvPr id="86" name="CustomIcon">
            <a:extLst>
              <a:ext uri="{FF2B5EF4-FFF2-40B4-BE49-F238E27FC236}">
                <a16:creationId xmlns:a16="http://schemas.microsoft.com/office/drawing/2014/main" id="{11819818-6DCE-4740-9EB4-580B5BC23687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3002125"/>
            <a:ext cx="290740" cy="290740"/>
          </a:xfrm>
          <a:prstGeom prst="rect">
            <a:avLst/>
          </a:prstGeom>
        </p:spPr>
      </p:pic>
      <p:pic>
        <p:nvPicPr>
          <p:cNvPr id="88" name="CustomIcon">
            <a:extLst>
              <a:ext uri="{FF2B5EF4-FFF2-40B4-BE49-F238E27FC236}">
                <a16:creationId xmlns:a16="http://schemas.microsoft.com/office/drawing/2014/main" id="{E6B14EE0-FF32-4C80-980F-69881879C69E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5403377"/>
            <a:ext cx="290740" cy="290740"/>
          </a:xfrm>
          <a:prstGeom prst="rect">
            <a:avLst/>
          </a:prstGeom>
        </p:spPr>
      </p:pic>
      <p:pic>
        <p:nvPicPr>
          <p:cNvPr id="97" name="CustomIcon">
            <a:extLst>
              <a:ext uri="{FF2B5EF4-FFF2-40B4-BE49-F238E27FC236}">
                <a16:creationId xmlns:a16="http://schemas.microsoft.com/office/drawing/2014/main" id="{65214FA0-D0E9-4B15-85F6-2A10657FDCF7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79213" y="964334"/>
            <a:ext cx="255544" cy="2555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E6543C-1FDB-4DF2-A438-6DFCE6D1D62E}"/>
              </a:ext>
            </a:extLst>
          </p:cNvPr>
          <p:cNvSpPr txBox="1"/>
          <p:nvPr/>
        </p:nvSpPr>
        <p:spPr>
          <a:xfrm>
            <a:off x="10487942" y="1019048"/>
            <a:ext cx="1143885" cy="12311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800" dirty="0"/>
              <a:t>Детализировано далее</a:t>
            </a:r>
            <a:endParaRPr lang="en-US" sz="8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59AD84D-73AA-49E2-B651-A3998B6161C0}"/>
              </a:ext>
            </a:extLst>
          </p:cNvPr>
          <p:cNvSpPr txBox="1"/>
          <p:nvPr/>
        </p:nvSpPr>
        <p:spPr>
          <a:xfrm>
            <a:off x="8364356" y="72480"/>
            <a:ext cx="3380245" cy="12311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r"/>
            <a:r>
              <a:rPr lang="ru-RU" sz="800" b="1" dirty="0">
                <a:solidFill>
                  <a:schemeClr val="accent1"/>
                </a:solidFill>
              </a:rPr>
              <a:t>ПРЕДВАРИТЕЛЬНО, ДЛЯ ОБСУЖДЕНИЯ</a:t>
            </a:r>
          </a:p>
        </p:txBody>
      </p:sp>
    </p:spTree>
    <p:extLst>
      <p:ext uri="{BB962C8B-B14F-4D97-AF65-F5344CB8AC3E}">
        <p14:creationId xmlns:p14="http://schemas.microsoft.com/office/powerpoint/2010/main" val="1392055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rIns="0"/>
          <a:lstStyle/>
          <a:p>
            <a:r>
              <a:rPr lang="ru-RU" dirty="0">
                <a:solidFill>
                  <a:schemeClr val="accent1"/>
                </a:solidFill>
              </a:rPr>
              <a:t>Калибровка инициатив: </a:t>
            </a:r>
            <a:r>
              <a:rPr lang="ru-RU" dirty="0"/>
              <a:t>все драйверы прибыли закрыты; узкие места — микс каналов и EWS (03, 04)</a:t>
            </a:r>
          </a:p>
        </p:txBody>
      </p:sp>
      <p:sp>
        <p:nvSpPr>
          <p:cNvPr id="100" name="Zebra"/>
          <p:cNvSpPr/>
          <p:nvPr/>
        </p:nvSpPr>
        <p:spPr>
          <a:xfrm>
            <a:off x="502920" y="268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1" name="Zebra"/>
          <p:cNvSpPr/>
          <p:nvPr/>
        </p:nvSpPr>
        <p:spPr>
          <a:xfrm>
            <a:off x="502920" y="352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2" name="Zebra"/>
          <p:cNvSpPr/>
          <p:nvPr/>
        </p:nvSpPr>
        <p:spPr>
          <a:xfrm>
            <a:off x="502920" y="436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3" name="Zebra"/>
          <p:cNvSpPr/>
          <p:nvPr/>
        </p:nvSpPr>
        <p:spPr>
          <a:xfrm>
            <a:off x="502920" y="520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4" name="Zebra"/>
          <p:cNvSpPr/>
          <p:nvPr/>
        </p:nvSpPr>
        <p:spPr>
          <a:xfrm>
            <a:off x="502920" y="604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5" name="Sep"/>
          <p:cNvSpPr/>
          <p:nvPr/>
        </p:nvSpPr>
        <p:spPr>
          <a:xfrm>
            <a:off x="492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6" name="Sep"/>
          <p:cNvSpPr/>
          <p:nvPr/>
        </p:nvSpPr>
        <p:spPr>
          <a:xfrm>
            <a:off x="644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7" name="Sep"/>
          <p:cNvSpPr/>
          <p:nvPr/>
        </p:nvSpPr>
        <p:spPr>
          <a:xfrm>
            <a:off x="796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8" name="Sep"/>
          <p:cNvSpPr/>
          <p:nvPr/>
        </p:nvSpPr>
        <p:spPr>
          <a:xfrm>
            <a:off x="948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9" name="GroupHdr"/>
          <p:cNvSpPr txBox="1"/>
          <p:nvPr/>
        </p:nvSpPr>
        <p:spPr>
          <a:xfrm>
            <a:off x="340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# клиентов — текущие (E2B)</a:t>
            </a:r>
          </a:p>
        </p:txBody>
      </p:sp>
      <p:sp>
        <p:nvSpPr>
          <p:cNvPr id="110" name="GroupLine"/>
          <p:cNvSpPr/>
          <p:nvPr/>
        </p:nvSpPr>
        <p:spPr>
          <a:xfrm>
            <a:off x="343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1" name="GroupHdr"/>
          <p:cNvSpPr txBox="1"/>
          <p:nvPr/>
        </p:nvSpPr>
        <p:spPr>
          <a:xfrm>
            <a:off x="492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# клиентов — новые (N2B)</a:t>
            </a:r>
          </a:p>
        </p:txBody>
      </p:sp>
      <p:sp>
        <p:nvSpPr>
          <p:cNvPr id="112" name="GroupLine"/>
          <p:cNvSpPr/>
          <p:nvPr/>
        </p:nvSpPr>
        <p:spPr>
          <a:xfrm>
            <a:off x="495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3" name="GroupHdr"/>
          <p:cNvSpPr txBox="1"/>
          <p:nvPr/>
        </p:nvSpPr>
        <p:spPr>
          <a:xfrm>
            <a:off x="644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Доп. доходы</a:t>
            </a:r>
          </a:p>
        </p:txBody>
      </p:sp>
      <p:sp>
        <p:nvSpPr>
          <p:cNvPr id="114" name="GroupLine"/>
          <p:cNvSpPr/>
          <p:nvPr/>
        </p:nvSpPr>
        <p:spPr>
          <a:xfrm>
            <a:off x="647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5" name="GroupHdr"/>
          <p:cNvSpPr txBox="1"/>
          <p:nvPr/>
        </p:nvSpPr>
        <p:spPr>
          <a:xfrm>
            <a:off x="796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Мрасх</a:t>
            </a:r>
          </a:p>
        </p:txBody>
      </p:sp>
      <p:sp>
        <p:nvSpPr>
          <p:cNvPr id="116" name="GroupLine"/>
          <p:cNvSpPr/>
          <p:nvPr/>
        </p:nvSpPr>
        <p:spPr>
          <a:xfrm>
            <a:off x="799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7" name="GroupHdr"/>
          <p:cNvSpPr txBox="1"/>
          <p:nvPr/>
        </p:nvSpPr>
        <p:spPr>
          <a:xfrm>
            <a:off x="9480000" y="1390000"/>
            <a:ext cx="228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Мриск (гипотеза)</a:t>
            </a:r>
          </a:p>
        </p:txBody>
      </p:sp>
      <p:sp>
        <p:nvSpPr>
          <p:cNvPr id="118" name="GroupLine"/>
          <p:cNvSpPr/>
          <p:nvPr/>
        </p:nvSpPr>
        <p:spPr>
          <a:xfrm>
            <a:off x="9510000" y="1660000"/>
            <a:ext cx="222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9" name="ColHdr"/>
          <p:cNvSpPr txBox="1"/>
          <p:nvPr/>
        </p:nvSpPr>
        <p:spPr>
          <a:xfrm>
            <a:off x="34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Покрытие предодобр. офферами</a:t>
            </a:r>
          </a:p>
        </p:txBody>
      </p:sp>
      <p:sp>
        <p:nvSpPr>
          <p:cNvPr id="120" name="ColHdr"/>
          <p:cNvSpPr txBox="1"/>
          <p:nvPr/>
        </p:nvSpPr>
        <p:spPr>
          <a:xfrm>
            <a:off x="418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Конверсия в выдачу (TR)</a:t>
            </a:r>
          </a:p>
        </p:txBody>
      </p:sp>
      <p:sp>
        <p:nvSpPr>
          <p:cNvPr id="121" name="ColHdr"/>
          <p:cNvSpPr txBox="1"/>
          <p:nvPr/>
        </p:nvSpPr>
        <p:spPr>
          <a:xfrm>
            <a:off x="494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Входящий поток лидов</a:t>
            </a:r>
          </a:p>
        </p:txBody>
      </p:sp>
      <p:sp>
        <p:nvSpPr>
          <p:cNvPr id="122" name="ColHdr"/>
          <p:cNvSpPr txBox="1"/>
          <p:nvPr/>
        </p:nvSpPr>
        <p:spPr>
          <a:xfrm>
            <a:off x="570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Конверсии по этапам (AR, TR)</a:t>
            </a:r>
          </a:p>
        </p:txBody>
      </p:sp>
      <p:sp>
        <p:nvSpPr>
          <p:cNvPr id="123" name="ColHdr"/>
          <p:cNvSpPr txBox="1"/>
          <p:nvPr/>
        </p:nvSpPr>
        <p:spPr>
          <a:xfrm>
            <a:off x="646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Срок жизни с кредитом</a:t>
            </a:r>
          </a:p>
        </p:txBody>
      </p:sp>
      <p:sp>
        <p:nvSpPr>
          <p:cNvPr id="124" name="ColHdr"/>
          <p:cNvSpPr txBox="1"/>
          <p:nvPr/>
        </p:nvSpPr>
        <p:spPr>
          <a:xfrm>
            <a:off x="72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Транзакц. доход на клиента</a:t>
            </a:r>
          </a:p>
        </p:txBody>
      </p:sp>
      <p:sp>
        <p:nvSpPr>
          <p:cNvPr id="125" name="ColHdr"/>
          <p:cNvSpPr txBox="1"/>
          <p:nvPr/>
        </p:nvSpPr>
        <p:spPr>
          <a:xfrm>
            <a:off x="798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Микс каналов (доля E2E)</a:t>
            </a:r>
          </a:p>
        </p:txBody>
      </p:sp>
      <p:sp>
        <p:nvSpPr>
          <p:cNvPr id="126" name="ColHdr"/>
          <p:cNvSpPr txBox="1"/>
          <p:nvPr/>
        </p:nvSpPr>
        <p:spPr>
          <a:xfrm>
            <a:off x="874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Unit-cost выдачи и сопровождения</a:t>
            </a:r>
          </a:p>
        </p:txBody>
      </p:sp>
      <p:sp>
        <p:nvSpPr>
          <p:cNvPr id="127" name="ColHdr"/>
          <p:cNvSpPr txBox="1"/>
          <p:nvPr/>
        </p:nvSpPr>
        <p:spPr>
          <a:xfrm>
            <a:off x="950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Точность отбора (PD, данные)</a:t>
            </a:r>
          </a:p>
        </p:txBody>
      </p:sp>
      <p:sp>
        <p:nvSpPr>
          <p:cNvPr id="128" name="ColHdr"/>
          <p:cNvSpPr txBox="1"/>
          <p:nvPr/>
        </p:nvSpPr>
        <p:spPr>
          <a:xfrm>
            <a:off x="1026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LGD: EWS и взыскание</a:t>
            </a:r>
          </a:p>
        </p:txBody>
      </p:sp>
      <p:sp>
        <p:nvSpPr>
          <p:cNvPr id="129" name="ColHdr"/>
          <p:cNvSpPr txBox="1"/>
          <p:nvPr/>
        </p:nvSpPr>
        <p:spPr>
          <a:xfrm>
            <a:off x="110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Риск-аппетит и структура притока</a:t>
            </a:r>
          </a:p>
        </p:txBody>
      </p:sp>
      <p:sp>
        <p:nvSpPr>
          <p:cNvPr id="130" name="InitLbl"/>
          <p:cNvSpPr txBox="1"/>
          <p:nvPr/>
        </p:nvSpPr>
        <p:spPr>
          <a:xfrm>
            <a:off x="502920" y="228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01</a:t>
            </a:r>
            <a:r>
              <a:rPr lang="ru-RU" sz="850" dirty="0">
                <a:solidFill>
                  <a:schemeClr val="tx1"/>
                </a:solidFill>
              </a:rPr>
              <a:t>   Единый рисковый лимит</a:t>
            </a:r>
          </a:p>
        </p:txBody>
      </p:sp>
      <p:sp>
        <p:nvSpPr>
          <p:cNvPr id="131" name="Mark"/>
          <p:cNvSpPr/>
          <p:nvPr/>
        </p:nvSpPr>
        <p:spPr>
          <a:xfrm>
            <a:off x="3705000" y="239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2" name="Mark"/>
          <p:cNvSpPr/>
          <p:nvPr/>
        </p:nvSpPr>
        <p:spPr>
          <a:xfrm>
            <a:off x="599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3" name="Mark"/>
          <p:cNvSpPr/>
          <p:nvPr/>
        </p:nvSpPr>
        <p:spPr>
          <a:xfrm>
            <a:off x="675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4" name="Mark"/>
          <p:cNvSpPr/>
          <p:nvPr/>
        </p:nvSpPr>
        <p:spPr>
          <a:xfrm>
            <a:off x="1131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5" name="InitLbl"/>
          <p:cNvSpPr txBox="1"/>
          <p:nvPr/>
        </p:nvSpPr>
        <p:spPr>
          <a:xfrm>
            <a:off x="502920" y="270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02</a:t>
            </a:r>
            <a:r>
              <a:rPr lang="ru-RU" sz="850" dirty="0">
                <a:solidFill>
                  <a:schemeClr val="tx1"/>
                </a:solidFill>
              </a:rPr>
              <a:t>   Full approve</a:t>
            </a:r>
          </a:p>
        </p:txBody>
      </p:sp>
      <p:sp>
        <p:nvSpPr>
          <p:cNvPr id="136" name="Mark"/>
          <p:cNvSpPr/>
          <p:nvPr/>
        </p:nvSpPr>
        <p:spPr>
          <a:xfrm>
            <a:off x="370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7" name="Mark"/>
          <p:cNvSpPr/>
          <p:nvPr/>
        </p:nvSpPr>
        <p:spPr>
          <a:xfrm>
            <a:off x="522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8" name="Mark"/>
          <p:cNvSpPr/>
          <p:nvPr/>
        </p:nvSpPr>
        <p:spPr>
          <a:xfrm>
            <a:off x="598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9" name="Mark"/>
          <p:cNvSpPr/>
          <p:nvPr/>
        </p:nvSpPr>
        <p:spPr>
          <a:xfrm>
            <a:off x="9790000" y="28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0" name="Mark"/>
          <p:cNvSpPr/>
          <p:nvPr/>
        </p:nvSpPr>
        <p:spPr>
          <a:xfrm>
            <a:off x="11310000" y="28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1" name="InitLbl"/>
          <p:cNvSpPr txBox="1"/>
          <p:nvPr/>
        </p:nvSpPr>
        <p:spPr>
          <a:xfrm>
            <a:off x="502920" y="312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03</a:t>
            </a:r>
            <a:r>
              <a:rPr lang="ru-RU" sz="850" dirty="0">
                <a:solidFill>
                  <a:schemeClr val="tx1"/>
                </a:solidFill>
              </a:rPr>
              <a:t>   E2E-продажи</a:t>
            </a:r>
          </a:p>
        </p:txBody>
      </p:sp>
      <p:sp>
        <p:nvSpPr>
          <p:cNvPr id="142" name="Mark"/>
          <p:cNvSpPr/>
          <p:nvPr/>
        </p:nvSpPr>
        <p:spPr>
          <a:xfrm>
            <a:off x="8265000" y="323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3" name="InitLbl"/>
          <p:cNvSpPr txBox="1"/>
          <p:nvPr/>
        </p:nvSpPr>
        <p:spPr>
          <a:xfrm>
            <a:off x="502920" y="354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04</a:t>
            </a:r>
            <a:r>
              <a:rPr lang="ru-RU" sz="850" dirty="0">
                <a:solidFill>
                  <a:schemeClr val="tx1"/>
                </a:solidFill>
              </a:rPr>
              <a:t>   E2E-управление сделкой</a:t>
            </a:r>
          </a:p>
        </p:txBody>
      </p:sp>
      <p:sp>
        <p:nvSpPr>
          <p:cNvPr id="144" name="Mark"/>
          <p:cNvSpPr/>
          <p:nvPr/>
        </p:nvSpPr>
        <p:spPr>
          <a:xfrm>
            <a:off x="6745000" y="36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5" name="Mark"/>
          <p:cNvSpPr/>
          <p:nvPr/>
        </p:nvSpPr>
        <p:spPr>
          <a:xfrm>
            <a:off x="10545000" y="36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6" name="Mark"/>
          <p:cNvSpPr/>
          <p:nvPr/>
        </p:nvSpPr>
        <p:spPr>
          <a:xfrm>
            <a:off x="9030000" y="366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7" name="InitLbl"/>
          <p:cNvSpPr txBox="1"/>
          <p:nvPr/>
        </p:nvSpPr>
        <p:spPr>
          <a:xfrm>
            <a:off x="502920" y="396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05</a:t>
            </a:r>
            <a:r>
              <a:rPr lang="ru-RU" sz="850" dirty="0">
                <a:solidFill>
                  <a:schemeClr val="tx1"/>
                </a:solidFill>
              </a:rPr>
              <a:t>   Интеграция в core-сценарии</a:t>
            </a:r>
          </a:p>
        </p:txBody>
      </p:sp>
      <p:sp>
        <p:nvSpPr>
          <p:cNvPr id="148" name="Mark"/>
          <p:cNvSpPr/>
          <p:nvPr/>
        </p:nvSpPr>
        <p:spPr>
          <a:xfrm>
            <a:off x="4465000" y="407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9" name="Mark"/>
          <p:cNvSpPr/>
          <p:nvPr/>
        </p:nvSpPr>
        <p:spPr>
          <a:xfrm>
            <a:off x="5230000" y="40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0" name="Mark"/>
          <p:cNvSpPr/>
          <p:nvPr/>
        </p:nvSpPr>
        <p:spPr>
          <a:xfrm>
            <a:off x="7510000" y="40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1" name="InitLbl"/>
          <p:cNvSpPr txBox="1"/>
          <p:nvPr/>
        </p:nvSpPr>
        <p:spPr>
          <a:xfrm>
            <a:off x="502920" y="438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06</a:t>
            </a:r>
            <a:r>
              <a:rPr lang="ru-RU" sz="850" dirty="0">
                <a:solidFill>
                  <a:schemeClr val="tx1"/>
                </a:solidFill>
              </a:rPr>
              <a:t>   Максимизация отдачи на капитал</a:t>
            </a:r>
          </a:p>
        </p:txBody>
      </p:sp>
      <p:sp>
        <p:nvSpPr>
          <p:cNvPr id="152" name="Mark"/>
          <p:cNvSpPr/>
          <p:nvPr/>
        </p:nvSpPr>
        <p:spPr>
          <a:xfrm>
            <a:off x="11305000" y="449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53" name="Mark"/>
          <p:cNvSpPr/>
          <p:nvPr/>
        </p:nvSpPr>
        <p:spPr>
          <a:xfrm>
            <a:off x="4470000" y="45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4" name="InitLbl"/>
          <p:cNvSpPr txBox="1"/>
          <p:nvPr/>
        </p:nvSpPr>
        <p:spPr>
          <a:xfrm>
            <a:off x="502920" y="480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07</a:t>
            </a:r>
            <a:r>
              <a:rPr lang="ru-RU" sz="850" dirty="0">
                <a:solidFill>
                  <a:schemeClr val="tx1"/>
                </a:solidFill>
              </a:rPr>
              <a:t>   Фокус на P&amp;L клиента</a:t>
            </a:r>
          </a:p>
        </p:txBody>
      </p:sp>
      <p:sp>
        <p:nvSpPr>
          <p:cNvPr id="155" name="Mark"/>
          <p:cNvSpPr/>
          <p:nvPr/>
        </p:nvSpPr>
        <p:spPr>
          <a:xfrm>
            <a:off x="7505000" y="49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56" name="Mark"/>
          <p:cNvSpPr/>
          <p:nvPr/>
        </p:nvSpPr>
        <p:spPr>
          <a:xfrm>
            <a:off x="5230000" y="49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7" name="Mark"/>
          <p:cNvSpPr/>
          <p:nvPr/>
        </p:nvSpPr>
        <p:spPr>
          <a:xfrm>
            <a:off x="6750000" y="49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8" name="InitLbl"/>
          <p:cNvSpPr txBox="1"/>
          <p:nvPr/>
        </p:nvSpPr>
        <p:spPr>
          <a:xfrm>
            <a:off x="502920" y="522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08</a:t>
            </a:r>
            <a:r>
              <a:rPr lang="ru-RU" sz="850" dirty="0">
                <a:solidFill>
                  <a:schemeClr val="tx1"/>
                </a:solidFill>
              </a:rPr>
              <a:t>   Единая технологическая платформа</a:t>
            </a:r>
          </a:p>
        </p:txBody>
      </p:sp>
      <p:sp>
        <p:nvSpPr>
          <p:cNvPr id="159" name="Mark"/>
          <p:cNvSpPr/>
          <p:nvPr/>
        </p:nvSpPr>
        <p:spPr>
          <a:xfrm>
            <a:off x="9025000" y="533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0" name="Mark"/>
          <p:cNvSpPr/>
          <p:nvPr/>
        </p:nvSpPr>
        <p:spPr>
          <a:xfrm>
            <a:off x="447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1" name="Mark"/>
          <p:cNvSpPr/>
          <p:nvPr/>
        </p:nvSpPr>
        <p:spPr>
          <a:xfrm>
            <a:off x="599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2" name="Mark"/>
          <p:cNvSpPr/>
          <p:nvPr/>
        </p:nvSpPr>
        <p:spPr>
          <a:xfrm>
            <a:off x="979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3" name="InitLbl"/>
          <p:cNvSpPr txBox="1"/>
          <p:nvPr/>
        </p:nvSpPr>
        <p:spPr>
          <a:xfrm>
            <a:off x="502920" y="564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09</a:t>
            </a:r>
            <a:r>
              <a:rPr lang="ru-RU" sz="850" dirty="0">
                <a:solidFill>
                  <a:schemeClr val="tx1"/>
                </a:solidFill>
              </a:rPr>
              <a:t>   Непрерывное развитие данных</a:t>
            </a:r>
          </a:p>
        </p:txBody>
      </p:sp>
      <p:sp>
        <p:nvSpPr>
          <p:cNvPr id="164" name="Mark"/>
          <p:cNvSpPr/>
          <p:nvPr/>
        </p:nvSpPr>
        <p:spPr>
          <a:xfrm>
            <a:off x="9785000" y="57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5" name="Mark"/>
          <p:cNvSpPr/>
          <p:nvPr/>
        </p:nvSpPr>
        <p:spPr>
          <a:xfrm>
            <a:off x="3710000" y="576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6" name="InitLbl"/>
          <p:cNvSpPr txBox="1"/>
          <p:nvPr/>
        </p:nvSpPr>
        <p:spPr>
          <a:xfrm>
            <a:off x="502920" y="606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10</a:t>
            </a:r>
            <a:r>
              <a:rPr lang="ru-RU" sz="850" dirty="0">
                <a:solidFill>
                  <a:schemeClr val="tx1"/>
                </a:solidFill>
              </a:rPr>
              <a:t>   Внутренние и внешние AI-ассистенты</a:t>
            </a:r>
          </a:p>
        </p:txBody>
      </p:sp>
      <p:sp>
        <p:nvSpPr>
          <p:cNvPr id="167" name="Mark"/>
          <p:cNvSpPr/>
          <p:nvPr/>
        </p:nvSpPr>
        <p:spPr>
          <a:xfrm>
            <a:off x="4465000" y="617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8" name="Mark"/>
          <p:cNvSpPr/>
          <p:nvPr/>
        </p:nvSpPr>
        <p:spPr>
          <a:xfrm>
            <a:off x="5990000" y="61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9" name="Mark"/>
          <p:cNvSpPr/>
          <p:nvPr/>
        </p:nvSpPr>
        <p:spPr>
          <a:xfrm>
            <a:off x="9030000" y="61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70" name="Legend"/>
          <p:cNvSpPr txBox="1"/>
          <p:nvPr/>
        </p:nvSpPr>
        <p:spPr>
          <a:xfrm>
            <a:off x="502920" y="6560000"/>
            <a:ext cx="1125708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ED3023"/>
                </a:solidFill>
              </a:rPr>
              <a:t>●</a:t>
            </a:r>
            <a:r>
              <a:rPr lang="ru-RU" sz="750" dirty="0">
                <a:solidFill>
                  <a:srgbClr val="595959"/>
                </a:solidFill>
              </a:rPr>
              <a:t> — основной вклад инициативы в драйвер;   </a:t>
            </a:r>
            <a:r>
              <a:rPr lang="ru-RU" sz="750" dirty="0">
                <a:solidFill>
                  <a:srgbClr val="7F7F7F"/>
                </a:solidFill>
              </a:rPr>
              <a:t>○</a:t>
            </a:r>
            <a:r>
              <a:rPr lang="ru-RU" sz="750" dirty="0">
                <a:solidFill>
                  <a:srgbClr val="595959"/>
                </a:solidFill>
              </a:rPr>
              <a:t> — поддерживающий вклад.   Все драйверы закрыты ≥ 1 основной инициативой; только одной инициативой закрыты: микс каналов (03) и EWS/взыскание (04)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SCLIENT" val="True"/>
  <p:tag name="NEWVI" val="true"/>
  <p:tag name="BLUEONEFOURTHTITLEFONTCOLORFIXED" val="true"/>
  <p:tag name="DARKLAYOUTNAMESCHANGEDTOCONTRAST" val="true"/>
  <p:tag name="ICONENCLOSURE" val="False"/>
  <p:tag name="BULLETPOINTACTIVEGAP" val="0"/>
  <p:tag name="THINKCELLPRESENTATIONDONOTDELETE" val="&lt;?xml version=&quot;1.0&quot; encoding=&quot;UTF-16&quot; standalone=&quot;yes&quot;?&gt;&lt;root reqver=&quot;32687&quot;&gt;&lt;version val=&quot;1010198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m/%y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7&quot;&gt;&lt;elem m_fUsage=&quot;2.65065618552944393116E+00&quot;&gt;&lt;m_msothmcolidx val=&quot;0&quot;/&gt;&lt;m_rgb r=&quot;F7&quot; g=&quot;A5&quot; b=&quot;A7&quot;/&gt;&lt;/elem&gt;&lt;elem m_fUsage=&quot;2.00995928785843469555E+00&quot;&gt;&lt;m_msothmcolidx val=&quot;0&quot;/&gt;&lt;m_rgb r=&quot;7F&quot; g=&quot;7F&quot; b=&quot;7F&quot;/&gt;&lt;/elem&gt;&lt;elem m_fUsage=&quot;1.72900000000000009237E+00&quot;&gt;&lt;m_msothmcolidx val=&quot;0&quot;/&gt;&lt;m_rgb r=&quot;08&quot; g=&quot;B8&quot; b=&quot;92&quot;/&gt;&lt;/elem&gt;&lt;elem m_fUsage=&quot;1.55610000000000003872E+00&quot;&gt;&lt;m_msothmcolidx val=&quot;0&quot;/&gt;&lt;m_rgb r=&quot;FF&quot; g=&quot;DD&quot; b=&quot;2B&quot;/&gt;&lt;/elem&gt;&lt;elem m_fUsage=&quot;9.60094635296999121543E-01&quot;&gt;&lt;m_msothmcolidx val=&quot;0&quot;/&gt;&lt;m_rgb r=&quot;F8&quot; g=&quot;D2&quot; b=&quot;2D&quot;/&gt;&lt;/elem&gt;&lt;elem m_fUsage=&quot;1.09418989131512392476E-01&quot;&gt;&lt;m_msothmcolidx val=&quot;0&quot;/&gt;&lt;m_rgb r=&quot;93&quot; g=&quot;9C&quot; b=&quot;9E&quot;/&gt;&lt;/elem&gt;&lt;elem m_fUsage=&quot;9.84770902183611934744E-02&quot;&gt;&lt;m_msothmcolidx val=&quot;0&quot;/&gt;&lt;m_rgb r=&quot;A6&quot; g=&quot;A6&quot; b=&quot;A6&quot;/&gt;&lt;/elem&gt;&lt;/m_vecMRU&gt;&lt;/m_mruColor&gt;&lt;m_eweekdayFirstOfWeek val=&quot;2&quot;/&gt;&lt;m_eweekdayFirstOfWorkweek val=&quot;2&quot;/&gt;&lt;m_eweekdayFirstOfWeekend val=&quot;7&quot;/&gt;&lt;m_eweeknumbering val=&quot;2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HmNPdn7s8VWvOOHq1Adg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6tHwmRA95hKJV9JpO60Vg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6BWlt7HC.XH8WKi4gMQg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yG7lxJVOZGD97gYm.yOfQ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49WAsm2MPReAd6mdyK3MQ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DnHAMdRtQv8hsMIR3rvQ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TgZTqw6rNQx0UNiQdBu9A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c.k87tBIxx63R6s3m5FJw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2.xml><?xml version="1.0" encoding="utf-8"?>
<a:theme xmlns:a="http://schemas.openxmlformats.org/drawingml/2006/main" name="21_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75200</TotalTime>
  <Words>427</Words>
  <Application>Microsoft Office PowerPoint</Application>
  <PresentationFormat>Widescreen</PresentationFormat>
  <Paragraphs>118</Paragraphs>
  <Slides>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Verdana</vt:lpstr>
      <vt:lpstr>Wingdings</vt:lpstr>
      <vt:lpstr>Альфа_16x9 (2024)</vt:lpstr>
      <vt:lpstr>21_Альфа_16x9 (2024)</vt:lpstr>
      <vt:lpstr>think-cell Slide</vt:lpstr>
      <vt:lpstr>Кредитные продукты: для достижения амбиции необходимо разработать инициативы, адресующие все драйверы прибыли</vt:lpstr>
      <vt:lpstr>E2E-продажи: при этом E2E имеет наименьшие расходы на выдачу,  что делает его важнейшим каналом для повышения доходности низких чеков</vt:lpstr>
      <vt:lpstr>Целевая концепция устраняет ключевые ограничения текущей модели кредитования ММБ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Яков и Партнёры</dc:title>
  <dc:creator>Vladislav Samoylenko</dc:creator>
  <cp:lastModifiedBy>Alexander Voytsev</cp:lastModifiedBy>
  <cp:revision>6200</cp:revision>
  <dcterms:created xsi:type="dcterms:W3CDTF">2025-04-29T06:19:52Z</dcterms:created>
  <dcterms:modified xsi:type="dcterms:W3CDTF">2026-08-25T09:24:22Z</dcterms:modified>
</cp:coreProperties>
</file>