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heme/theme3.xml" ContentType="application/vnd.openxmlformats-officedocument.theme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notesSlides/notesSlide1.xml" ContentType="application/vnd.openxmlformats-officedocument.presentationml.notesSlide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82" r:id="rId2"/>
  </p:sldMasterIdLst>
  <p:notesMasterIdLst>
    <p:notesMasterId r:id="rId6"/>
  </p:notesMasterIdLst>
  <p:sldIdLst>
    <p:sldId id="2147482935" r:id="rId3"/>
    <p:sldId id="2147482936" r:id="rId13"/>
    <p:sldId id="265" r:id="rId4"/>
    <p:sldId id="275" r:id="rId5"/>
  </p:sldIdLst>
  <p:sldSz cx="12192000" cy="6858000"/>
  <p:notesSz cx="6858000" cy="9144000"/>
  <p:custDataLst>
    <p:tags r:id="rId7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66C6222-86B9-49D9-B23B-8E7DF82D9224}">
          <p14:sldIdLst/>
        </p14:section>
        <p14:section name="ТЕКУЩАЯ МОДЕЛЬ" id="{AE8548FC-858E-4CF8-8599-769C4543F6AA}">
          <p14:sldIdLst>
            <p14:sldId id="2147482935"/>
            <p14:sldId id="265"/>
            <p14:sldId id="275"/>
          </p14:sldIdLst>
        </p14:section>
        <p14:section name="ЦЕЛЕВАЯ МОДЕЛЬ" id="{0A71C9D2-1968-4BC4-8239-63EEFD00CE9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iia Likhodievskaya" initials="ML" lastIdx="1" clrIdx="0">
    <p:extLst>
      <p:ext uri="{19B8F6BF-5375-455C-9EA6-DF929625EA0E}">
        <p15:presenceInfo xmlns:p15="http://schemas.microsoft.com/office/powerpoint/2012/main" userId="S-1-5-21-3396197065-3743328220-1857712228-7362" providerId="AD"/>
      </p:ext>
    </p:extLst>
  </p:cmAuthor>
  <p:cmAuthor id="2" name="Aleksandr Beloborodov" initials="AB" lastIdx="1" clrIdx="1">
    <p:extLst>
      <p:ext uri="{19B8F6BF-5375-455C-9EA6-DF929625EA0E}">
        <p15:presenceInfo xmlns:p15="http://schemas.microsoft.com/office/powerpoint/2012/main" userId="S-1-5-21-3396197065-3743328220-1857712228-581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FAFAFA"/>
    <a:srgbClr val="D0D0D0"/>
    <a:srgbClr val="08B892"/>
    <a:srgbClr val="FFDD2B"/>
    <a:srgbClr val="EF3124"/>
    <a:srgbClr val="FFFFFF"/>
    <a:srgbClr val="595959"/>
    <a:srgbClr val="E6E6E6"/>
    <a:srgbClr val="FEF5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5226" autoAdjust="0"/>
  </p:normalViewPr>
  <p:slideViewPr>
    <p:cSldViewPr snapToGrid="0">
      <p:cViewPr varScale="1">
        <p:scale>
          <a:sx n="63" d="100"/>
          <a:sy n="63" d="100"/>
        </p:scale>
        <p:origin x="740" y="64"/>
      </p:cViewPr>
      <p:guideLst/>
    </p:cSldViewPr>
  </p:slideViewPr>
  <p:outlineViewPr>
    <p:cViewPr>
      <p:scale>
        <a:sx n="33" d="100"/>
        <a:sy n="33" d="100"/>
      </p:scale>
      <p:origin x="0" y="-1007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90" d="100"/>
        <a:sy n="90" d="100"/>
      </p:scale>
      <p:origin x="0" y="-782"/>
    </p:cViewPr>
  </p:sorter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tags" Target="tags/tag1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  <Relationship Id="rId13" Type="http://schemas.openxmlformats.org/officeDocument/2006/relationships/slide" Target="slides/slide4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571999999999999E-2"/>
          <c:y val="1.9125E-2"/>
          <c:w val="0.94485699999999995"/>
          <c:h val="0.96175100000000002"/>
        </c:manualLayout>
      </c:layout>
      <c:barChart>
        <c:barDir val="bar"/>
        <c:grouping val="stacked"/>
        <c:varyColors val="0"/>
        <c:ser>
          <c:idx val="0"/>
          <c:order val="0"/>
          <c:spPr>
            <a:prstGeom prst="rect">
              <a:avLst/>
            </a:prstGeom>
            <a:solidFill>
              <a:schemeClr val="accent3"/>
            </a:solidFill>
            <a:ln w="952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Sheet1!$A$1:$F$1</c:f>
              <c:numCache>
                <c:formatCode>General</c:formatCode>
                <c:ptCount val="6"/>
                <c:pt idx="0">
                  <c:v>92.116</c:v>
                </c:pt>
                <c:pt idx="1">
                  <c:v>31.01</c:v>
                </c:pt>
                <c:pt idx="2">
                  <c:v>18.434000000000001</c:v>
                </c:pt>
                <c:pt idx="3">
                  <c:v>16.202999999999999</c:v>
                </c:pt>
                <c:pt idx="4">
                  <c:v>0</c:v>
                </c:pt>
                <c:pt idx="5">
                  <c:v>25.905000000000001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7A-4C11-9970-121A96AFF2B8}"/>
            </c:ext>
          </c:extLst>
        </c:ser>
        <c:ser>
          <c:idx val="1"/>
          <c:order val="1"/>
          <c:spPr>
            <a:prstGeom prst="rect">
              <a:avLst/>
            </a:prstGeom>
            <a:solidFill>
              <a:schemeClr val="accent2"/>
            </a:solidFill>
            <a:ln w="952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Sheet1!$A$2:$F$2</c:f>
              <c:numCache>
                <c:formatCode>General</c:formatCode>
                <c:ptCount val="6"/>
                <c:pt idx="0">
                  <c:v>29.838999999999999</c:v>
                </c:pt>
                <c:pt idx="1">
                  <c:v>16.882000000000001</c:v>
                </c:pt>
                <c:pt idx="2">
                  <c:v>12.080000000000002</c:v>
                </c:pt>
                <c:pt idx="3">
                  <c:v>9.343</c:v>
                </c:pt>
                <c:pt idx="4">
                  <c:v>2.831</c:v>
                </c:pt>
                <c:pt idx="5">
                  <c:v>13.475999999999999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77A-4C11-9970-121A96AFF2B8}"/>
            </c:ext>
          </c:extLst>
        </c:ser>
        <c:ser>
          <c:idx val="2"/>
          <c:order val="2"/>
          <c:spPr>
            <a:prstGeom prst="rect">
              <a:avLst/>
            </a:prstGeom>
            <a:solidFill>
              <a:schemeClr val="accent1"/>
            </a:solidFill>
            <a:ln w="9525" cmpd="sng" algn="ctr">
              <a:solidFill>
                <a:schemeClr val="bg1"/>
              </a:solidFill>
              <a:prstDash val="solid"/>
            </a:ln>
          </c:spPr>
          <c:invertIfNegative val="0"/>
          <c:val>
            <c:numRef>
              <c:f>Sheet1!$A$3:$F$3</c:f>
              <c:numCache>
                <c:formatCode>General</c:formatCode>
                <c:ptCount val="6"/>
                <c:pt idx="0">
                  <c:v>16.529000000000011</c:v>
                </c:pt>
                <c:pt idx="1">
                  <c:v>14.667999999999999</c:v>
                </c:pt>
                <c:pt idx="2">
                  <c:v>13.722999999999999</c:v>
                </c:pt>
                <c:pt idx="3">
                  <c:v>13.082999999999998</c:v>
                </c:pt>
                <c:pt idx="4">
                  <c:v>12.146000000000001</c:v>
                </c:pt>
                <c:pt idx="5">
                  <c:v>14.027000000000001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77A-4C11-9970-121A96AFF2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92072463"/>
        <c:axId val="1"/>
      </c:barChart>
      <c:catAx>
        <c:axId val="292072463"/>
        <c:scaling>
          <c:orientation val="maxMin"/>
        </c:scaling>
        <c:delete val="0"/>
        <c:axPos val="l"/>
        <c:majorGridlines>
          <c:spPr>
            <a:prstGeom prst="rect">
              <a:avLst/>
            </a:prstGeom>
            <a:ln>
              <a:noFill/>
            </a:ln>
          </c:spPr>
        </c:majorGridlines>
        <c:majorTickMark val="none"/>
        <c:minorTickMark val="none"/>
        <c:tickLblPos val="none"/>
        <c:spPr>
          <a:prstGeom prst="rect">
            <a:avLst/>
          </a:prstGeom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38.48400000000001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29207246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31972157772621812"/>
          <c:y val="5.710401087695445E-2"/>
          <c:w val="0.36055684454756382"/>
          <c:h val="0.88579197824609113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8.909512761020881E-2"/>
                  <c:y val="0"/>
                </c:manualLayout>
              </c:layout>
              <c:numFmt formatCode="&quot; &quot;#,##0&quot; &quot;;&quot; &quot;#,##0&quot; 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EC2-4594-86CF-D126A83EF3F9}"/>
                </c:ext>
              </c:extLst>
            </c:dLbl>
            <c:dLbl>
              <c:idx val="1"/>
              <c:layout>
                <c:manualLayout>
                  <c:x val="0.17726218097447796"/>
                  <c:y val="0"/>
                </c:manualLayout>
              </c:layout>
              <c:numFmt formatCode="&quot; &quot;#,##0&quot; &quot;;&quot; &quot;#,##0&quot; 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EC2-4594-86CF-D126A83EF3F9}"/>
                </c:ext>
              </c:extLst>
            </c:dLbl>
            <c:dLbl>
              <c:idx val="2"/>
              <c:layout>
                <c:manualLayout>
                  <c:x val="0.10719257540603248"/>
                  <c:y val="0"/>
                </c:manualLayout>
              </c:layout>
              <c:numFmt formatCode="&quot; &quot;#,##0&quot; &quot;;&quot; &quot;#,##0&quot; 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5EC2-4594-86CF-D126A83EF3F9}"/>
                </c:ext>
              </c:extLst>
            </c:dLbl>
            <c:dLbl>
              <c:idx val="3"/>
              <c:layout>
                <c:manualLayout>
                  <c:x val="0.14709976798143851"/>
                  <c:y val="0"/>
                </c:manualLayout>
              </c:layout>
              <c:numFmt formatCode="&quot; &quot;#,##0&quot; &quot;;&quot; &quot;#,##0&quot; 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EC2-4594-86CF-D126A83EF3F9}"/>
                </c:ext>
              </c:extLst>
            </c:dLbl>
            <c:dLbl>
              <c:idx val="4"/>
              <c:layout>
                <c:manualLayout>
                  <c:x val="8.4918793503480278E-2"/>
                  <c:y val="0"/>
                </c:manualLayout>
              </c:layout>
              <c:numFmt formatCode="&quot; &quot;#,##0&quot; &quot;;&quot; &quot;#,##0&quot; 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EC2-4594-86CF-D126A83EF3F9}"/>
                </c:ext>
              </c:extLst>
            </c:dLbl>
            <c:dLbl>
              <c:idx val="5"/>
              <c:layout>
                <c:manualLayout>
                  <c:x val="0.27238979118329465"/>
                  <c:y val="0"/>
                </c:manualLayout>
              </c:layout>
              <c:numFmt formatCode="&quot; &quot;#,##0&quot; &quot;;&quot; &quot;#,##0&quot; 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5EC2-4594-86CF-D126A83EF3F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Sheet1!$A$1:$F$1</c:f>
              <c:numCache>
                <c:formatCode>General</c:formatCode>
                <c:ptCount val="6"/>
                <c:pt idx="0">
                  <c:v>2024</c:v>
                </c:pt>
                <c:pt idx="1">
                  <c:v>19552</c:v>
                </c:pt>
                <c:pt idx="2">
                  <c:v>6173</c:v>
                </c:pt>
                <c:pt idx="3">
                  <c:v>12594</c:v>
                </c:pt>
                <c:pt idx="4">
                  <c:v>1125</c:v>
                </c:pt>
                <c:pt idx="5">
                  <c:v>41468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EC2-4594-86CF-D126A83EF3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14970192"/>
        <c:axId val="1"/>
      </c:barChart>
      <c:catAx>
        <c:axId val="314970192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1468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31497019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9023836549375708E-2"/>
          <c:y val="1.9188191881918819E-2"/>
          <c:w val="0.88195232690124858"/>
          <c:h val="0.96162361623616233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val>
            <c:numRef>
              <c:f>Sheet1!$A$1:$F$1</c:f>
              <c:numCache>
                <c:formatCode>General</c:formatCode>
                <c:ptCount val="6"/>
                <c:pt idx="0">
                  <c:v>4.8808719976849622</c:v>
                </c:pt>
                <c:pt idx="1">
                  <c:v>47.149609337320342</c:v>
                </c:pt>
                <c:pt idx="2">
                  <c:v>14.886177293334619</c:v>
                </c:pt>
                <c:pt idx="3">
                  <c:v>30.370406096267001</c:v>
                </c:pt>
                <c:pt idx="4">
                  <c:v>2.7129352753930744</c:v>
                </c:pt>
                <c:pt idx="5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AE-49DF-81B1-4B2EA34052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314954800"/>
        <c:axId val="1"/>
      </c:barChart>
      <c:catAx>
        <c:axId val="314954800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>
            <a:noFill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31495480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4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733909-78FB-4FB0-808B-61E193724557}" type="datetimeFigureOut">
              <a:rPr lang="ru-RU" smtClean="0"/>
              <a:t>25.08.2026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854633-E04C-48D4-9CA0-654BF782A8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9254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34D134-9575-4499-8577-3191DE0047C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1067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39E026-F054-9763-E485-8001167E5EB1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550956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854633-E04C-48D4-9CA0-654BF782A8D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1603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27.xml"/><Relationship Id="rId7" Type="http://schemas.openxmlformats.org/officeDocument/2006/relationships/slideMaster" Target="../slideMasters/slideMaster1.xml"/><Relationship Id="rId12" Type="http://schemas.openxmlformats.org/officeDocument/2006/relationships/image" Target="../media/image3.svg"/><Relationship Id="rId2" Type="http://schemas.openxmlformats.org/officeDocument/2006/relationships/tags" Target="../tags/tag26.xml"/><Relationship Id="rId1" Type="http://schemas.openxmlformats.org/officeDocument/2006/relationships/vmlDrawing" Target="../drawings/vmlDrawing2.vml"/><Relationship Id="rId6" Type="http://schemas.openxmlformats.org/officeDocument/2006/relationships/tags" Target="../tags/tag30.xml"/><Relationship Id="rId11" Type="http://schemas.openxmlformats.org/officeDocument/2006/relationships/image" Target="../media/image2.png"/><Relationship Id="rId5" Type="http://schemas.openxmlformats.org/officeDocument/2006/relationships/tags" Target="../tags/tag29.xml"/><Relationship Id="rId10" Type="http://schemas.openxmlformats.org/officeDocument/2006/relationships/image" Target="../media/image5.jpg"/><Relationship Id="rId4" Type="http://schemas.openxmlformats.org/officeDocument/2006/relationships/tags" Target="../tags/tag28.xml"/><Relationship Id="rId9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32.xml"/><Relationship Id="rId7" Type="http://schemas.openxmlformats.org/officeDocument/2006/relationships/oleObject" Target="../embeddings/oleObject3.bin"/><Relationship Id="rId2" Type="http://schemas.openxmlformats.org/officeDocument/2006/relationships/tags" Target="../tags/tag31.xml"/><Relationship Id="rId1" Type="http://schemas.openxmlformats.org/officeDocument/2006/relationships/vmlDrawing" Target="../drawings/vmlDrawing3.vml"/><Relationship Id="rId6" Type="http://schemas.openxmlformats.org/officeDocument/2006/relationships/slideMaster" Target="../slideMasters/slideMaster1.xml"/><Relationship Id="rId11" Type="http://schemas.openxmlformats.org/officeDocument/2006/relationships/image" Target="../media/image3.svg"/><Relationship Id="rId5" Type="http://schemas.openxmlformats.org/officeDocument/2006/relationships/tags" Target="../tags/tag34.xml"/><Relationship Id="rId10" Type="http://schemas.openxmlformats.org/officeDocument/2006/relationships/image" Target="../media/image2.png"/><Relationship Id="rId4" Type="http://schemas.openxmlformats.org/officeDocument/2006/relationships/tags" Target="../tags/tag33.xml"/><Relationship Id="rId9" Type="http://schemas.openxmlformats.org/officeDocument/2006/relationships/image" Target="../media/image6.jp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36.xml"/><Relationship Id="rId7" Type="http://schemas.openxmlformats.org/officeDocument/2006/relationships/slideMaster" Target="../slideMasters/slideMaster1.xml"/><Relationship Id="rId12" Type="http://schemas.openxmlformats.org/officeDocument/2006/relationships/image" Target="../media/image3.svg"/><Relationship Id="rId2" Type="http://schemas.openxmlformats.org/officeDocument/2006/relationships/tags" Target="../tags/tag35.xml"/><Relationship Id="rId1" Type="http://schemas.openxmlformats.org/officeDocument/2006/relationships/vmlDrawing" Target="../drawings/vmlDrawing4.vml"/><Relationship Id="rId6" Type="http://schemas.openxmlformats.org/officeDocument/2006/relationships/tags" Target="../tags/tag39.xml"/><Relationship Id="rId11" Type="http://schemas.openxmlformats.org/officeDocument/2006/relationships/image" Target="../media/image2.png"/><Relationship Id="rId5" Type="http://schemas.openxmlformats.org/officeDocument/2006/relationships/tags" Target="../tags/tag38.xml"/><Relationship Id="rId10" Type="http://schemas.openxmlformats.org/officeDocument/2006/relationships/image" Target="../media/image7.jpg"/><Relationship Id="rId4" Type="http://schemas.openxmlformats.org/officeDocument/2006/relationships/tags" Target="../tags/tag37.xml"/><Relationship Id="rId9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6.xml"/><Relationship Id="rId3" Type="http://schemas.openxmlformats.org/officeDocument/2006/relationships/tags" Target="../tags/tag41.xml"/><Relationship Id="rId7" Type="http://schemas.openxmlformats.org/officeDocument/2006/relationships/tags" Target="../tags/tag45.xml"/><Relationship Id="rId2" Type="http://schemas.openxmlformats.org/officeDocument/2006/relationships/tags" Target="../tags/tag40.xml"/><Relationship Id="rId1" Type="http://schemas.openxmlformats.org/officeDocument/2006/relationships/vmlDrawing" Target="../drawings/vmlDrawing5.vml"/><Relationship Id="rId6" Type="http://schemas.openxmlformats.org/officeDocument/2006/relationships/tags" Target="../tags/tag44.xml"/><Relationship Id="rId11" Type="http://schemas.openxmlformats.org/officeDocument/2006/relationships/image" Target="../media/image1.emf"/><Relationship Id="rId5" Type="http://schemas.openxmlformats.org/officeDocument/2006/relationships/tags" Target="../tags/tag43.xml"/><Relationship Id="rId10" Type="http://schemas.openxmlformats.org/officeDocument/2006/relationships/oleObject" Target="../embeddings/oleObject5.bin"/><Relationship Id="rId4" Type="http://schemas.openxmlformats.org/officeDocument/2006/relationships/tags" Target="../tags/tag42.xml"/><Relationship Id="rId9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2" Type="http://schemas.openxmlformats.org/officeDocument/2006/relationships/tags" Target="../tags/tag47.xml"/><Relationship Id="rId1" Type="http://schemas.openxmlformats.org/officeDocument/2006/relationships/vmlDrawing" Target="../drawings/vmlDrawing6.v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10" Type="http://schemas.openxmlformats.org/officeDocument/2006/relationships/image" Target="../media/image1.emf"/><Relationship Id="rId4" Type="http://schemas.openxmlformats.org/officeDocument/2006/relationships/tags" Target="../tags/tag49.xml"/><Relationship Id="rId9" Type="http://schemas.openxmlformats.org/officeDocument/2006/relationships/oleObject" Target="../embeddings/oleObject6.bin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vmlDrawing" Target="../drawings/vmlDrawing7.vml"/><Relationship Id="rId6" Type="http://schemas.openxmlformats.org/officeDocument/2006/relationships/tags" Target="../tags/tag57.xml"/><Relationship Id="rId11" Type="http://schemas.openxmlformats.org/officeDocument/2006/relationships/image" Target="../media/image1.emf"/><Relationship Id="rId5" Type="http://schemas.openxmlformats.org/officeDocument/2006/relationships/tags" Target="../tags/tag56.xml"/><Relationship Id="rId10" Type="http://schemas.openxmlformats.org/officeDocument/2006/relationships/oleObject" Target="../embeddings/oleObject7.bin"/><Relationship Id="rId4" Type="http://schemas.openxmlformats.org/officeDocument/2006/relationships/tags" Target="../tags/tag55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2" Type="http://schemas.openxmlformats.org/officeDocument/2006/relationships/tags" Target="../tags/tag60.xml"/><Relationship Id="rId1" Type="http://schemas.openxmlformats.org/officeDocument/2006/relationships/vmlDrawing" Target="../drawings/vmlDrawing8.v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10" Type="http://schemas.openxmlformats.org/officeDocument/2006/relationships/image" Target="../media/image1.emf"/><Relationship Id="rId4" Type="http://schemas.openxmlformats.org/officeDocument/2006/relationships/tags" Target="../tags/tag62.xml"/><Relationship Id="rId9" Type="http://schemas.openxmlformats.org/officeDocument/2006/relationships/oleObject" Target="../embeddings/oleObject8.bin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tags" Target="../tags/tag67.xml"/><Relationship Id="rId7" Type="http://schemas.openxmlformats.org/officeDocument/2006/relationships/slideMaster" Target="../slideMasters/slideMaster1.xml"/><Relationship Id="rId12" Type="http://schemas.openxmlformats.org/officeDocument/2006/relationships/image" Target="../media/image5.jpg"/><Relationship Id="rId2" Type="http://schemas.openxmlformats.org/officeDocument/2006/relationships/tags" Target="../tags/tag66.xml"/><Relationship Id="rId1" Type="http://schemas.openxmlformats.org/officeDocument/2006/relationships/vmlDrawing" Target="../drawings/vmlDrawing9.vml"/><Relationship Id="rId6" Type="http://schemas.openxmlformats.org/officeDocument/2006/relationships/tags" Target="../tags/tag70.xml"/><Relationship Id="rId11" Type="http://schemas.openxmlformats.org/officeDocument/2006/relationships/image" Target="../media/image3.svg"/><Relationship Id="rId5" Type="http://schemas.openxmlformats.org/officeDocument/2006/relationships/tags" Target="../tags/tag69.xml"/><Relationship Id="rId10" Type="http://schemas.openxmlformats.org/officeDocument/2006/relationships/image" Target="../media/image2.png"/><Relationship Id="rId4" Type="http://schemas.openxmlformats.org/officeDocument/2006/relationships/tags" Target="../tags/tag68.xml"/><Relationship Id="rId9" Type="http://schemas.openxmlformats.org/officeDocument/2006/relationships/image" Target="../media/image4.emf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3" Type="http://schemas.openxmlformats.org/officeDocument/2006/relationships/tags" Target="../tags/tag72.xml"/><Relationship Id="rId7" Type="http://schemas.openxmlformats.org/officeDocument/2006/relationships/slideMaster" Target="../slideMasters/slideMaster1.xml"/><Relationship Id="rId12" Type="http://schemas.openxmlformats.org/officeDocument/2006/relationships/image" Target="../media/image7.jpg"/><Relationship Id="rId2" Type="http://schemas.openxmlformats.org/officeDocument/2006/relationships/tags" Target="../tags/tag71.xml"/><Relationship Id="rId1" Type="http://schemas.openxmlformats.org/officeDocument/2006/relationships/vmlDrawing" Target="../drawings/vmlDrawing10.vml"/><Relationship Id="rId6" Type="http://schemas.openxmlformats.org/officeDocument/2006/relationships/tags" Target="../tags/tag75.xml"/><Relationship Id="rId11" Type="http://schemas.openxmlformats.org/officeDocument/2006/relationships/image" Target="../media/image3.svg"/><Relationship Id="rId5" Type="http://schemas.openxmlformats.org/officeDocument/2006/relationships/tags" Target="../tags/tag74.xml"/><Relationship Id="rId10" Type="http://schemas.openxmlformats.org/officeDocument/2006/relationships/image" Target="../media/image2.png"/><Relationship Id="rId4" Type="http://schemas.openxmlformats.org/officeDocument/2006/relationships/tags" Target="../tags/tag73.xml"/><Relationship Id="rId9" Type="http://schemas.openxmlformats.org/officeDocument/2006/relationships/image" Target="../media/image4.emf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82.xml"/><Relationship Id="rId3" Type="http://schemas.openxmlformats.org/officeDocument/2006/relationships/tags" Target="../tags/tag77.xml"/><Relationship Id="rId7" Type="http://schemas.openxmlformats.org/officeDocument/2006/relationships/tags" Target="../tags/tag81.xml"/><Relationship Id="rId2" Type="http://schemas.openxmlformats.org/officeDocument/2006/relationships/tags" Target="../tags/tag76.xml"/><Relationship Id="rId1" Type="http://schemas.openxmlformats.org/officeDocument/2006/relationships/vmlDrawing" Target="../drawings/vmlDrawing11.vml"/><Relationship Id="rId6" Type="http://schemas.openxmlformats.org/officeDocument/2006/relationships/tags" Target="../tags/tag80.xml"/><Relationship Id="rId11" Type="http://schemas.openxmlformats.org/officeDocument/2006/relationships/image" Target="../media/image4.emf"/><Relationship Id="rId5" Type="http://schemas.openxmlformats.org/officeDocument/2006/relationships/tags" Target="../tags/tag79.xml"/><Relationship Id="rId10" Type="http://schemas.openxmlformats.org/officeDocument/2006/relationships/oleObject" Target="../embeddings/oleObject11.bin"/><Relationship Id="rId4" Type="http://schemas.openxmlformats.org/officeDocument/2006/relationships/tags" Target="../tags/tag78.xml"/><Relationship Id="rId9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image" Target="../media/image8.png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image" Target="../media/image1.emf"/><Relationship Id="rId2" Type="http://schemas.openxmlformats.org/officeDocument/2006/relationships/tags" Target="../tags/tag83.xml"/><Relationship Id="rId1" Type="http://schemas.openxmlformats.org/officeDocument/2006/relationships/vmlDrawing" Target="../drawings/vmlDrawing12.vml"/><Relationship Id="rId6" Type="http://schemas.openxmlformats.org/officeDocument/2006/relationships/tags" Target="../tags/tag87.xml"/><Relationship Id="rId11" Type="http://schemas.openxmlformats.org/officeDocument/2006/relationships/oleObject" Target="../embeddings/oleObject12.bin"/><Relationship Id="rId5" Type="http://schemas.openxmlformats.org/officeDocument/2006/relationships/tags" Target="../tags/tag86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image" Target="../media/image9.sv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13" Type="http://schemas.openxmlformats.org/officeDocument/2006/relationships/image" Target="../media/image8.png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image" Target="../media/image1.emf"/><Relationship Id="rId2" Type="http://schemas.openxmlformats.org/officeDocument/2006/relationships/tags" Target="../tags/tag91.xml"/><Relationship Id="rId1" Type="http://schemas.openxmlformats.org/officeDocument/2006/relationships/vmlDrawing" Target="../drawings/vmlDrawing13.vml"/><Relationship Id="rId6" Type="http://schemas.openxmlformats.org/officeDocument/2006/relationships/tags" Target="../tags/tag95.xml"/><Relationship Id="rId11" Type="http://schemas.openxmlformats.org/officeDocument/2006/relationships/oleObject" Target="../embeddings/oleObject13.bin"/><Relationship Id="rId5" Type="http://schemas.openxmlformats.org/officeDocument/2006/relationships/tags" Target="../tags/tag9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image" Target="../media/image9.sv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image" Target="../media/image8.png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12" Type="http://schemas.openxmlformats.org/officeDocument/2006/relationships/image" Target="../media/image1.emf"/><Relationship Id="rId2" Type="http://schemas.openxmlformats.org/officeDocument/2006/relationships/tags" Target="../tags/tag99.xml"/><Relationship Id="rId1" Type="http://schemas.openxmlformats.org/officeDocument/2006/relationships/vmlDrawing" Target="../drawings/vmlDrawing14.vml"/><Relationship Id="rId6" Type="http://schemas.openxmlformats.org/officeDocument/2006/relationships/tags" Target="../tags/tag103.xml"/><Relationship Id="rId11" Type="http://schemas.openxmlformats.org/officeDocument/2006/relationships/oleObject" Target="../embeddings/oleObject14.bin"/><Relationship Id="rId5" Type="http://schemas.openxmlformats.org/officeDocument/2006/relationships/tags" Target="../tags/tag10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image" Target="../media/image9.sv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image" Target="../media/image8.png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12" Type="http://schemas.openxmlformats.org/officeDocument/2006/relationships/image" Target="../media/image10.emf"/><Relationship Id="rId2" Type="http://schemas.openxmlformats.org/officeDocument/2006/relationships/tags" Target="../tags/tag107.xml"/><Relationship Id="rId1" Type="http://schemas.openxmlformats.org/officeDocument/2006/relationships/vmlDrawing" Target="../drawings/vmlDrawing15.vml"/><Relationship Id="rId6" Type="http://schemas.openxmlformats.org/officeDocument/2006/relationships/tags" Target="../tags/tag111.xml"/><Relationship Id="rId11" Type="http://schemas.openxmlformats.org/officeDocument/2006/relationships/oleObject" Target="../embeddings/oleObject15.bin"/><Relationship Id="rId5" Type="http://schemas.openxmlformats.org/officeDocument/2006/relationships/tags" Target="../tags/tag11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image" Target="../media/image9.sv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21.xml"/><Relationship Id="rId13" Type="http://schemas.openxmlformats.org/officeDocument/2006/relationships/image" Target="../media/image8.png"/><Relationship Id="rId3" Type="http://schemas.openxmlformats.org/officeDocument/2006/relationships/tags" Target="../tags/tag116.xml"/><Relationship Id="rId7" Type="http://schemas.openxmlformats.org/officeDocument/2006/relationships/tags" Target="../tags/tag120.xml"/><Relationship Id="rId12" Type="http://schemas.openxmlformats.org/officeDocument/2006/relationships/image" Target="../media/image1.emf"/><Relationship Id="rId2" Type="http://schemas.openxmlformats.org/officeDocument/2006/relationships/tags" Target="../tags/tag115.xml"/><Relationship Id="rId1" Type="http://schemas.openxmlformats.org/officeDocument/2006/relationships/vmlDrawing" Target="../drawings/vmlDrawing16.vml"/><Relationship Id="rId6" Type="http://schemas.openxmlformats.org/officeDocument/2006/relationships/tags" Target="../tags/tag119.xml"/><Relationship Id="rId11" Type="http://schemas.openxmlformats.org/officeDocument/2006/relationships/oleObject" Target="../embeddings/oleObject16.bin"/><Relationship Id="rId5" Type="http://schemas.openxmlformats.org/officeDocument/2006/relationships/tags" Target="../tags/tag11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17.xml"/><Relationship Id="rId9" Type="http://schemas.openxmlformats.org/officeDocument/2006/relationships/tags" Target="../tags/tag122.xml"/><Relationship Id="rId14" Type="http://schemas.openxmlformats.org/officeDocument/2006/relationships/image" Target="../media/image9.sv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tags" Target="../tags/tag1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123.xml"/><Relationship Id="rId1" Type="http://schemas.openxmlformats.org/officeDocument/2006/relationships/vmlDrawing" Target="../drawings/vmlDrawing17.vml"/><Relationship Id="rId6" Type="http://schemas.openxmlformats.org/officeDocument/2006/relationships/tags" Target="../tags/tag127.xml"/><Relationship Id="rId11" Type="http://schemas.openxmlformats.org/officeDocument/2006/relationships/image" Target="../media/image3.svg"/><Relationship Id="rId5" Type="http://schemas.openxmlformats.org/officeDocument/2006/relationships/tags" Target="../tags/tag126.xml"/><Relationship Id="rId10" Type="http://schemas.openxmlformats.org/officeDocument/2006/relationships/image" Target="../media/image2.png"/><Relationship Id="rId4" Type="http://schemas.openxmlformats.org/officeDocument/2006/relationships/tags" Target="../tags/tag125.xml"/><Relationship Id="rId9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12.svg"/><Relationship Id="rId2" Type="http://schemas.openxmlformats.org/officeDocument/2006/relationships/tags" Target="../tags/tag128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1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18.bin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35.xml"/><Relationship Id="rId3" Type="http://schemas.openxmlformats.org/officeDocument/2006/relationships/tags" Target="../tags/tag130.xml"/><Relationship Id="rId7" Type="http://schemas.openxmlformats.org/officeDocument/2006/relationships/tags" Target="../tags/tag134.xml"/><Relationship Id="rId12" Type="http://schemas.openxmlformats.org/officeDocument/2006/relationships/image" Target="../media/image1.emf"/><Relationship Id="rId2" Type="http://schemas.openxmlformats.org/officeDocument/2006/relationships/tags" Target="../tags/tag129.xml"/><Relationship Id="rId1" Type="http://schemas.openxmlformats.org/officeDocument/2006/relationships/vmlDrawing" Target="../drawings/vmlDrawing19.vml"/><Relationship Id="rId6" Type="http://schemas.openxmlformats.org/officeDocument/2006/relationships/tags" Target="../tags/tag133.xml"/><Relationship Id="rId11" Type="http://schemas.openxmlformats.org/officeDocument/2006/relationships/oleObject" Target="../embeddings/oleObject19.bin"/><Relationship Id="rId5" Type="http://schemas.openxmlformats.org/officeDocument/2006/relationships/tags" Target="../tags/tag13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31.xml"/><Relationship Id="rId9" Type="http://schemas.openxmlformats.org/officeDocument/2006/relationships/tags" Target="../tags/tag136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2" Type="http://schemas.openxmlformats.org/officeDocument/2006/relationships/tags" Target="../tags/tag137.xml"/><Relationship Id="rId1" Type="http://schemas.openxmlformats.org/officeDocument/2006/relationships/vmlDrawing" Target="../drawings/vmlDrawing20.v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10" Type="http://schemas.openxmlformats.org/officeDocument/2006/relationships/image" Target="../media/image1.emf"/><Relationship Id="rId4" Type="http://schemas.openxmlformats.org/officeDocument/2006/relationships/tags" Target="../tags/tag139.xml"/><Relationship Id="rId9" Type="http://schemas.openxmlformats.org/officeDocument/2006/relationships/oleObject" Target="../embeddings/oleObject20.bin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49.xml"/><Relationship Id="rId3" Type="http://schemas.openxmlformats.org/officeDocument/2006/relationships/tags" Target="../tags/tag144.xml"/><Relationship Id="rId7" Type="http://schemas.openxmlformats.org/officeDocument/2006/relationships/tags" Target="../tags/tag148.xml"/><Relationship Id="rId2" Type="http://schemas.openxmlformats.org/officeDocument/2006/relationships/tags" Target="../tags/tag143.xml"/><Relationship Id="rId1" Type="http://schemas.openxmlformats.org/officeDocument/2006/relationships/vmlDrawing" Target="../drawings/vmlDrawing21.vml"/><Relationship Id="rId6" Type="http://schemas.openxmlformats.org/officeDocument/2006/relationships/tags" Target="../tags/tag147.xml"/><Relationship Id="rId11" Type="http://schemas.openxmlformats.org/officeDocument/2006/relationships/image" Target="../media/image1.emf"/><Relationship Id="rId5" Type="http://schemas.openxmlformats.org/officeDocument/2006/relationships/tags" Target="../tags/tag146.xml"/><Relationship Id="rId10" Type="http://schemas.openxmlformats.org/officeDocument/2006/relationships/oleObject" Target="../embeddings/oleObject21.bin"/><Relationship Id="rId4" Type="http://schemas.openxmlformats.org/officeDocument/2006/relationships/tags" Target="../tags/tag145.xml"/><Relationship Id="rId9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tags" Target="../tags/tag175.xml"/><Relationship Id="rId7" Type="http://schemas.openxmlformats.org/officeDocument/2006/relationships/slideMaster" Target="../slideMasters/slideMaster2.xml"/><Relationship Id="rId12" Type="http://schemas.openxmlformats.org/officeDocument/2006/relationships/image" Target="../media/image3.svg"/><Relationship Id="rId2" Type="http://schemas.openxmlformats.org/officeDocument/2006/relationships/tags" Target="../tags/tag174.xml"/><Relationship Id="rId1" Type="http://schemas.openxmlformats.org/officeDocument/2006/relationships/vmlDrawing" Target="../drawings/vmlDrawing23.vml"/><Relationship Id="rId6" Type="http://schemas.openxmlformats.org/officeDocument/2006/relationships/tags" Target="../tags/tag178.xml"/><Relationship Id="rId11" Type="http://schemas.openxmlformats.org/officeDocument/2006/relationships/image" Target="../media/image2.png"/><Relationship Id="rId5" Type="http://schemas.openxmlformats.org/officeDocument/2006/relationships/tags" Target="../tags/tag177.xml"/><Relationship Id="rId10" Type="http://schemas.openxmlformats.org/officeDocument/2006/relationships/image" Target="../media/image13.jpeg"/><Relationship Id="rId4" Type="http://schemas.openxmlformats.org/officeDocument/2006/relationships/tags" Target="../tags/tag176.xml"/><Relationship Id="rId9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180.xml"/><Relationship Id="rId7" Type="http://schemas.openxmlformats.org/officeDocument/2006/relationships/oleObject" Target="../embeddings/oleObject24.bin"/><Relationship Id="rId2" Type="http://schemas.openxmlformats.org/officeDocument/2006/relationships/tags" Target="../tags/tag179.xml"/><Relationship Id="rId1" Type="http://schemas.openxmlformats.org/officeDocument/2006/relationships/vmlDrawing" Target="../drawings/vmlDrawing24.v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82.xml"/><Relationship Id="rId10" Type="http://schemas.openxmlformats.org/officeDocument/2006/relationships/image" Target="../media/image14.png"/><Relationship Id="rId4" Type="http://schemas.openxmlformats.org/officeDocument/2006/relationships/tags" Target="../tags/tag181.xml"/><Relationship Id="rId9" Type="http://schemas.openxmlformats.org/officeDocument/2006/relationships/image" Target="../media/image13.jpe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tags" Target="../tags/tag184.xml"/><Relationship Id="rId7" Type="http://schemas.openxmlformats.org/officeDocument/2006/relationships/oleObject" Target="../embeddings/oleObject25.bin"/><Relationship Id="rId2" Type="http://schemas.openxmlformats.org/officeDocument/2006/relationships/tags" Target="../tags/tag183.xml"/><Relationship Id="rId1" Type="http://schemas.openxmlformats.org/officeDocument/2006/relationships/vmlDrawing" Target="../drawings/vmlDrawing25.vml"/><Relationship Id="rId6" Type="http://schemas.openxmlformats.org/officeDocument/2006/relationships/slideMaster" Target="../slideMasters/slideMaster2.xml"/><Relationship Id="rId11" Type="http://schemas.openxmlformats.org/officeDocument/2006/relationships/image" Target="../media/image3.svg"/><Relationship Id="rId5" Type="http://schemas.openxmlformats.org/officeDocument/2006/relationships/tags" Target="../tags/tag186.xml"/><Relationship Id="rId10" Type="http://schemas.openxmlformats.org/officeDocument/2006/relationships/image" Target="../media/image2.png"/><Relationship Id="rId4" Type="http://schemas.openxmlformats.org/officeDocument/2006/relationships/tags" Target="../tags/tag185.xml"/><Relationship Id="rId9" Type="http://schemas.openxmlformats.org/officeDocument/2006/relationships/image" Target="../media/image6.jp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tags" Target="../tags/tag188.xml"/><Relationship Id="rId7" Type="http://schemas.openxmlformats.org/officeDocument/2006/relationships/slideMaster" Target="../slideMasters/slideMaster2.xml"/><Relationship Id="rId12" Type="http://schemas.openxmlformats.org/officeDocument/2006/relationships/image" Target="../media/image3.svg"/><Relationship Id="rId2" Type="http://schemas.openxmlformats.org/officeDocument/2006/relationships/tags" Target="../tags/tag187.xml"/><Relationship Id="rId1" Type="http://schemas.openxmlformats.org/officeDocument/2006/relationships/vmlDrawing" Target="../drawings/vmlDrawing26.vml"/><Relationship Id="rId6" Type="http://schemas.openxmlformats.org/officeDocument/2006/relationships/tags" Target="../tags/tag191.xml"/><Relationship Id="rId11" Type="http://schemas.openxmlformats.org/officeDocument/2006/relationships/image" Target="../media/image2.png"/><Relationship Id="rId5" Type="http://schemas.openxmlformats.org/officeDocument/2006/relationships/tags" Target="../tags/tag190.xml"/><Relationship Id="rId10" Type="http://schemas.openxmlformats.org/officeDocument/2006/relationships/image" Target="../media/image15.jpeg"/><Relationship Id="rId4" Type="http://schemas.openxmlformats.org/officeDocument/2006/relationships/tags" Target="../tags/tag189.xml"/><Relationship Id="rId9" Type="http://schemas.openxmlformats.org/officeDocument/2006/relationships/image" Target="../media/image4.emf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198.xml"/><Relationship Id="rId3" Type="http://schemas.openxmlformats.org/officeDocument/2006/relationships/tags" Target="../tags/tag193.xml"/><Relationship Id="rId7" Type="http://schemas.openxmlformats.org/officeDocument/2006/relationships/tags" Target="../tags/tag197.xml"/><Relationship Id="rId2" Type="http://schemas.openxmlformats.org/officeDocument/2006/relationships/tags" Target="../tags/tag192.xml"/><Relationship Id="rId1" Type="http://schemas.openxmlformats.org/officeDocument/2006/relationships/vmlDrawing" Target="../drawings/vmlDrawing27.vml"/><Relationship Id="rId6" Type="http://schemas.openxmlformats.org/officeDocument/2006/relationships/tags" Target="../tags/tag196.xml"/><Relationship Id="rId11" Type="http://schemas.openxmlformats.org/officeDocument/2006/relationships/image" Target="../media/image1.emf"/><Relationship Id="rId5" Type="http://schemas.openxmlformats.org/officeDocument/2006/relationships/tags" Target="../tags/tag195.xml"/><Relationship Id="rId10" Type="http://schemas.openxmlformats.org/officeDocument/2006/relationships/oleObject" Target="../embeddings/oleObject27.bin"/><Relationship Id="rId4" Type="http://schemas.openxmlformats.org/officeDocument/2006/relationships/tags" Target="../tags/tag194.xml"/><Relationship Id="rId9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200.xml"/><Relationship Id="rId7" Type="http://schemas.openxmlformats.org/officeDocument/2006/relationships/tags" Target="../tags/tag204.xml"/><Relationship Id="rId2" Type="http://schemas.openxmlformats.org/officeDocument/2006/relationships/tags" Target="../tags/tag199.xml"/><Relationship Id="rId1" Type="http://schemas.openxmlformats.org/officeDocument/2006/relationships/vmlDrawing" Target="../drawings/vmlDrawing28.v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10" Type="http://schemas.openxmlformats.org/officeDocument/2006/relationships/image" Target="../media/image1.emf"/><Relationship Id="rId4" Type="http://schemas.openxmlformats.org/officeDocument/2006/relationships/tags" Target="../tags/tag201.xml"/><Relationship Id="rId9" Type="http://schemas.openxmlformats.org/officeDocument/2006/relationships/oleObject" Target="../embeddings/oleObject28.bin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211.xml"/><Relationship Id="rId3" Type="http://schemas.openxmlformats.org/officeDocument/2006/relationships/tags" Target="../tags/tag206.xml"/><Relationship Id="rId7" Type="http://schemas.openxmlformats.org/officeDocument/2006/relationships/tags" Target="../tags/tag210.xml"/><Relationship Id="rId2" Type="http://schemas.openxmlformats.org/officeDocument/2006/relationships/tags" Target="../tags/tag205.xml"/><Relationship Id="rId1" Type="http://schemas.openxmlformats.org/officeDocument/2006/relationships/vmlDrawing" Target="../drawings/vmlDrawing29.vml"/><Relationship Id="rId6" Type="http://schemas.openxmlformats.org/officeDocument/2006/relationships/tags" Target="../tags/tag209.xml"/><Relationship Id="rId11" Type="http://schemas.openxmlformats.org/officeDocument/2006/relationships/image" Target="../media/image1.emf"/><Relationship Id="rId5" Type="http://schemas.openxmlformats.org/officeDocument/2006/relationships/tags" Target="../tags/tag208.xml"/><Relationship Id="rId10" Type="http://schemas.openxmlformats.org/officeDocument/2006/relationships/oleObject" Target="../embeddings/oleObject29.bin"/><Relationship Id="rId4" Type="http://schemas.openxmlformats.org/officeDocument/2006/relationships/tags" Target="../tags/tag207.xml"/><Relationship Id="rId9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213.xml"/><Relationship Id="rId7" Type="http://schemas.openxmlformats.org/officeDocument/2006/relationships/tags" Target="../tags/tag217.xml"/><Relationship Id="rId2" Type="http://schemas.openxmlformats.org/officeDocument/2006/relationships/tags" Target="../tags/tag212.xml"/><Relationship Id="rId1" Type="http://schemas.openxmlformats.org/officeDocument/2006/relationships/vmlDrawing" Target="../drawings/vmlDrawing30.v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10" Type="http://schemas.openxmlformats.org/officeDocument/2006/relationships/image" Target="../media/image1.emf"/><Relationship Id="rId4" Type="http://schemas.openxmlformats.org/officeDocument/2006/relationships/tags" Target="../tags/tag214.xml"/><Relationship Id="rId9" Type="http://schemas.openxmlformats.org/officeDocument/2006/relationships/oleObject" Target="../embeddings/oleObject30.bin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.bin"/><Relationship Id="rId3" Type="http://schemas.openxmlformats.org/officeDocument/2006/relationships/tags" Target="../tags/tag219.xml"/><Relationship Id="rId7" Type="http://schemas.openxmlformats.org/officeDocument/2006/relationships/slideMaster" Target="../slideMasters/slideMaster2.xml"/><Relationship Id="rId12" Type="http://schemas.openxmlformats.org/officeDocument/2006/relationships/image" Target="../media/image16.jpeg"/><Relationship Id="rId2" Type="http://schemas.openxmlformats.org/officeDocument/2006/relationships/tags" Target="../tags/tag218.xml"/><Relationship Id="rId1" Type="http://schemas.openxmlformats.org/officeDocument/2006/relationships/vmlDrawing" Target="../drawings/vmlDrawing31.vml"/><Relationship Id="rId6" Type="http://schemas.openxmlformats.org/officeDocument/2006/relationships/tags" Target="../tags/tag222.xml"/><Relationship Id="rId11" Type="http://schemas.openxmlformats.org/officeDocument/2006/relationships/image" Target="../media/image3.svg"/><Relationship Id="rId5" Type="http://schemas.openxmlformats.org/officeDocument/2006/relationships/tags" Target="../tags/tag221.xml"/><Relationship Id="rId10" Type="http://schemas.openxmlformats.org/officeDocument/2006/relationships/image" Target="../media/image2.png"/><Relationship Id="rId4" Type="http://schemas.openxmlformats.org/officeDocument/2006/relationships/tags" Target="../tags/tag220.xml"/><Relationship Id="rId9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tags" Target="../tags/tag224.xml"/><Relationship Id="rId7" Type="http://schemas.openxmlformats.org/officeDocument/2006/relationships/slideMaster" Target="../slideMasters/slideMaster2.xml"/><Relationship Id="rId12" Type="http://schemas.openxmlformats.org/officeDocument/2006/relationships/image" Target="../media/image17.jpeg"/><Relationship Id="rId2" Type="http://schemas.openxmlformats.org/officeDocument/2006/relationships/tags" Target="../tags/tag223.xml"/><Relationship Id="rId1" Type="http://schemas.openxmlformats.org/officeDocument/2006/relationships/vmlDrawing" Target="../drawings/vmlDrawing32.vml"/><Relationship Id="rId6" Type="http://schemas.openxmlformats.org/officeDocument/2006/relationships/tags" Target="../tags/tag227.xml"/><Relationship Id="rId11" Type="http://schemas.openxmlformats.org/officeDocument/2006/relationships/image" Target="../media/image3.svg"/><Relationship Id="rId5" Type="http://schemas.openxmlformats.org/officeDocument/2006/relationships/tags" Target="../tags/tag226.xml"/><Relationship Id="rId10" Type="http://schemas.openxmlformats.org/officeDocument/2006/relationships/image" Target="../media/image2.png"/><Relationship Id="rId4" Type="http://schemas.openxmlformats.org/officeDocument/2006/relationships/tags" Target="../tags/tag225.xml"/><Relationship Id="rId9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2" Type="http://schemas.openxmlformats.org/officeDocument/2006/relationships/tags" Target="../tags/tag228.xml"/><Relationship Id="rId1" Type="http://schemas.openxmlformats.org/officeDocument/2006/relationships/vmlDrawing" Target="../drawings/vmlDrawing33.vml"/><Relationship Id="rId6" Type="http://schemas.openxmlformats.org/officeDocument/2006/relationships/tags" Target="../tags/tag232.xml"/><Relationship Id="rId11" Type="http://schemas.openxmlformats.org/officeDocument/2006/relationships/image" Target="../media/image4.emf"/><Relationship Id="rId5" Type="http://schemas.openxmlformats.org/officeDocument/2006/relationships/tags" Target="../tags/tag231.xml"/><Relationship Id="rId10" Type="http://schemas.openxmlformats.org/officeDocument/2006/relationships/oleObject" Target="../embeddings/oleObject33.bin"/><Relationship Id="rId4" Type="http://schemas.openxmlformats.org/officeDocument/2006/relationships/tags" Target="../tags/tag230.xml"/><Relationship Id="rId9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241.xml"/><Relationship Id="rId13" Type="http://schemas.openxmlformats.org/officeDocument/2006/relationships/image" Target="../media/image8.png"/><Relationship Id="rId3" Type="http://schemas.openxmlformats.org/officeDocument/2006/relationships/tags" Target="../tags/tag236.xml"/><Relationship Id="rId7" Type="http://schemas.openxmlformats.org/officeDocument/2006/relationships/tags" Target="../tags/tag240.xml"/><Relationship Id="rId12" Type="http://schemas.openxmlformats.org/officeDocument/2006/relationships/image" Target="../media/image1.emf"/><Relationship Id="rId2" Type="http://schemas.openxmlformats.org/officeDocument/2006/relationships/tags" Target="../tags/tag235.xml"/><Relationship Id="rId1" Type="http://schemas.openxmlformats.org/officeDocument/2006/relationships/vmlDrawing" Target="../drawings/vmlDrawing34.vml"/><Relationship Id="rId6" Type="http://schemas.openxmlformats.org/officeDocument/2006/relationships/tags" Target="../tags/tag239.xml"/><Relationship Id="rId11" Type="http://schemas.openxmlformats.org/officeDocument/2006/relationships/oleObject" Target="../embeddings/oleObject34.bin"/><Relationship Id="rId5" Type="http://schemas.openxmlformats.org/officeDocument/2006/relationships/tags" Target="../tags/tag238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37.xml"/><Relationship Id="rId9" Type="http://schemas.openxmlformats.org/officeDocument/2006/relationships/tags" Target="../tags/tag242.xml"/><Relationship Id="rId14" Type="http://schemas.openxmlformats.org/officeDocument/2006/relationships/image" Target="../media/image9.svg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249.xml"/><Relationship Id="rId13" Type="http://schemas.openxmlformats.org/officeDocument/2006/relationships/image" Target="../media/image8.png"/><Relationship Id="rId3" Type="http://schemas.openxmlformats.org/officeDocument/2006/relationships/tags" Target="../tags/tag244.xml"/><Relationship Id="rId7" Type="http://schemas.openxmlformats.org/officeDocument/2006/relationships/tags" Target="../tags/tag248.xml"/><Relationship Id="rId12" Type="http://schemas.openxmlformats.org/officeDocument/2006/relationships/image" Target="../media/image1.emf"/><Relationship Id="rId2" Type="http://schemas.openxmlformats.org/officeDocument/2006/relationships/tags" Target="../tags/tag243.xml"/><Relationship Id="rId1" Type="http://schemas.openxmlformats.org/officeDocument/2006/relationships/vmlDrawing" Target="../drawings/vmlDrawing35.vml"/><Relationship Id="rId6" Type="http://schemas.openxmlformats.org/officeDocument/2006/relationships/tags" Target="../tags/tag247.xml"/><Relationship Id="rId11" Type="http://schemas.openxmlformats.org/officeDocument/2006/relationships/oleObject" Target="../embeddings/oleObject35.bin"/><Relationship Id="rId5" Type="http://schemas.openxmlformats.org/officeDocument/2006/relationships/tags" Target="../tags/tag24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45.xml"/><Relationship Id="rId9" Type="http://schemas.openxmlformats.org/officeDocument/2006/relationships/tags" Target="../tags/tag250.xml"/><Relationship Id="rId14" Type="http://schemas.openxmlformats.org/officeDocument/2006/relationships/image" Target="../media/image9.svg"/></Relationships>
</file>

<file path=ppt/slideLayouts/_rels/slideLayout36.xml.rels><?xml version="1.0" encoding="UTF-8" standalone="yes"?>
<Relationships xmlns="http://schemas.openxmlformats.org/package/2006/relationships"><Relationship Id="rId8" Type="http://schemas.openxmlformats.org/officeDocument/2006/relationships/tags" Target="../tags/tag257.xml"/><Relationship Id="rId13" Type="http://schemas.openxmlformats.org/officeDocument/2006/relationships/image" Target="../media/image8.png"/><Relationship Id="rId3" Type="http://schemas.openxmlformats.org/officeDocument/2006/relationships/tags" Target="../tags/tag252.xml"/><Relationship Id="rId7" Type="http://schemas.openxmlformats.org/officeDocument/2006/relationships/tags" Target="../tags/tag256.xml"/><Relationship Id="rId12" Type="http://schemas.openxmlformats.org/officeDocument/2006/relationships/image" Target="../media/image1.emf"/><Relationship Id="rId2" Type="http://schemas.openxmlformats.org/officeDocument/2006/relationships/tags" Target="../tags/tag251.xml"/><Relationship Id="rId1" Type="http://schemas.openxmlformats.org/officeDocument/2006/relationships/vmlDrawing" Target="../drawings/vmlDrawing36.vml"/><Relationship Id="rId6" Type="http://schemas.openxmlformats.org/officeDocument/2006/relationships/tags" Target="../tags/tag255.xml"/><Relationship Id="rId11" Type="http://schemas.openxmlformats.org/officeDocument/2006/relationships/oleObject" Target="../embeddings/oleObject36.bin"/><Relationship Id="rId5" Type="http://schemas.openxmlformats.org/officeDocument/2006/relationships/tags" Target="../tags/tag25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53.xml"/><Relationship Id="rId9" Type="http://schemas.openxmlformats.org/officeDocument/2006/relationships/tags" Target="../tags/tag258.xml"/><Relationship Id="rId14" Type="http://schemas.openxmlformats.org/officeDocument/2006/relationships/image" Target="../media/image9.svg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265.xml"/><Relationship Id="rId13" Type="http://schemas.openxmlformats.org/officeDocument/2006/relationships/image" Target="../media/image8.png"/><Relationship Id="rId3" Type="http://schemas.openxmlformats.org/officeDocument/2006/relationships/tags" Target="../tags/tag260.xml"/><Relationship Id="rId7" Type="http://schemas.openxmlformats.org/officeDocument/2006/relationships/tags" Target="../tags/tag264.xml"/><Relationship Id="rId12" Type="http://schemas.openxmlformats.org/officeDocument/2006/relationships/image" Target="../media/image10.emf"/><Relationship Id="rId2" Type="http://schemas.openxmlformats.org/officeDocument/2006/relationships/tags" Target="../tags/tag259.xml"/><Relationship Id="rId1" Type="http://schemas.openxmlformats.org/officeDocument/2006/relationships/vmlDrawing" Target="../drawings/vmlDrawing37.vml"/><Relationship Id="rId6" Type="http://schemas.openxmlformats.org/officeDocument/2006/relationships/tags" Target="../tags/tag263.xml"/><Relationship Id="rId11" Type="http://schemas.openxmlformats.org/officeDocument/2006/relationships/oleObject" Target="../embeddings/oleObject37.bin"/><Relationship Id="rId5" Type="http://schemas.openxmlformats.org/officeDocument/2006/relationships/tags" Target="../tags/tag262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61.xml"/><Relationship Id="rId9" Type="http://schemas.openxmlformats.org/officeDocument/2006/relationships/tags" Target="../tags/tag266.xml"/><Relationship Id="rId14" Type="http://schemas.openxmlformats.org/officeDocument/2006/relationships/image" Target="../media/image9.sv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273.xml"/><Relationship Id="rId13" Type="http://schemas.openxmlformats.org/officeDocument/2006/relationships/image" Target="../media/image8.png"/><Relationship Id="rId3" Type="http://schemas.openxmlformats.org/officeDocument/2006/relationships/tags" Target="../tags/tag268.xml"/><Relationship Id="rId7" Type="http://schemas.openxmlformats.org/officeDocument/2006/relationships/tags" Target="../tags/tag272.xml"/><Relationship Id="rId12" Type="http://schemas.openxmlformats.org/officeDocument/2006/relationships/image" Target="../media/image1.emf"/><Relationship Id="rId2" Type="http://schemas.openxmlformats.org/officeDocument/2006/relationships/tags" Target="../tags/tag267.xml"/><Relationship Id="rId1" Type="http://schemas.openxmlformats.org/officeDocument/2006/relationships/vmlDrawing" Target="../drawings/vmlDrawing38.vml"/><Relationship Id="rId6" Type="http://schemas.openxmlformats.org/officeDocument/2006/relationships/tags" Target="../tags/tag271.xml"/><Relationship Id="rId11" Type="http://schemas.openxmlformats.org/officeDocument/2006/relationships/oleObject" Target="../embeddings/oleObject38.bin"/><Relationship Id="rId5" Type="http://schemas.openxmlformats.org/officeDocument/2006/relationships/tags" Target="../tags/tag27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69.xml"/><Relationship Id="rId9" Type="http://schemas.openxmlformats.org/officeDocument/2006/relationships/tags" Target="../tags/tag274.xml"/><Relationship Id="rId14" Type="http://schemas.openxmlformats.org/officeDocument/2006/relationships/image" Target="../media/image9.sv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3" Type="http://schemas.openxmlformats.org/officeDocument/2006/relationships/tags" Target="../tags/tag276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275.xml"/><Relationship Id="rId1" Type="http://schemas.openxmlformats.org/officeDocument/2006/relationships/vmlDrawing" Target="../drawings/vmlDrawing39.vml"/><Relationship Id="rId6" Type="http://schemas.openxmlformats.org/officeDocument/2006/relationships/tags" Target="../tags/tag279.xml"/><Relationship Id="rId11" Type="http://schemas.openxmlformats.org/officeDocument/2006/relationships/image" Target="../media/image3.svg"/><Relationship Id="rId5" Type="http://schemas.openxmlformats.org/officeDocument/2006/relationships/tags" Target="../tags/tag278.xml"/><Relationship Id="rId10" Type="http://schemas.openxmlformats.org/officeDocument/2006/relationships/image" Target="../media/image2.png"/><Relationship Id="rId4" Type="http://schemas.openxmlformats.org/officeDocument/2006/relationships/tags" Target="../tags/tag277.xml"/><Relationship Id="rId9" Type="http://schemas.openxmlformats.org/officeDocument/2006/relationships/image" Target="../media/image4.emf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12.svg"/><Relationship Id="rId2" Type="http://schemas.openxmlformats.org/officeDocument/2006/relationships/tags" Target="../tags/tag280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1.png"/><Relationship Id="rId5" Type="http://schemas.openxmlformats.org/officeDocument/2006/relationships/image" Target="../media/image4.emf"/><Relationship Id="rId4" Type="http://schemas.openxmlformats.org/officeDocument/2006/relationships/oleObject" Target="../embeddings/oleObject40.bin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553763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708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7EF077-A828-4C1A-B53F-82056FE53A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7287" r="36892"/>
          <a:stretch/>
        </p:blipFill>
        <p:spPr>
          <a:xfrm>
            <a:off x="6066972" y="0"/>
            <a:ext cx="6125028" cy="6858000"/>
          </a:xfrm>
          <a:prstGeom prst="rect">
            <a:avLst/>
          </a:pr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1E05077-72F5-4A26-B3C8-620255A5B4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702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868317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732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A0A627-2E48-4C7A-BE6A-F14C17748A88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1840095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6650736" y="3439576"/>
            <a:ext cx="4986528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6650736" y="4225192"/>
            <a:ext cx="4986528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5"/>
            </p:custDataLst>
          </p:nvPr>
        </p:nvSpPr>
        <p:spPr>
          <a:xfrm>
            <a:off x="6650736" y="6130587"/>
            <a:ext cx="4986528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5DD4012-9323-42EA-B2B1-5659142AB6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069624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210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5299500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756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F797C3-4F52-4B5E-BE73-0C9E073206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49726"/>
          <a:stretch/>
        </p:blipFill>
        <p:spPr>
          <a:xfrm>
            <a:off x="6062522" y="0"/>
            <a:ext cx="6129478" cy="6858000"/>
          </a:xfrm>
          <a:prstGeom prst="rect">
            <a:avLst/>
          </a:pr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9ADFFB-3469-4234-8D0E-3511CB65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  <p:sp>
        <p:nvSpPr>
          <p:cNvPr id="13" name="Documenttype">
            <a:extLst>
              <a:ext uri="{FF2B5EF4-FFF2-40B4-BE49-F238E27FC236}">
                <a16:creationId xmlns:a16="http://schemas.microsoft.com/office/drawing/2014/main" id="{F46D333D-3123-4E24-A73A-5A8EA394C0E2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6CAA0CFE-82F6-4203-BEDD-F877C467EEB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FEE46F7D-5BEB-495E-8D9E-A464F50DFAB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496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7275950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3186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271127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794079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661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7" name="Sticker" hidden="1">
            <a:extLst>
              <a:ext uri="{FF2B5EF4-FFF2-40B4-BE49-F238E27FC236}">
                <a16:creationId xmlns:a16="http://schemas.microsoft.com/office/drawing/2014/main" id="{E30781E1-3A60-4DB2-9689-3148C8F0C72D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28172203-2C9F-4F6B-BCA4-2EC5E18B352D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DFC7CD0F-D7AF-4F85-830B-0EA4FF06F98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6659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111016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780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D518C557-F666-4289-9A44-B37CFAE0B72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BEAE73F6-5CCF-4E9B-AADE-40DD5B2A8F1C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A177F935-75A3-4AB9-BA45-809F056F11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140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150004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804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96A6231E-7F3F-4C65-BBEF-722F890A3F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458573D1-7240-43B9-94B2-624212EB98CB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91EEC25-294E-4841-9248-7D9EF1A7884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54191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053842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828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8" name="Текст 204">
            <a:extLst>
              <a:ext uri="{FF2B5EF4-FFF2-40B4-BE49-F238E27FC236}">
                <a16:creationId xmlns:a16="http://schemas.microsoft.com/office/drawing/2014/main" id="{AD3589CD-820B-4D91-ACE1-2B375335DD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no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E5DF1D3E-E76E-4958-A498-E2733D4F857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20" name="4. Footnote" hidden="1">
            <a:extLst>
              <a:ext uri="{FF2B5EF4-FFF2-40B4-BE49-F238E27FC236}">
                <a16:creationId xmlns:a16="http://schemas.microsoft.com/office/drawing/2014/main" id="{791A7535-F641-4B29-975C-1370973EF56F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Sticker" hidden="1">
            <a:extLst>
              <a:ext uri="{FF2B5EF4-FFF2-40B4-BE49-F238E27FC236}">
                <a16:creationId xmlns:a16="http://schemas.microsoft.com/office/drawing/2014/main" id="{AECF0197-B137-4CC1-9586-C845FB6350C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22" name="1. On-page tracker">
            <a:extLst>
              <a:ext uri="{FF2B5EF4-FFF2-40B4-BE49-F238E27FC236}">
                <a16:creationId xmlns:a16="http://schemas.microsoft.com/office/drawing/2014/main" id="{4B8FBF34-A2D2-4072-B4FE-DB770F35A082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28CF1312-AA3D-45A7-B550-D5D878C8DD74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28CC1A4-7553-40F4-B822-861BA8A72B4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4466220" cy="2011680"/>
          </a:xfrm>
          <a:prstGeom prst="rect">
            <a:avLst/>
          </a:prstGeom>
          <a:solidFill>
            <a:srgbClr val="FFDC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47C3AF2-4882-42C5-A557-8A5637C3A0A9}"/>
              </a:ext>
            </a:extLst>
          </p:cNvPr>
          <p:cNvSpPr/>
          <p:nvPr userDrawn="1"/>
        </p:nvSpPr>
        <p:spPr>
          <a:xfrm>
            <a:off x="3176" y="-1"/>
            <a:ext cx="4463044" cy="2143125"/>
          </a:xfrm>
          <a:prstGeom prst="rect">
            <a:avLst/>
          </a:prstGeom>
          <a:gradFill flip="none" rotWithShape="1">
            <a:gsLst>
              <a:gs pos="84000">
                <a:srgbClr val="FFC9C5"/>
              </a:gs>
              <a:gs pos="100000">
                <a:srgbClr val="FFC9C5">
                  <a:alpha val="0"/>
                </a:srgbClr>
              </a:gs>
            </a:gsLst>
            <a:lin ang="54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4E8DA93-F848-4C18-B666-92CD3F45A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7287" r="36892"/>
          <a:stretch/>
        </p:blipFill>
        <p:spPr>
          <a:xfrm>
            <a:off x="0" y="1857314"/>
            <a:ext cx="4466220" cy="500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200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Alt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452060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852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02002F6-9056-4C65-AB6B-78056D8EA099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4466220" cy="2011680"/>
          </a:xfrm>
          <a:prstGeom prst="rect">
            <a:avLst/>
          </a:prstGeom>
          <a:solidFill>
            <a:srgbClr val="FFDC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A92E079-4B36-458B-A864-957AF47933E8}"/>
              </a:ext>
            </a:extLst>
          </p:cNvPr>
          <p:cNvSpPr/>
          <p:nvPr userDrawn="1"/>
        </p:nvSpPr>
        <p:spPr>
          <a:xfrm>
            <a:off x="3176" y="2674619"/>
            <a:ext cx="4463044" cy="986156"/>
          </a:xfrm>
          <a:prstGeom prst="rect">
            <a:avLst/>
          </a:prstGeom>
          <a:gradFill flip="none" rotWithShape="1">
            <a:gsLst>
              <a:gs pos="65000">
                <a:srgbClr val="FFDCD9"/>
              </a:gs>
              <a:gs pos="100000">
                <a:srgbClr val="FFDCD9">
                  <a:alpha val="0"/>
                </a:srgbClr>
              </a:gs>
            </a:gsLst>
            <a:lin ang="54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05" name="Текст 204">
            <a:extLst>
              <a:ext uri="{FF2B5EF4-FFF2-40B4-BE49-F238E27FC236}">
                <a16:creationId xmlns:a16="http://schemas.microsoft.com/office/drawing/2014/main" id="{1CBBB01D-7F25-4F8A-9922-1BEF2E6AC5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sp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A097E0B2-B2D3-48C4-873F-66690976F24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5" name="4. Footnote" hidden="1">
            <a:extLst>
              <a:ext uri="{FF2B5EF4-FFF2-40B4-BE49-F238E27FC236}">
                <a16:creationId xmlns:a16="http://schemas.microsoft.com/office/drawing/2014/main" id="{DA6041E8-B95E-4599-A3B7-529B7C5CA3E2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Sticker" hidden="1">
            <a:extLst>
              <a:ext uri="{FF2B5EF4-FFF2-40B4-BE49-F238E27FC236}">
                <a16:creationId xmlns:a16="http://schemas.microsoft.com/office/drawing/2014/main" id="{7044FCD8-86A3-4546-AEA2-72398E8AAAB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C45138AA-9E35-43A1-8799-09B8BE897DE5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BF0E096E-F53C-45CF-9BA3-EBF1F2CAE888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7042E81-5C72-43BE-8615-DA27CB7207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/>
          <a:srcRect l="49726"/>
          <a:stretch/>
        </p:blipFill>
        <p:spPr>
          <a:xfrm>
            <a:off x="0" y="1860945"/>
            <a:ext cx="4466220" cy="499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789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84501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876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740895"/>
            <a:ext cx="10131552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quote style</a:t>
            </a:r>
            <a:endParaRPr lang="ru-RU" dirty="0"/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130249"/>
            <a:ext cx="10131552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AA02EE99-53A8-4C7C-8962-0D63EC734C69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15E207E-5E76-49DE-8198-0BF5F72E95D4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A8C0F3-9F4A-4CE4-BA82-F177C9526A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11BFBD22-3D51-4264-BAC4-6A790A0D38E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937422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582016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900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4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3564610"/>
            <a:ext cx="251460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6D309B0-B7C0-4EDB-A57C-05AE358FF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83639B85-B10A-4071-9D0B-18E8585D555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78BCB313-621A-4810-B94D-A163B11DA6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21" name="4. Footnote" hidden="1">
            <a:extLst>
              <a:ext uri="{FF2B5EF4-FFF2-40B4-BE49-F238E27FC236}">
                <a16:creationId xmlns:a16="http://schemas.microsoft.com/office/drawing/2014/main" id="{F707A329-49E5-45A2-9C18-92B82B132FA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22" name="Sticker" hidden="1">
            <a:extLst>
              <a:ext uri="{FF2B5EF4-FFF2-40B4-BE49-F238E27FC236}">
                <a16:creationId xmlns:a16="http://schemas.microsoft.com/office/drawing/2014/main" id="{0B6BE4A8-DAB1-4940-9342-6B706B216FD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0777587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872190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924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3175256"/>
            <a:ext cx="3465576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5" y="3564610"/>
            <a:ext cx="34655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4CA51FD-BB10-4C86-8C3D-8CC33C24E7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92B8E4A6-BB5E-41C7-A8AA-F0BF210BBAE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46557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A9152F4-8076-4A4B-94FC-9CDD4C3BFE7D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346557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6CC22208-B49D-4A7C-BDAF-7A73EE3A2109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346557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4305694B-D719-4D2E-9C93-243D5CC08D38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1430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891762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948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519684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519684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FA71CD-6029-4DE8-A730-D314F65428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C6CD69B-DD9B-4D8F-B28A-A3BF079820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7765D77-292D-46F8-87E6-8AA0D3942E20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51968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2083F09A-8229-482B-A483-D6B0652B727E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519684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E9D7830D-0D1F-4D3E-B387-1A7B857EB89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4119113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986794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972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69677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ABF5E3-ADE3-4CAC-A6AC-7A6C6A62CF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9F7FD3DE-F517-4217-A729-83E722CCF16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3A43247D-E566-49E0-A9EF-83936FE014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8C0980CE-43B6-4394-BE34-2990FE6F9D4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57C2C668-559D-4A7B-ACFD-D2F34C5DCBD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1801680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135712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502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A93BEF-B154-4402-8FDE-9653313A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4C1C8C40-07DD-4F40-A706-2CB82346D00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BA1F0B4D-BA89-412F-B0BF-C17FA077943C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FCE000FA-ACED-44EB-8A30-630EEF9B70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24BA1470-0E5D-456E-AB4D-D74E5A0FBCD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grpSp>
        <p:nvGrpSpPr>
          <p:cNvPr id="12" name="Grid">
            <a:extLst>
              <a:ext uri="{FF2B5EF4-FFF2-40B4-BE49-F238E27FC236}">
                <a16:creationId xmlns:a16="http://schemas.microsoft.com/office/drawing/2014/main" id="{152F3071-3758-425C-B802-8B26E7F05EE1}"/>
              </a:ext>
            </a:extLst>
          </p:cNvPr>
          <p:cNvGrpSpPr/>
          <p:nvPr userDrawn="1"/>
        </p:nvGrpSpPr>
        <p:grpSpPr>
          <a:xfrm>
            <a:off x="-471048" y="-468000"/>
            <a:ext cx="12105264" cy="6735293"/>
            <a:chOff x="-468000" y="-468000"/>
            <a:chExt cx="12105264" cy="6735293"/>
          </a:xfrm>
        </p:grpSpPr>
        <p:sp>
          <p:nvSpPr>
            <p:cNvPr id="21" name="Rectangle 39">
              <a:extLst>
                <a:ext uri="{FF2B5EF4-FFF2-40B4-BE49-F238E27FC236}">
                  <a16:creationId xmlns:a16="http://schemas.microsoft.com/office/drawing/2014/main" id="{F46ADEE6-FAA2-4CBA-ABDA-CCFFC5AC6AB5}"/>
                </a:ext>
              </a:extLst>
            </p:cNvPr>
            <p:cNvSpPr>
              <a:spLocks/>
            </p:cNvSpPr>
            <p:nvPr/>
          </p:nvSpPr>
          <p:spPr>
            <a:xfrm>
              <a:off x="-468000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2" name="Rectangle 255">
              <a:extLst>
                <a:ext uri="{FF2B5EF4-FFF2-40B4-BE49-F238E27FC236}">
                  <a16:creationId xmlns:a16="http://schemas.microsoft.com/office/drawing/2014/main" id="{65650938-EEB3-4C37-9115-6DE20904B90C}"/>
                </a:ext>
              </a:extLst>
            </p:cNvPr>
            <p:cNvSpPr>
              <a:spLocks/>
            </p:cNvSpPr>
            <p:nvPr/>
          </p:nvSpPr>
          <p:spPr>
            <a:xfrm>
              <a:off x="554736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4" name="Rectangle 256">
              <a:extLst>
                <a:ext uri="{FF2B5EF4-FFF2-40B4-BE49-F238E27FC236}">
                  <a16:creationId xmlns:a16="http://schemas.microsoft.com/office/drawing/2014/main" id="{814DC630-DE77-4A58-89A6-F01C72CBFFB7}"/>
                </a:ext>
              </a:extLst>
            </p:cNvPr>
            <p:cNvSpPr>
              <a:spLocks/>
            </p:cNvSpPr>
            <p:nvPr/>
          </p:nvSpPr>
          <p:spPr>
            <a:xfrm>
              <a:off x="3758184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25" name="Rectangle 257">
              <a:extLst>
                <a:ext uri="{FF2B5EF4-FFF2-40B4-BE49-F238E27FC236}">
                  <a16:creationId xmlns:a16="http://schemas.microsoft.com/office/drawing/2014/main" id="{32B66FEF-BD14-43FF-9D6B-42EBE8653EA6}"/>
                </a:ext>
              </a:extLst>
            </p:cNvPr>
            <p:cNvSpPr>
              <a:spLocks/>
            </p:cNvSpPr>
            <p:nvPr/>
          </p:nvSpPr>
          <p:spPr>
            <a:xfrm>
              <a:off x="4709160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26" name="Rectangle 258">
              <a:extLst>
                <a:ext uri="{FF2B5EF4-FFF2-40B4-BE49-F238E27FC236}">
                  <a16:creationId xmlns:a16="http://schemas.microsoft.com/office/drawing/2014/main" id="{35E013CF-D98B-4983-98B7-E661E6F948C0}"/>
                </a:ext>
              </a:extLst>
            </p:cNvPr>
            <p:cNvSpPr>
              <a:spLocks/>
            </p:cNvSpPr>
            <p:nvPr/>
          </p:nvSpPr>
          <p:spPr>
            <a:xfrm>
              <a:off x="6440424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27" name="Rectangle 259">
              <a:extLst>
                <a:ext uri="{FF2B5EF4-FFF2-40B4-BE49-F238E27FC236}">
                  <a16:creationId xmlns:a16="http://schemas.microsoft.com/office/drawing/2014/main" id="{517CCBE2-1F1E-4B71-8857-880333960152}"/>
                </a:ext>
              </a:extLst>
            </p:cNvPr>
            <p:cNvSpPr>
              <a:spLocks/>
            </p:cNvSpPr>
            <p:nvPr/>
          </p:nvSpPr>
          <p:spPr>
            <a:xfrm>
              <a:off x="8174736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28" name="Rectangle 260">
              <a:extLst>
                <a:ext uri="{FF2B5EF4-FFF2-40B4-BE49-F238E27FC236}">
                  <a16:creationId xmlns:a16="http://schemas.microsoft.com/office/drawing/2014/main" id="{B26D33A8-5D07-429A-BDBA-2F9DC601C7D3}"/>
                </a:ext>
              </a:extLst>
            </p:cNvPr>
            <p:cNvSpPr>
              <a:spLocks/>
            </p:cNvSpPr>
            <p:nvPr/>
          </p:nvSpPr>
          <p:spPr>
            <a:xfrm>
              <a:off x="9125840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29" name="Straight Connector 266">
              <a:extLst>
                <a:ext uri="{FF2B5EF4-FFF2-40B4-BE49-F238E27FC236}">
                  <a16:creationId xmlns:a16="http://schemas.microsoft.com/office/drawing/2014/main" id="{F9C0D7C4-41A0-4EBE-B668-B6A11202AF6D}"/>
                </a:ext>
              </a:extLst>
            </p:cNvPr>
            <p:cNvCxnSpPr>
              <a:cxnSpLocks/>
            </p:cNvCxnSpPr>
            <p:nvPr/>
          </p:nvCxnSpPr>
          <p:spPr>
            <a:xfrm>
              <a:off x="3758184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76">
              <a:extLst>
                <a:ext uri="{FF2B5EF4-FFF2-40B4-BE49-F238E27FC236}">
                  <a16:creationId xmlns:a16="http://schemas.microsoft.com/office/drawing/2014/main" id="{DE1CC2DC-8801-44E2-A8B8-757253000148}"/>
                </a:ext>
              </a:extLst>
            </p:cNvPr>
            <p:cNvCxnSpPr>
              <a:cxnSpLocks/>
            </p:cNvCxnSpPr>
            <p:nvPr/>
          </p:nvCxnSpPr>
          <p:spPr>
            <a:xfrm>
              <a:off x="4709160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278">
              <a:extLst>
                <a:ext uri="{FF2B5EF4-FFF2-40B4-BE49-F238E27FC236}">
                  <a16:creationId xmlns:a16="http://schemas.microsoft.com/office/drawing/2014/main" id="{91A60349-7F75-4534-8E0B-4DB9DE9BAF83}"/>
                </a:ext>
              </a:extLst>
            </p:cNvPr>
            <p:cNvCxnSpPr>
              <a:cxnSpLocks/>
            </p:cNvCxnSpPr>
            <p:nvPr/>
          </p:nvCxnSpPr>
          <p:spPr>
            <a:xfrm>
              <a:off x="6440424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279">
              <a:extLst>
                <a:ext uri="{FF2B5EF4-FFF2-40B4-BE49-F238E27FC236}">
                  <a16:creationId xmlns:a16="http://schemas.microsoft.com/office/drawing/2014/main" id="{A252AD61-E12F-483C-91E5-001AE185AC32}"/>
                </a:ext>
              </a:extLst>
            </p:cNvPr>
            <p:cNvCxnSpPr>
              <a:cxnSpLocks/>
            </p:cNvCxnSpPr>
            <p:nvPr/>
          </p:nvCxnSpPr>
          <p:spPr>
            <a:xfrm>
              <a:off x="81747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282">
              <a:extLst>
                <a:ext uri="{FF2B5EF4-FFF2-40B4-BE49-F238E27FC236}">
                  <a16:creationId xmlns:a16="http://schemas.microsoft.com/office/drawing/2014/main" id="{2580E86A-A048-4106-8B40-426B8CFC6567}"/>
                </a:ext>
              </a:extLst>
            </p:cNvPr>
            <p:cNvCxnSpPr>
              <a:cxnSpLocks/>
            </p:cNvCxnSpPr>
            <p:nvPr/>
          </p:nvCxnSpPr>
          <p:spPr>
            <a:xfrm>
              <a:off x="9125840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60">
              <a:extLst>
                <a:ext uri="{FF2B5EF4-FFF2-40B4-BE49-F238E27FC236}">
                  <a16:creationId xmlns:a16="http://schemas.microsoft.com/office/drawing/2014/main" id="{01D4F97D-C014-4A25-AF27-78C95CA03D7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946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61">
              <a:extLst>
                <a:ext uri="{FF2B5EF4-FFF2-40B4-BE49-F238E27FC236}">
                  <a16:creationId xmlns:a16="http://schemas.microsoft.com/office/drawing/2014/main" id="{042A4E43-0473-4F49-9CD0-BD43AE36EDE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3254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62">
              <a:extLst>
                <a:ext uri="{FF2B5EF4-FFF2-40B4-BE49-F238E27FC236}">
                  <a16:creationId xmlns:a16="http://schemas.microsoft.com/office/drawing/2014/main" id="{06DC3FAD-38DA-4245-98DA-51455DFD857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1155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63">
              <a:extLst>
                <a:ext uri="{FF2B5EF4-FFF2-40B4-BE49-F238E27FC236}">
                  <a16:creationId xmlns:a16="http://schemas.microsoft.com/office/drawing/2014/main" id="{168B553E-BC09-47E7-8C67-35F913D4A93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365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64">
              <a:extLst>
                <a:ext uri="{FF2B5EF4-FFF2-40B4-BE49-F238E27FC236}">
                  <a16:creationId xmlns:a16="http://schemas.microsoft.com/office/drawing/2014/main" id="{4CE0D645-5F33-47EC-AC7D-8F2269350F7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575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65">
              <a:extLst>
                <a:ext uri="{FF2B5EF4-FFF2-40B4-BE49-F238E27FC236}">
                  <a16:creationId xmlns:a16="http://schemas.microsoft.com/office/drawing/2014/main" id="{048211CE-A756-4835-AE20-47AFCBB640F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785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66">
              <a:extLst>
                <a:ext uri="{FF2B5EF4-FFF2-40B4-BE49-F238E27FC236}">
                  <a16:creationId xmlns:a16="http://schemas.microsoft.com/office/drawing/2014/main" id="{8F41145A-8378-41DA-AE1B-BAF3EB83E4B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995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67">
              <a:extLst>
                <a:ext uri="{FF2B5EF4-FFF2-40B4-BE49-F238E27FC236}">
                  <a16:creationId xmlns:a16="http://schemas.microsoft.com/office/drawing/2014/main" id="{DC1F89C5-667C-474C-8B39-8958806108D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7205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68">
              <a:extLst>
                <a:ext uri="{FF2B5EF4-FFF2-40B4-BE49-F238E27FC236}">
                  <a16:creationId xmlns:a16="http://schemas.microsoft.com/office/drawing/2014/main" id="{6A58FA70-EB3E-4BCE-8D25-5048EBE5490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415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69">
              <a:extLst>
                <a:ext uri="{FF2B5EF4-FFF2-40B4-BE49-F238E27FC236}">
                  <a16:creationId xmlns:a16="http://schemas.microsoft.com/office/drawing/2014/main" id="{B845FEC9-61F5-435D-AB66-25BBFF775D2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625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70">
              <a:extLst>
                <a:ext uri="{FF2B5EF4-FFF2-40B4-BE49-F238E27FC236}">
                  <a16:creationId xmlns:a16="http://schemas.microsoft.com/office/drawing/2014/main" id="{10C0D3F1-1138-4295-93AC-1D40640929C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835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71">
              <a:extLst>
                <a:ext uri="{FF2B5EF4-FFF2-40B4-BE49-F238E27FC236}">
                  <a16:creationId xmlns:a16="http://schemas.microsoft.com/office/drawing/2014/main" id="{E052DEB6-1EF3-4B98-BAD3-66F49901E3C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8045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Freeform: Shape 73">
              <a:extLst>
                <a:ext uri="{FF2B5EF4-FFF2-40B4-BE49-F238E27FC236}">
                  <a16:creationId xmlns:a16="http://schemas.microsoft.com/office/drawing/2014/main" id="{53F0F4B4-9C11-41BC-A4D5-187987B2444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738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74">
              <a:extLst>
                <a:ext uri="{FF2B5EF4-FFF2-40B4-BE49-F238E27FC236}">
                  <a16:creationId xmlns:a16="http://schemas.microsoft.com/office/drawing/2014/main" id="{7269E40D-9533-4239-B4B1-40A6128EBD2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9484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75">
              <a:extLst>
                <a:ext uri="{FF2B5EF4-FFF2-40B4-BE49-F238E27FC236}">
                  <a16:creationId xmlns:a16="http://schemas.microsoft.com/office/drawing/2014/main" id="{330A7FF4-BCEF-44C8-96C4-447686B8C87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71583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76">
              <a:extLst>
                <a:ext uri="{FF2B5EF4-FFF2-40B4-BE49-F238E27FC236}">
                  <a16:creationId xmlns:a16="http://schemas.microsoft.com/office/drawing/2014/main" id="{4BABC582-7CD5-4B8D-89F2-BAC1595D5E5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3681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77">
              <a:extLst>
                <a:ext uri="{FF2B5EF4-FFF2-40B4-BE49-F238E27FC236}">
                  <a16:creationId xmlns:a16="http://schemas.microsoft.com/office/drawing/2014/main" id="{064D166E-6DE2-49A5-9071-EA82CBBB11A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578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1" name="Freeform: Shape 78">
              <a:extLst>
                <a:ext uri="{FF2B5EF4-FFF2-40B4-BE49-F238E27FC236}">
                  <a16:creationId xmlns:a16="http://schemas.microsoft.com/office/drawing/2014/main" id="{6B51FD70-DBBD-4878-A89A-3ADB97234E7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787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2" name="Freeform: Shape 79">
              <a:extLst>
                <a:ext uri="{FF2B5EF4-FFF2-40B4-BE49-F238E27FC236}">
                  <a16:creationId xmlns:a16="http://schemas.microsoft.com/office/drawing/2014/main" id="{99DAAC91-A40B-4A22-A855-5C9A9794A5D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997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3" name="Freeform: Shape 80">
              <a:extLst>
                <a:ext uri="{FF2B5EF4-FFF2-40B4-BE49-F238E27FC236}">
                  <a16:creationId xmlns:a16="http://schemas.microsoft.com/office/drawing/2014/main" id="{DE1BC63A-9C9F-4EFF-86E2-12E02D9A46A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3207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4" name="Freeform: Shape 81">
              <a:extLst>
                <a:ext uri="{FF2B5EF4-FFF2-40B4-BE49-F238E27FC236}">
                  <a16:creationId xmlns:a16="http://schemas.microsoft.com/office/drawing/2014/main" id="{45593531-4A2F-417D-9078-11170DA9E87F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417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5" name="Freeform: Shape 82">
              <a:extLst>
                <a:ext uri="{FF2B5EF4-FFF2-40B4-BE49-F238E27FC236}">
                  <a16:creationId xmlns:a16="http://schemas.microsoft.com/office/drawing/2014/main" id="{4388248A-2274-410E-B948-F39D8083997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6274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6" name="Freeform: Shape 83">
              <a:extLst>
                <a:ext uri="{FF2B5EF4-FFF2-40B4-BE49-F238E27FC236}">
                  <a16:creationId xmlns:a16="http://schemas.microsoft.com/office/drawing/2014/main" id="{35E05DDF-EDFA-4AEB-A613-EC49FC1FF5BC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8372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7" name="Straight Connector 104">
              <a:extLst>
                <a:ext uri="{FF2B5EF4-FFF2-40B4-BE49-F238E27FC236}">
                  <a16:creationId xmlns:a16="http://schemas.microsoft.com/office/drawing/2014/main" id="{5ED38523-9F3B-4C37-91E4-271AF98EEF7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07">
              <a:extLst>
                <a:ext uri="{FF2B5EF4-FFF2-40B4-BE49-F238E27FC236}">
                  <a16:creationId xmlns:a16="http://schemas.microsoft.com/office/drawing/2014/main" id="{614B76F0-241E-45EA-A6EE-C6C06263F5E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08">
              <a:extLst>
                <a:ext uri="{FF2B5EF4-FFF2-40B4-BE49-F238E27FC236}">
                  <a16:creationId xmlns:a16="http://schemas.microsoft.com/office/drawing/2014/main" id="{60DDAD1A-3FCE-4035-A91C-E750697449F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09">
              <a:extLst>
                <a:ext uri="{FF2B5EF4-FFF2-40B4-BE49-F238E27FC236}">
                  <a16:creationId xmlns:a16="http://schemas.microsoft.com/office/drawing/2014/main" id="{C5E4FC91-52A0-4B64-BDCE-935529F5F63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0">
              <a:extLst>
                <a:ext uri="{FF2B5EF4-FFF2-40B4-BE49-F238E27FC236}">
                  <a16:creationId xmlns:a16="http://schemas.microsoft.com/office/drawing/2014/main" id="{0082E1BA-8AF8-4624-AEEC-70E4ED8CF08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1">
              <a:extLst>
                <a:ext uri="{FF2B5EF4-FFF2-40B4-BE49-F238E27FC236}">
                  <a16:creationId xmlns:a16="http://schemas.microsoft.com/office/drawing/2014/main" id="{0284B06D-A30B-4973-83EE-A281C7D8538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2">
              <a:extLst>
                <a:ext uri="{FF2B5EF4-FFF2-40B4-BE49-F238E27FC236}">
                  <a16:creationId xmlns:a16="http://schemas.microsoft.com/office/drawing/2014/main" id="{FFA04DB0-0883-4391-B0EB-AF60D240D82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3">
              <a:extLst>
                <a:ext uri="{FF2B5EF4-FFF2-40B4-BE49-F238E27FC236}">
                  <a16:creationId xmlns:a16="http://schemas.microsoft.com/office/drawing/2014/main" id="{DC8B8D44-89D3-4014-A556-FBCFDB78EA2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4">
              <a:extLst>
                <a:ext uri="{FF2B5EF4-FFF2-40B4-BE49-F238E27FC236}">
                  <a16:creationId xmlns:a16="http://schemas.microsoft.com/office/drawing/2014/main" id="{A63A42CF-CA24-4CC9-9758-C239A38D223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15">
              <a:extLst>
                <a:ext uri="{FF2B5EF4-FFF2-40B4-BE49-F238E27FC236}">
                  <a16:creationId xmlns:a16="http://schemas.microsoft.com/office/drawing/2014/main" id="{F3C6DA21-EE47-4E05-A98C-7B3948F1109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16">
              <a:extLst>
                <a:ext uri="{FF2B5EF4-FFF2-40B4-BE49-F238E27FC236}">
                  <a16:creationId xmlns:a16="http://schemas.microsoft.com/office/drawing/2014/main" id="{3AC34B52-E8DC-46E0-A5EC-CB7CFEA23EE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17">
              <a:extLst>
                <a:ext uri="{FF2B5EF4-FFF2-40B4-BE49-F238E27FC236}">
                  <a16:creationId xmlns:a16="http://schemas.microsoft.com/office/drawing/2014/main" id="{537B86CB-D758-4C7B-B455-614E7EB26E0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18">
              <a:extLst>
                <a:ext uri="{FF2B5EF4-FFF2-40B4-BE49-F238E27FC236}">
                  <a16:creationId xmlns:a16="http://schemas.microsoft.com/office/drawing/2014/main" id="{04922AC5-1426-494C-9F75-6EA9C5B2D07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0">
              <a:extLst>
                <a:ext uri="{FF2B5EF4-FFF2-40B4-BE49-F238E27FC236}">
                  <a16:creationId xmlns:a16="http://schemas.microsoft.com/office/drawing/2014/main" id="{F93BA729-7453-448E-8730-E6204C3412B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06">
              <a:extLst>
                <a:ext uri="{FF2B5EF4-FFF2-40B4-BE49-F238E27FC236}">
                  <a16:creationId xmlns:a16="http://schemas.microsoft.com/office/drawing/2014/main" id="{E949B084-1B85-442F-A7F0-167D4CDFB13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7">
              <a:extLst>
                <a:ext uri="{FF2B5EF4-FFF2-40B4-BE49-F238E27FC236}">
                  <a16:creationId xmlns:a16="http://schemas.microsoft.com/office/drawing/2014/main" id="{44DA0031-E5FA-45C1-BAEC-3AF8397623C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8">
              <a:extLst>
                <a:ext uri="{FF2B5EF4-FFF2-40B4-BE49-F238E27FC236}">
                  <a16:creationId xmlns:a16="http://schemas.microsoft.com/office/drawing/2014/main" id="{7503AEAE-5E6D-4155-B995-8C6CD9A7613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9">
              <a:extLst>
                <a:ext uri="{FF2B5EF4-FFF2-40B4-BE49-F238E27FC236}">
                  <a16:creationId xmlns:a16="http://schemas.microsoft.com/office/drawing/2014/main" id="{DC92C5D2-3C87-45CE-AC1E-45D2315E0A8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30">
              <a:extLst>
                <a:ext uri="{FF2B5EF4-FFF2-40B4-BE49-F238E27FC236}">
                  <a16:creationId xmlns:a16="http://schemas.microsoft.com/office/drawing/2014/main" id="{A4D58BB1-87B0-4D84-B10E-8CC3FE030BB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1">
              <a:extLst>
                <a:ext uri="{FF2B5EF4-FFF2-40B4-BE49-F238E27FC236}">
                  <a16:creationId xmlns:a16="http://schemas.microsoft.com/office/drawing/2014/main" id="{03D6041D-BDBA-42C2-91FA-6F2B516F592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2">
              <a:extLst>
                <a:ext uri="{FF2B5EF4-FFF2-40B4-BE49-F238E27FC236}">
                  <a16:creationId xmlns:a16="http://schemas.microsoft.com/office/drawing/2014/main" id="{B9E8B9F9-86B9-4132-9F4D-E2C29A7EB4E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3">
              <a:extLst>
                <a:ext uri="{FF2B5EF4-FFF2-40B4-BE49-F238E27FC236}">
                  <a16:creationId xmlns:a16="http://schemas.microsoft.com/office/drawing/2014/main" id="{2B68C0C2-17F2-4932-A412-F25CB013389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4">
              <a:extLst>
                <a:ext uri="{FF2B5EF4-FFF2-40B4-BE49-F238E27FC236}">
                  <a16:creationId xmlns:a16="http://schemas.microsoft.com/office/drawing/2014/main" id="{D3C82108-34A1-4E9F-A1AD-8C23463C5E0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5">
              <a:extLst>
                <a:ext uri="{FF2B5EF4-FFF2-40B4-BE49-F238E27FC236}">
                  <a16:creationId xmlns:a16="http://schemas.microsoft.com/office/drawing/2014/main" id="{DC09293A-DFC9-4249-BFA0-6470C6F7821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6">
              <a:extLst>
                <a:ext uri="{FF2B5EF4-FFF2-40B4-BE49-F238E27FC236}">
                  <a16:creationId xmlns:a16="http://schemas.microsoft.com/office/drawing/2014/main" id="{D1CB3103-6801-43DB-9F0F-5BE310A0C4D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7">
              <a:extLst>
                <a:ext uri="{FF2B5EF4-FFF2-40B4-BE49-F238E27FC236}">
                  <a16:creationId xmlns:a16="http://schemas.microsoft.com/office/drawing/2014/main" id="{BDF1F70C-8B7E-404C-80A4-48C603ACFD8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8">
              <a:extLst>
                <a:ext uri="{FF2B5EF4-FFF2-40B4-BE49-F238E27FC236}">
                  <a16:creationId xmlns:a16="http://schemas.microsoft.com/office/drawing/2014/main" id="{DB44E8D5-6123-4DE4-A387-D384FF23C34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9">
              <a:extLst>
                <a:ext uri="{FF2B5EF4-FFF2-40B4-BE49-F238E27FC236}">
                  <a16:creationId xmlns:a16="http://schemas.microsoft.com/office/drawing/2014/main" id="{030A1E68-5C21-4971-8CE6-22939BC72E9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40">
              <a:extLst>
                <a:ext uri="{FF2B5EF4-FFF2-40B4-BE49-F238E27FC236}">
                  <a16:creationId xmlns:a16="http://schemas.microsoft.com/office/drawing/2014/main" id="{F9A5A978-8675-4C5A-8BD6-42DE89A1FC6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2">
              <a:extLst>
                <a:ext uri="{FF2B5EF4-FFF2-40B4-BE49-F238E27FC236}">
                  <a16:creationId xmlns:a16="http://schemas.microsoft.com/office/drawing/2014/main" id="{1C4BA3EA-CEDC-42D4-8544-82966EFB9F9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Area">
              <a:extLst>
                <a:ext uri="{FF2B5EF4-FFF2-40B4-BE49-F238E27FC236}">
                  <a16:creationId xmlns:a16="http://schemas.microsoft.com/office/drawing/2014/main" id="{0A4ADF09-9FCC-495D-839C-5FB52C5FFE3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4736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1353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092665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996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8C2FC-92F3-4B49-A3ED-4A62572980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6F62F619-E79F-4E0F-8CEB-BDFB635A878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B716AAC5-462E-4171-8118-2F592D1BAAD2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3B605EB0-81B9-41D2-B4A7-7B2A506CB23F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Sticker" hidden="1">
            <a:extLst>
              <a:ext uri="{FF2B5EF4-FFF2-40B4-BE49-F238E27FC236}">
                <a16:creationId xmlns:a16="http://schemas.microsoft.com/office/drawing/2014/main" id="{892BC24A-6646-4335-BC3A-985AD1DD176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9024207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825027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020"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E11133-F6FB-4BA5-8E7B-134F665CA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0920" t="19524" r="30920" b="22511"/>
          <a:stretch/>
        </p:blipFill>
        <p:spPr>
          <a:xfrm>
            <a:off x="4349569" y="776224"/>
            <a:ext cx="3492863" cy="530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3453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Do not remove" hidden="1">
            <a:extLst>
              <a:ext uri="{FF2B5EF4-FFF2-40B4-BE49-F238E27FC236}">
                <a16:creationId xmlns:a16="http://schemas.microsoft.com/office/drawing/2014/main" id="{E7D4DAC6-F017-44FC-93D6-E3E4264E708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6350" cap="sq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9426195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044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ko-KR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72212"/>
            <a:ext cx="11082528" cy="731520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884725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ko-KR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ko-KR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ko-KR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ko-KR" sz="800" dirty="0"/>
              <a:t>자료: …</a:t>
            </a: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D81DE886-1792-49FB-BC74-725B951DC1F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6704" y="89319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ko-KR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366956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or 3 lines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435300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97441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54734" y="6514142"/>
            <a:ext cx="97200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7" name="4. Footnote" hidden="1">
            <a:extLst>
              <a:ext uri="{FF2B5EF4-FFF2-40B4-BE49-F238E27FC236}">
                <a16:creationId xmlns:a16="http://schemas.microsoft.com/office/drawing/2014/main" id="{493312EF-4CC4-47EF-9665-EA71D67B76C2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8F28B6DF-40AC-41EC-843B-8AB80F47378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54734" y="189581"/>
            <a:ext cx="11082528" cy="101566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>
              <a:lnSpc>
                <a:spcPct val="100000"/>
              </a:lnSpc>
              <a:defRPr lang="ru-RU" sz="2200" dirty="0"/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802252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en-US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tracker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52B0A9-2D2A-401F-B1A8-6615259A5CFD}"/>
              </a:ext>
            </a:extLst>
          </p:cNvPr>
          <p:cNvSpPr txBox="1"/>
          <p:nvPr userDrawn="1"/>
        </p:nvSpPr>
        <p:spPr>
          <a:xfrm>
            <a:off x="10508398" y="6514142"/>
            <a:ext cx="769441" cy="107722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lang="en-US" sz="1400" dirty="0">
                <a:cs typeface="Arial" panose="020B0604020202020204" pitchFamily="34" charset="0"/>
              </a:defRPr>
            </a:lvl1pPr>
            <a:lvl2pPr marL="216000" lvl="1" indent="-216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32000" lvl="2" indent="-198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76000" lvl="3" indent="-1368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788400" lvl="4" indent="-1440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sz="700" dirty="0">
                <a:solidFill>
                  <a:schemeClr val="tx1"/>
                </a:solidFill>
                <a:latin typeface="+mj-lt"/>
              </a:rPr>
              <a:t>Яков и Партнёры</a:t>
            </a:r>
            <a:endParaRPr lang="en-US" sz="7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451728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54665-C9C8-400E-B127-2B6C1FCBD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7288C0-4A00-479C-A929-74D31A0D5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36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id">
            <a:extLst>
              <a:ext uri="{FF2B5EF4-FFF2-40B4-BE49-F238E27FC236}">
                <a16:creationId xmlns:a16="http://schemas.microsoft.com/office/drawing/2014/main" id="{61789FC8-A5CF-4E70-8EC7-480ABE16CCE0}"/>
              </a:ext>
            </a:extLst>
          </p:cNvPr>
          <p:cNvGrpSpPr/>
          <p:nvPr userDrawn="1"/>
        </p:nvGrpSpPr>
        <p:grpSpPr>
          <a:xfrm>
            <a:off x="-471048" y="-468000"/>
            <a:ext cx="12105264" cy="6735293"/>
            <a:chOff x="-468000" y="-468000"/>
            <a:chExt cx="12105264" cy="6735293"/>
          </a:xfrm>
        </p:grpSpPr>
        <p:sp>
          <p:nvSpPr>
            <p:cNvPr id="3" name="Rectangle 39">
              <a:extLst>
                <a:ext uri="{FF2B5EF4-FFF2-40B4-BE49-F238E27FC236}">
                  <a16:creationId xmlns:a16="http://schemas.microsoft.com/office/drawing/2014/main" id="{82AE5B53-2AF7-431D-B7ED-1726EED220A9}"/>
                </a:ext>
              </a:extLst>
            </p:cNvPr>
            <p:cNvSpPr>
              <a:spLocks/>
            </p:cNvSpPr>
            <p:nvPr/>
          </p:nvSpPr>
          <p:spPr>
            <a:xfrm>
              <a:off x="-468000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4" name="Rectangle 255">
              <a:extLst>
                <a:ext uri="{FF2B5EF4-FFF2-40B4-BE49-F238E27FC236}">
                  <a16:creationId xmlns:a16="http://schemas.microsoft.com/office/drawing/2014/main" id="{D31E8CBB-A240-4E94-A3F9-5F74C74A5718}"/>
                </a:ext>
              </a:extLst>
            </p:cNvPr>
            <p:cNvSpPr>
              <a:spLocks/>
            </p:cNvSpPr>
            <p:nvPr/>
          </p:nvSpPr>
          <p:spPr>
            <a:xfrm>
              <a:off x="554736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5" name="Rectangle 256">
              <a:extLst>
                <a:ext uri="{FF2B5EF4-FFF2-40B4-BE49-F238E27FC236}">
                  <a16:creationId xmlns:a16="http://schemas.microsoft.com/office/drawing/2014/main" id="{C2D8FC07-346C-45A4-A91D-BD72CBDD0E2B}"/>
                </a:ext>
              </a:extLst>
            </p:cNvPr>
            <p:cNvSpPr>
              <a:spLocks/>
            </p:cNvSpPr>
            <p:nvPr/>
          </p:nvSpPr>
          <p:spPr>
            <a:xfrm>
              <a:off x="3758184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6" name="Rectangle 257">
              <a:extLst>
                <a:ext uri="{FF2B5EF4-FFF2-40B4-BE49-F238E27FC236}">
                  <a16:creationId xmlns:a16="http://schemas.microsoft.com/office/drawing/2014/main" id="{0123DFEB-7D2B-465D-937A-779EC1420C7D}"/>
                </a:ext>
              </a:extLst>
            </p:cNvPr>
            <p:cNvSpPr>
              <a:spLocks/>
            </p:cNvSpPr>
            <p:nvPr/>
          </p:nvSpPr>
          <p:spPr>
            <a:xfrm>
              <a:off x="4709160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7" name="Rectangle 258">
              <a:extLst>
                <a:ext uri="{FF2B5EF4-FFF2-40B4-BE49-F238E27FC236}">
                  <a16:creationId xmlns:a16="http://schemas.microsoft.com/office/drawing/2014/main" id="{8FF8ECAD-7DEB-4686-ADD0-21DF4FBA89B9}"/>
                </a:ext>
              </a:extLst>
            </p:cNvPr>
            <p:cNvSpPr>
              <a:spLocks/>
            </p:cNvSpPr>
            <p:nvPr/>
          </p:nvSpPr>
          <p:spPr>
            <a:xfrm>
              <a:off x="6440424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8" name="Rectangle 259">
              <a:extLst>
                <a:ext uri="{FF2B5EF4-FFF2-40B4-BE49-F238E27FC236}">
                  <a16:creationId xmlns:a16="http://schemas.microsoft.com/office/drawing/2014/main" id="{765C8A49-8602-4580-86B9-EFBAE0B9AE5B}"/>
                </a:ext>
              </a:extLst>
            </p:cNvPr>
            <p:cNvSpPr>
              <a:spLocks/>
            </p:cNvSpPr>
            <p:nvPr/>
          </p:nvSpPr>
          <p:spPr>
            <a:xfrm>
              <a:off x="8174736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9" name="Rectangle 260">
              <a:extLst>
                <a:ext uri="{FF2B5EF4-FFF2-40B4-BE49-F238E27FC236}">
                  <a16:creationId xmlns:a16="http://schemas.microsoft.com/office/drawing/2014/main" id="{0EA1BB33-3BFF-4B96-A268-5B32531ACFF1}"/>
                </a:ext>
              </a:extLst>
            </p:cNvPr>
            <p:cNvSpPr>
              <a:spLocks/>
            </p:cNvSpPr>
            <p:nvPr/>
          </p:nvSpPr>
          <p:spPr>
            <a:xfrm>
              <a:off x="9125840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10" name="Straight Connector 266">
              <a:extLst>
                <a:ext uri="{FF2B5EF4-FFF2-40B4-BE49-F238E27FC236}">
                  <a16:creationId xmlns:a16="http://schemas.microsoft.com/office/drawing/2014/main" id="{8413E678-0672-4BDE-B7D4-0784D696EFB9}"/>
                </a:ext>
              </a:extLst>
            </p:cNvPr>
            <p:cNvCxnSpPr>
              <a:cxnSpLocks/>
            </p:cNvCxnSpPr>
            <p:nvPr/>
          </p:nvCxnSpPr>
          <p:spPr>
            <a:xfrm>
              <a:off x="3758184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276">
              <a:extLst>
                <a:ext uri="{FF2B5EF4-FFF2-40B4-BE49-F238E27FC236}">
                  <a16:creationId xmlns:a16="http://schemas.microsoft.com/office/drawing/2014/main" id="{5B9DA7CB-D053-460C-BA8A-6D678ECE9800}"/>
                </a:ext>
              </a:extLst>
            </p:cNvPr>
            <p:cNvCxnSpPr>
              <a:cxnSpLocks/>
            </p:cNvCxnSpPr>
            <p:nvPr/>
          </p:nvCxnSpPr>
          <p:spPr>
            <a:xfrm>
              <a:off x="4709160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278">
              <a:extLst>
                <a:ext uri="{FF2B5EF4-FFF2-40B4-BE49-F238E27FC236}">
                  <a16:creationId xmlns:a16="http://schemas.microsoft.com/office/drawing/2014/main" id="{B97AA3B2-A95A-429F-BB59-2D4D12343652}"/>
                </a:ext>
              </a:extLst>
            </p:cNvPr>
            <p:cNvCxnSpPr>
              <a:cxnSpLocks/>
            </p:cNvCxnSpPr>
            <p:nvPr/>
          </p:nvCxnSpPr>
          <p:spPr>
            <a:xfrm>
              <a:off x="6440424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279">
              <a:extLst>
                <a:ext uri="{FF2B5EF4-FFF2-40B4-BE49-F238E27FC236}">
                  <a16:creationId xmlns:a16="http://schemas.microsoft.com/office/drawing/2014/main" id="{A2E46816-A623-4432-92AC-7B314AE32B2C}"/>
                </a:ext>
              </a:extLst>
            </p:cNvPr>
            <p:cNvCxnSpPr>
              <a:cxnSpLocks/>
            </p:cNvCxnSpPr>
            <p:nvPr/>
          </p:nvCxnSpPr>
          <p:spPr>
            <a:xfrm>
              <a:off x="81747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282">
              <a:extLst>
                <a:ext uri="{FF2B5EF4-FFF2-40B4-BE49-F238E27FC236}">
                  <a16:creationId xmlns:a16="http://schemas.microsoft.com/office/drawing/2014/main" id="{E589ABA9-B280-4B11-9B51-FCF21120E9B9}"/>
                </a:ext>
              </a:extLst>
            </p:cNvPr>
            <p:cNvCxnSpPr>
              <a:cxnSpLocks/>
            </p:cNvCxnSpPr>
            <p:nvPr/>
          </p:nvCxnSpPr>
          <p:spPr>
            <a:xfrm>
              <a:off x="9125840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0">
              <a:extLst>
                <a:ext uri="{FF2B5EF4-FFF2-40B4-BE49-F238E27FC236}">
                  <a16:creationId xmlns:a16="http://schemas.microsoft.com/office/drawing/2014/main" id="{CFA8767B-6C50-4C01-AD51-7D3F1D1B4D2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946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1">
              <a:extLst>
                <a:ext uri="{FF2B5EF4-FFF2-40B4-BE49-F238E27FC236}">
                  <a16:creationId xmlns:a16="http://schemas.microsoft.com/office/drawing/2014/main" id="{9A157438-39B8-4F17-B20C-1EC60387097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3254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2">
              <a:extLst>
                <a:ext uri="{FF2B5EF4-FFF2-40B4-BE49-F238E27FC236}">
                  <a16:creationId xmlns:a16="http://schemas.microsoft.com/office/drawing/2014/main" id="{DE5C0266-7194-42F5-A6DC-34B7562D0FA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1155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3">
              <a:extLst>
                <a:ext uri="{FF2B5EF4-FFF2-40B4-BE49-F238E27FC236}">
                  <a16:creationId xmlns:a16="http://schemas.microsoft.com/office/drawing/2014/main" id="{88CD6ED0-5AB3-4630-A861-3B93730427C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365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64">
              <a:extLst>
                <a:ext uri="{FF2B5EF4-FFF2-40B4-BE49-F238E27FC236}">
                  <a16:creationId xmlns:a16="http://schemas.microsoft.com/office/drawing/2014/main" id="{5A03862C-1123-45F2-9148-946D56CDAE5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575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65">
              <a:extLst>
                <a:ext uri="{FF2B5EF4-FFF2-40B4-BE49-F238E27FC236}">
                  <a16:creationId xmlns:a16="http://schemas.microsoft.com/office/drawing/2014/main" id="{11F285F5-8778-4E17-82F0-0F8F88DE053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785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66">
              <a:extLst>
                <a:ext uri="{FF2B5EF4-FFF2-40B4-BE49-F238E27FC236}">
                  <a16:creationId xmlns:a16="http://schemas.microsoft.com/office/drawing/2014/main" id="{A593ABB9-93A5-4CB0-A615-229A87B17C3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995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67">
              <a:extLst>
                <a:ext uri="{FF2B5EF4-FFF2-40B4-BE49-F238E27FC236}">
                  <a16:creationId xmlns:a16="http://schemas.microsoft.com/office/drawing/2014/main" id="{5DAB6021-0580-4343-BA27-7BDEB43C11A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7205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68">
              <a:extLst>
                <a:ext uri="{FF2B5EF4-FFF2-40B4-BE49-F238E27FC236}">
                  <a16:creationId xmlns:a16="http://schemas.microsoft.com/office/drawing/2014/main" id="{103E44B5-CF19-4F43-B811-722D677F2FD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415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69">
              <a:extLst>
                <a:ext uri="{FF2B5EF4-FFF2-40B4-BE49-F238E27FC236}">
                  <a16:creationId xmlns:a16="http://schemas.microsoft.com/office/drawing/2014/main" id="{543C918A-FC7B-4FB8-8DA5-E31CF16667B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625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70">
              <a:extLst>
                <a:ext uri="{FF2B5EF4-FFF2-40B4-BE49-F238E27FC236}">
                  <a16:creationId xmlns:a16="http://schemas.microsoft.com/office/drawing/2014/main" id="{0861D06C-A5DA-41E1-A91E-05D9668A594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835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71">
              <a:extLst>
                <a:ext uri="{FF2B5EF4-FFF2-40B4-BE49-F238E27FC236}">
                  <a16:creationId xmlns:a16="http://schemas.microsoft.com/office/drawing/2014/main" id="{3FC21415-D1A2-44E8-BF0F-8D79702021A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8045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41521FE2-8039-4A44-8E31-88518628116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738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E94D8DE8-71F3-4A2E-AF65-F9CD6A0B1BF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9484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0DB1B978-2323-4593-8D2E-1853D157F7A9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71583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479FFB7D-189F-4D66-83A4-B43762EDF6F3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3681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D912E2B0-2928-4B4B-8DA3-F2D49A23660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578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046508CE-FCEC-496B-8297-9C2A2E1CA63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787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F15BC712-A90D-4D70-A99F-3827184B78E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997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5257E880-BFC1-478D-93F2-D65A0AC6C64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3207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3ECCE30B-4B47-423B-8418-1CC8C3E604E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417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601CAD1C-CCA4-4441-B37A-01A27B05656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6274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C45D9F64-3FEE-400E-9F3D-2354E1D86E04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8372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38" name="Straight Connector 104">
              <a:extLst>
                <a:ext uri="{FF2B5EF4-FFF2-40B4-BE49-F238E27FC236}">
                  <a16:creationId xmlns:a16="http://schemas.microsoft.com/office/drawing/2014/main" id="{56136F66-C066-4DBC-92E2-C6630914790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107">
              <a:extLst>
                <a:ext uri="{FF2B5EF4-FFF2-40B4-BE49-F238E27FC236}">
                  <a16:creationId xmlns:a16="http://schemas.microsoft.com/office/drawing/2014/main" id="{65339B23-BB0D-46E6-94AC-47AAE2EAF7C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108">
              <a:extLst>
                <a:ext uri="{FF2B5EF4-FFF2-40B4-BE49-F238E27FC236}">
                  <a16:creationId xmlns:a16="http://schemas.microsoft.com/office/drawing/2014/main" id="{7B7D5945-8F09-4F7A-ADF0-404ED766E7E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109">
              <a:extLst>
                <a:ext uri="{FF2B5EF4-FFF2-40B4-BE49-F238E27FC236}">
                  <a16:creationId xmlns:a16="http://schemas.microsoft.com/office/drawing/2014/main" id="{4ADB34F9-61A3-4495-A5A8-1D33E1C5D8F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110">
              <a:extLst>
                <a:ext uri="{FF2B5EF4-FFF2-40B4-BE49-F238E27FC236}">
                  <a16:creationId xmlns:a16="http://schemas.microsoft.com/office/drawing/2014/main" id="{F4A8663F-8F15-45FE-ABA6-1D224911F20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111">
              <a:extLst>
                <a:ext uri="{FF2B5EF4-FFF2-40B4-BE49-F238E27FC236}">
                  <a16:creationId xmlns:a16="http://schemas.microsoft.com/office/drawing/2014/main" id="{6E0E7351-6A9B-4EAA-80EE-374199668FA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112">
              <a:extLst>
                <a:ext uri="{FF2B5EF4-FFF2-40B4-BE49-F238E27FC236}">
                  <a16:creationId xmlns:a16="http://schemas.microsoft.com/office/drawing/2014/main" id="{5685FE3D-5B14-4FFA-9146-08CB9993203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113">
              <a:extLst>
                <a:ext uri="{FF2B5EF4-FFF2-40B4-BE49-F238E27FC236}">
                  <a16:creationId xmlns:a16="http://schemas.microsoft.com/office/drawing/2014/main" id="{71624253-FAA4-4162-A859-0CA6E8B54DE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114">
              <a:extLst>
                <a:ext uri="{FF2B5EF4-FFF2-40B4-BE49-F238E27FC236}">
                  <a16:creationId xmlns:a16="http://schemas.microsoft.com/office/drawing/2014/main" id="{50F8E47F-6910-4BCB-AB04-ADD79A81FF3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115">
              <a:extLst>
                <a:ext uri="{FF2B5EF4-FFF2-40B4-BE49-F238E27FC236}">
                  <a16:creationId xmlns:a16="http://schemas.microsoft.com/office/drawing/2014/main" id="{6729E5CD-8A90-471B-ABB9-DD35F2BABA0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116">
              <a:extLst>
                <a:ext uri="{FF2B5EF4-FFF2-40B4-BE49-F238E27FC236}">
                  <a16:creationId xmlns:a16="http://schemas.microsoft.com/office/drawing/2014/main" id="{3B98BFFB-23E2-4A56-8C85-C31CCB34BBE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17">
              <a:extLst>
                <a:ext uri="{FF2B5EF4-FFF2-40B4-BE49-F238E27FC236}">
                  <a16:creationId xmlns:a16="http://schemas.microsoft.com/office/drawing/2014/main" id="{CC2192BD-9D05-44E7-8C1A-2AD567E5EF3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18">
              <a:extLst>
                <a:ext uri="{FF2B5EF4-FFF2-40B4-BE49-F238E27FC236}">
                  <a16:creationId xmlns:a16="http://schemas.microsoft.com/office/drawing/2014/main" id="{A12D097C-82DA-4B9E-B135-49E0935A36A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20">
              <a:extLst>
                <a:ext uri="{FF2B5EF4-FFF2-40B4-BE49-F238E27FC236}">
                  <a16:creationId xmlns:a16="http://schemas.microsoft.com/office/drawing/2014/main" id="{14E626D5-0D94-4EB8-9B92-1FBD7310756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>
              <a:extLst>
                <a:ext uri="{FF2B5EF4-FFF2-40B4-BE49-F238E27FC236}">
                  <a16:creationId xmlns:a16="http://schemas.microsoft.com/office/drawing/2014/main" id="{19456D46-20F0-433E-A7F5-FFFEC0E64D1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27">
              <a:extLst>
                <a:ext uri="{FF2B5EF4-FFF2-40B4-BE49-F238E27FC236}">
                  <a16:creationId xmlns:a16="http://schemas.microsoft.com/office/drawing/2014/main" id="{4B22F413-46AB-44E5-AEBF-2646C5E0BEE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28">
              <a:extLst>
                <a:ext uri="{FF2B5EF4-FFF2-40B4-BE49-F238E27FC236}">
                  <a16:creationId xmlns:a16="http://schemas.microsoft.com/office/drawing/2014/main" id="{FD87257B-27CE-4663-8B06-DAD51813EE8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29">
              <a:extLst>
                <a:ext uri="{FF2B5EF4-FFF2-40B4-BE49-F238E27FC236}">
                  <a16:creationId xmlns:a16="http://schemas.microsoft.com/office/drawing/2014/main" id="{D1D74F04-CCDE-429C-983C-08683CFE333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30">
              <a:extLst>
                <a:ext uri="{FF2B5EF4-FFF2-40B4-BE49-F238E27FC236}">
                  <a16:creationId xmlns:a16="http://schemas.microsoft.com/office/drawing/2014/main" id="{C41AAC0B-9CB1-44B0-A7F9-2DB67D80A06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31">
              <a:extLst>
                <a:ext uri="{FF2B5EF4-FFF2-40B4-BE49-F238E27FC236}">
                  <a16:creationId xmlns:a16="http://schemas.microsoft.com/office/drawing/2014/main" id="{74A459B0-947A-4161-AE49-EA2EFE81D48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32">
              <a:extLst>
                <a:ext uri="{FF2B5EF4-FFF2-40B4-BE49-F238E27FC236}">
                  <a16:creationId xmlns:a16="http://schemas.microsoft.com/office/drawing/2014/main" id="{E3C49BAE-E390-4F9D-BCB9-5A35C66D20C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33">
              <a:extLst>
                <a:ext uri="{FF2B5EF4-FFF2-40B4-BE49-F238E27FC236}">
                  <a16:creationId xmlns:a16="http://schemas.microsoft.com/office/drawing/2014/main" id="{FC65B60F-97B1-424A-8101-AEE9AA86A58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34">
              <a:extLst>
                <a:ext uri="{FF2B5EF4-FFF2-40B4-BE49-F238E27FC236}">
                  <a16:creationId xmlns:a16="http://schemas.microsoft.com/office/drawing/2014/main" id="{0ED02E27-B66F-4413-ADBB-85B9A8D50AF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35">
              <a:extLst>
                <a:ext uri="{FF2B5EF4-FFF2-40B4-BE49-F238E27FC236}">
                  <a16:creationId xmlns:a16="http://schemas.microsoft.com/office/drawing/2014/main" id="{DC1FC896-E4CF-49C4-8DA1-2D5CBC36A11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36">
              <a:extLst>
                <a:ext uri="{FF2B5EF4-FFF2-40B4-BE49-F238E27FC236}">
                  <a16:creationId xmlns:a16="http://schemas.microsoft.com/office/drawing/2014/main" id="{92CF46AE-4E2A-44AA-A7B1-A9436A25A9B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37">
              <a:extLst>
                <a:ext uri="{FF2B5EF4-FFF2-40B4-BE49-F238E27FC236}">
                  <a16:creationId xmlns:a16="http://schemas.microsoft.com/office/drawing/2014/main" id="{C1C76570-6D08-4DC8-AB9E-285063851F3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38">
              <a:extLst>
                <a:ext uri="{FF2B5EF4-FFF2-40B4-BE49-F238E27FC236}">
                  <a16:creationId xmlns:a16="http://schemas.microsoft.com/office/drawing/2014/main" id="{D2BC23D2-5B8A-446F-B8B6-85E900ED4DF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39">
              <a:extLst>
                <a:ext uri="{FF2B5EF4-FFF2-40B4-BE49-F238E27FC236}">
                  <a16:creationId xmlns:a16="http://schemas.microsoft.com/office/drawing/2014/main" id="{940D676A-22B5-4A81-8286-6E584513DDF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40">
              <a:extLst>
                <a:ext uri="{FF2B5EF4-FFF2-40B4-BE49-F238E27FC236}">
                  <a16:creationId xmlns:a16="http://schemas.microsoft.com/office/drawing/2014/main" id="{7EE1D7BC-D704-4042-B74F-92A4A163FDC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42">
              <a:extLst>
                <a:ext uri="{FF2B5EF4-FFF2-40B4-BE49-F238E27FC236}">
                  <a16:creationId xmlns:a16="http://schemas.microsoft.com/office/drawing/2014/main" id="{9EDAF0DE-9BF7-4BE9-8727-80C41C1D85B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Area">
              <a:extLst>
                <a:ext uri="{FF2B5EF4-FFF2-40B4-BE49-F238E27FC236}">
                  <a16:creationId xmlns:a16="http://schemas.microsoft.com/office/drawing/2014/main" id="{90140229-8ADE-492D-A3E6-9A9EA387F01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4736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52718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753915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4129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4" y="226623"/>
            <a:ext cx="110825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934621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>
                <a:latin typeface="+mn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ru-RU" dirty="0"/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5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baseline="0" dirty="0">
                <a:solidFill>
                  <a:srgbClr val="7F7F7F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ru-RU" dirty="0"/>
              <a:t>Образец </a:t>
            </a:r>
            <a:r>
              <a:rPr lang="ru-RU" dirty="0" err="1"/>
              <a:t>трекера</a:t>
            </a:r>
            <a:endParaRPr lang="ru-RU" dirty="0"/>
          </a:p>
        </p:txBody>
      </p:sp>
      <p:sp>
        <p:nvSpPr>
          <p:cNvPr id="28" name="Slide Number">
            <a:extLst>
              <a:ext uri="{FF2B5EF4-FFF2-40B4-BE49-F238E27FC236}">
                <a16:creationId xmlns:a16="http://schemas.microsoft.com/office/drawing/2014/main" id="{691F3FC9-6316-4BDE-92C9-FAA8ABE81E8A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2525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8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8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3" name="4. Footnote" hidden="1">
            <a:extLst>
              <a:ext uri="{FF2B5EF4-FFF2-40B4-BE49-F238E27FC236}">
                <a16:creationId xmlns:a16="http://schemas.microsoft.com/office/drawing/2014/main" id="{126071C1-C69E-4FC6-BB5F-98F8CFCB15E6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marL="203200" indent="-212725">
              <a:defRPr/>
            </a:pPr>
            <a:r>
              <a:rPr lang="ru-RU" sz="800" dirty="0">
                <a:latin typeface="Arial" panose="020B0604020202020204" pitchFamily="34" charset="0"/>
              </a:rPr>
              <a:t>Сноска</a:t>
            </a:r>
            <a:endParaRPr lang="en-US" sz="800" dirty="0">
              <a:latin typeface="Arial" panose="020B0604020202020204" pitchFamily="34" charset="0"/>
            </a:endParaRP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A981BAF5-6595-457F-A474-DAA4625AFC72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defTabSz="913526">
              <a:tabLst>
                <a:tab pos="643032" algn="l"/>
              </a:tabLst>
            </a:pPr>
            <a:r>
              <a:rPr lang="ru-RU" sz="800" dirty="0">
                <a:solidFill>
                  <a:schemeClr val="tx1"/>
                </a:solidFill>
                <a:latin typeface="Arial" panose="020B0604020202020204" pitchFamily="34" charset="0"/>
              </a:rPr>
              <a:t>Источник</a:t>
            </a:r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ru-RU" sz="800" dirty="0">
                <a:solidFill>
                  <a:schemeClr val="tx1"/>
                </a:solidFill>
                <a:latin typeface="Arial" panose="020B0604020202020204" pitchFamily="34" charset="0"/>
              </a:rPr>
              <a:t>…</a:t>
            </a:r>
            <a:endParaRPr lang="en-US" sz="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7016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004573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068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7EF077-A828-4C1A-B53F-82056FE53A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66972" y="0"/>
            <a:ext cx="6125028" cy="6858000"/>
          </a:xfrm>
          <a:prstGeom prst="rect">
            <a:avLst/>
          </a:pr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79" name="Рисунок 78">
            <a:extLst>
              <a:ext uri="{FF2B5EF4-FFF2-40B4-BE49-F238E27FC236}">
                <a16:creationId xmlns:a16="http://schemas.microsoft.com/office/drawing/2014/main" id="{B1E05077-72F5-4A26-B3C8-620255A5B4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6049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575567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092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2C7AA744-990D-2227-2D27-E963644A3214}"/>
              </a:ext>
            </a:extLst>
          </p:cNvPr>
          <p:cNvSpPr/>
          <p:nvPr userDrawn="1"/>
        </p:nvSpPr>
        <p:spPr>
          <a:xfrm>
            <a:off x="0" y="0"/>
            <a:ext cx="12192000" cy="6868576"/>
          </a:xfrm>
          <a:prstGeom prst="rect">
            <a:avLst/>
          </a:prstGeom>
          <a:solidFill>
            <a:srgbClr val="FFC9C7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97EF077-A828-4C1A-B53F-82056FE53A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2063" y="10576"/>
            <a:ext cx="6125028" cy="6858000"/>
          </a:xfrm>
          <a:prstGeom prst="rect">
            <a:avLst/>
          </a:prstGeom>
        </p:spPr>
      </p:pic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3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4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5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B2D103-24A0-67A0-FD77-819D52953DD1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551688" y="434954"/>
            <a:ext cx="1227497" cy="1136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641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03485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116" name="think-cell Slide" r:id="rId7" imgW="592" imgH="591" progId="TCLayout.ActiveDocument.1">
                  <p:embed/>
                </p:oleObj>
              </mc:Choice>
              <mc:Fallback>
                <p:oleObj name="think-cell Slide" r:id="rId7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1A0A627-2E48-4C7A-BE6A-F14C17748A88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1840095" cy="6858000"/>
          </a:xfrm>
          <a:prstGeom prst="rect">
            <a:avLst/>
          </a:prstGeom>
        </p:spPr>
      </p:pic>
      <p:sp>
        <p:nvSpPr>
          <p:cNvPr id="20" name="Title">
            <a:extLst>
              <a:ext uri="{FF2B5EF4-FFF2-40B4-BE49-F238E27FC236}">
                <a16:creationId xmlns:a16="http://schemas.microsoft.com/office/drawing/2014/main" id="{AA4E4E19-7239-46DA-AE24-CE9556C9BE7D}"/>
              </a:ext>
            </a:extLst>
          </p:cNvPr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6650736" y="3439576"/>
            <a:ext cx="4986528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8" name="Subtitle">
            <a:extLst>
              <a:ext uri="{FF2B5EF4-FFF2-40B4-BE49-F238E27FC236}">
                <a16:creationId xmlns:a16="http://schemas.microsoft.com/office/drawing/2014/main" id="{C85A1636-E33D-4640-A4BA-89E2008C1ED4}"/>
              </a:ext>
            </a:extLst>
          </p:cNvPr>
          <p:cNvSpPr>
            <a:spLocks noGrp="1"/>
          </p:cNvSpPr>
          <p:nvPr userDrawn="1">
            <p:ph type="subTitle" idx="1" hasCustomPrompt="1"/>
            <p:custDataLst>
              <p:tags r:id="rId4"/>
            </p:custDataLst>
          </p:nvPr>
        </p:nvSpPr>
        <p:spPr>
          <a:xfrm>
            <a:off x="6650736" y="4225192"/>
            <a:ext cx="4986528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16" name="Documenttype">
            <a:extLst>
              <a:ext uri="{FF2B5EF4-FFF2-40B4-BE49-F238E27FC236}">
                <a16:creationId xmlns:a16="http://schemas.microsoft.com/office/drawing/2014/main" id="{0CADA7EB-5C2E-4AD4-A32E-534A28817C8A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5"/>
            </p:custDataLst>
          </p:nvPr>
        </p:nvSpPr>
        <p:spPr>
          <a:xfrm>
            <a:off x="6650736" y="6130587"/>
            <a:ext cx="4986528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5DD4012-9323-42EA-B2B1-5659142AB6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069624" y="364177"/>
            <a:ext cx="567640" cy="86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1616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lt.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33B562A0-3D6C-45D0-9E85-8A28A804D0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97869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140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33B562A0-3D6C-45D0-9E85-8A28A804D0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F797C3-4F52-4B5E-BE73-0C9E073206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62522" y="0"/>
            <a:ext cx="6129478" cy="6858000"/>
          </a:xfrm>
          <a:prstGeom prst="rect">
            <a:avLst/>
          </a:prstGeom>
        </p:spPr>
      </p:pic>
      <p:sp>
        <p:nvSpPr>
          <p:cNvPr id="257" name="RectangleLight">
            <a:extLst>
              <a:ext uri="{FF2B5EF4-FFF2-40B4-BE49-F238E27FC236}">
                <a16:creationId xmlns:a16="http://schemas.microsoft.com/office/drawing/2014/main" id="{25E44379-957D-4C9E-A6B3-8AF529E5EEC6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0" y="0"/>
            <a:ext cx="6096000" cy="6858000"/>
          </a:xfrm>
          <a:prstGeom prst="rect">
            <a:avLst/>
          </a:prstGeom>
          <a:solidFill>
            <a:schemeClr val="tx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99ADFFB-3469-4234-8D0E-3511CB65D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30920" t="19524" r="30920" b="22511"/>
          <a:stretch/>
        </p:blipFill>
        <p:spPr>
          <a:xfrm>
            <a:off x="551688" y="364177"/>
            <a:ext cx="567640" cy="862228"/>
          </a:xfrm>
          <a:prstGeom prst="rect">
            <a:avLst/>
          </a:prstGeom>
        </p:spPr>
      </p:pic>
      <p:sp>
        <p:nvSpPr>
          <p:cNvPr id="13" name="Documenttype">
            <a:extLst>
              <a:ext uri="{FF2B5EF4-FFF2-40B4-BE49-F238E27FC236}">
                <a16:creationId xmlns:a16="http://schemas.microsoft.com/office/drawing/2014/main" id="{F46D333D-3123-4E24-A73A-5A8EA394C0E2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551688" y="6130587"/>
            <a:ext cx="4988687" cy="184666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1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</a:t>
            </a:r>
            <a:r>
              <a:rPr lang="ru-RU" dirty="0" err="1"/>
              <a:t>dit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</p:txBody>
      </p:sp>
      <p:sp>
        <p:nvSpPr>
          <p:cNvPr id="15" name="Title">
            <a:extLst>
              <a:ext uri="{FF2B5EF4-FFF2-40B4-BE49-F238E27FC236}">
                <a16:creationId xmlns:a16="http://schemas.microsoft.com/office/drawing/2014/main" id="{6CAA0CFE-82F6-4203-BEDD-F877C467EEB5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1688" y="3439576"/>
            <a:ext cx="4988687" cy="615553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4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</a:t>
            </a:r>
            <a:endParaRPr lang="ru-RU" dirty="0"/>
          </a:p>
        </p:txBody>
      </p:sp>
      <p:sp>
        <p:nvSpPr>
          <p:cNvPr id="17" name="Subtitle">
            <a:extLst>
              <a:ext uri="{FF2B5EF4-FFF2-40B4-BE49-F238E27FC236}">
                <a16:creationId xmlns:a16="http://schemas.microsoft.com/office/drawing/2014/main" id="{FEE46F7D-5BEB-495E-8D9E-A464F50DFAB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1688" y="4225192"/>
            <a:ext cx="4988687" cy="307777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0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48981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11483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642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0AC055-11D5-4540-94E4-C3B7BE6EFD7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8BA8F59A-CB72-48D6-B3D2-6A140E560412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C5D3E7E4-7925-479D-8D9F-DD3C3AB5DE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47914285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403099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685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7" name="Sticker" hidden="1">
            <a:extLst>
              <a:ext uri="{FF2B5EF4-FFF2-40B4-BE49-F238E27FC236}">
                <a16:creationId xmlns:a16="http://schemas.microsoft.com/office/drawing/2014/main" id="{E30781E1-3A60-4DB2-9689-3148C8F0C72D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28172203-2C9F-4F6B-BCA4-2EC5E18B352D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2" name="1. On-page tracker">
            <a:extLst>
              <a:ext uri="{FF2B5EF4-FFF2-40B4-BE49-F238E27FC236}">
                <a16:creationId xmlns:a16="http://schemas.microsoft.com/office/drawing/2014/main" id="{DFC7CD0F-D7AF-4F85-830B-0EA4FF06F98A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67577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8381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164" name="think-cell Slide" r:id="rId10" imgW="413" imgH="416" progId="TCLayout.ActiveDocument.1">
                  <p:embed/>
                </p:oleObj>
              </mc:Choice>
              <mc:Fallback>
                <p:oleObj name="think-cell Slide" r:id="rId10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26624"/>
            <a:ext cx="10402821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D518C557-F666-4289-9A44-B37CFAE0B72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0" name="4. Footnote" hidden="1">
            <a:extLst>
              <a:ext uri="{FF2B5EF4-FFF2-40B4-BE49-F238E27FC236}">
                <a16:creationId xmlns:a16="http://schemas.microsoft.com/office/drawing/2014/main" id="{BEAE73F6-5CCF-4E9B-AADE-40DD5B2A8F1C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A177F935-75A3-4AB9-BA45-809F056F1112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99737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3 line &gt;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7518543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188"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5" y="233766"/>
            <a:ext cx="10402821" cy="1015663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ru-RU" sz="22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96A6231E-7F3F-4C65-BBEF-722F890A3F15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458573D1-7240-43B9-94B2-624212EB98CB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91EEC25-294E-4841-9248-7D9EF1A7884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704105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212002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212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8" name="Текст 204">
            <a:extLst>
              <a:ext uri="{FF2B5EF4-FFF2-40B4-BE49-F238E27FC236}">
                <a16:creationId xmlns:a16="http://schemas.microsoft.com/office/drawing/2014/main" id="{AD3589CD-820B-4D91-ACE1-2B375335DD2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no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E5DF1D3E-E76E-4958-A498-E2733D4F8576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20" name="4. Footnote" hidden="1">
            <a:extLst>
              <a:ext uri="{FF2B5EF4-FFF2-40B4-BE49-F238E27FC236}">
                <a16:creationId xmlns:a16="http://schemas.microsoft.com/office/drawing/2014/main" id="{791A7535-F641-4B29-975C-1370973EF56F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1" name="Sticker" hidden="1">
            <a:extLst>
              <a:ext uri="{FF2B5EF4-FFF2-40B4-BE49-F238E27FC236}">
                <a16:creationId xmlns:a16="http://schemas.microsoft.com/office/drawing/2014/main" id="{AECF0197-B137-4CC1-9586-C845FB6350C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22" name="1. On-page tracker">
            <a:extLst>
              <a:ext uri="{FF2B5EF4-FFF2-40B4-BE49-F238E27FC236}">
                <a16:creationId xmlns:a16="http://schemas.microsoft.com/office/drawing/2014/main" id="{4B8FBF34-A2D2-4072-B4FE-DB770F35A082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23" name="Slide Number">
            <a:extLst>
              <a:ext uri="{FF2B5EF4-FFF2-40B4-BE49-F238E27FC236}">
                <a16:creationId xmlns:a16="http://schemas.microsoft.com/office/drawing/2014/main" id="{28CF1312-AA3D-45A7-B550-D5D878C8DD74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28CC1A4-7553-40F4-B822-861BA8A72B44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4466220" cy="2011680"/>
          </a:xfrm>
          <a:prstGeom prst="rect">
            <a:avLst/>
          </a:prstGeom>
          <a:solidFill>
            <a:srgbClr val="FFDC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A47C3AF2-4882-42C5-A557-8A5637C3A0A9}"/>
              </a:ext>
            </a:extLst>
          </p:cNvPr>
          <p:cNvSpPr/>
          <p:nvPr userDrawn="1"/>
        </p:nvSpPr>
        <p:spPr>
          <a:xfrm>
            <a:off x="3176" y="-1"/>
            <a:ext cx="4463044" cy="2143125"/>
          </a:xfrm>
          <a:prstGeom prst="rect">
            <a:avLst/>
          </a:prstGeom>
          <a:gradFill flip="none" rotWithShape="1">
            <a:gsLst>
              <a:gs pos="84000">
                <a:srgbClr val="FFC9C5"/>
              </a:gs>
              <a:gs pos="100000">
                <a:srgbClr val="FFC9C5">
                  <a:alpha val="0"/>
                </a:srgbClr>
              </a:gs>
            </a:gsLst>
            <a:lin ang="54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74E8DA93-F848-4C18-B666-92CD3F45AE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857314"/>
            <a:ext cx="4466220" cy="500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0596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Alt.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305B6D76-6B4B-4ED5-B8F1-5D1D098312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107941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236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305B6D76-6B4B-4ED5-B8F1-5D1D098312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9" name="Rectangle 34">
            <a:extLst>
              <a:ext uri="{FF2B5EF4-FFF2-40B4-BE49-F238E27FC236}">
                <a16:creationId xmlns:a16="http://schemas.microsoft.com/office/drawing/2014/main" id="{B78496BB-7D19-4F96-A5B0-D3E78E82F51F}"/>
              </a:ext>
            </a:extLst>
          </p:cNvPr>
          <p:cNvSpPr>
            <a:spLocks/>
          </p:cNvSpPr>
          <p:nvPr userDrawn="1"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000000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59E2A2-3D53-4409-8768-2C8C29D29A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02002F6-9056-4C65-AB6B-78056D8EA099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4466220" cy="2011680"/>
          </a:xfrm>
          <a:prstGeom prst="rect">
            <a:avLst/>
          </a:prstGeom>
          <a:solidFill>
            <a:srgbClr val="FFDC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A92E079-4B36-458B-A864-957AF47933E8}"/>
              </a:ext>
            </a:extLst>
          </p:cNvPr>
          <p:cNvSpPr/>
          <p:nvPr userDrawn="1"/>
        </p:nvSpPr>
        <p:spPr>
          <a:xfrm>
            <a:off x="3176" y="2674619"/>
            <a:ext cx="4463044" cy="986156"/>
          </a:xfrm>
          <a:prstGeom prst="rect">
            <a:avLst/>
          </a:prstGeom>
          <a:gradFill flip="none" rotWithShape="1">
            <a:gsLst>
              <a:gs pos="65000">
                <a:srgbClr val="FFDCD9"/>
              </a:gs>
              <a:gs pos="100000">
                <a:srgbClr val="FFDCD9">
                  <a:alpha val="0"/>
                </a:srgbClr>
              </a:gs>
            </a:gsLst>
            <a:lin ang="5400000" scaled="1"/>
            <a:tileRect/>
          </a:gra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205" name="Текст 204">
            <a:extLst>
              <a:ext uri="{FF2B5EF4-FFF2-40B4-BE49-F238E27FC236}">
                <a16:creationId xmlns:a16="http://schemas.microsoft.com/office/drawing/2014/main" id="{1CBBB01D-7F25-4F8A-9922-1BEF2E6AC5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020956" y="226624"/>
            <a:ext cx="5913744" cy="338554"/>
          </a:xfrm>
        </p:spPr>
        <p:txBody>
          <a:bodyPr wrap="square">
            <a:spAutoFit/>
          </a:bodyPr>
          <a:lstStyle>
            <a:lvl1pPr>
              <a:defRPr sz="2200" b="1">
                <a:solidFill>
                  <a:schemeClr val="bg1"/>
                </a:solidFill>
                <a:latin typeface="+mj-lt"/>
              </a:defRPr>
            </a:lvl1pPr>
            <a:lvl2pPr>
              <a:defRPr sz="2200" b="1">
                <a:solidFill>
                  <a:schemeClr val="bg1"/>
                </a:solidFill>
                <a:latin typeface="+mj-lt"/>
              </a:defRPr>
            </a:lvl2pPr>
            <a:lvl3pPr>
              <a:defRPr sz="2200" b="1">
                <a:solidFill>
                  <a:schemeClr val="bg1"/>
                </a:solidFill>
                <a:latin typeface="+mj-lt"/>
              </a:defRPr>
            </a:lvl3pPr>
            <a:lvl4pPr>
              <a:defRPr sz="2200" b="1">
                <a:solidFill>
                  <a:schemeClr val="bg1"/>
                </a:solidFill>
                <a:latin typeface="+mj-lt"/>
              </a:defRPr>
            </a:lvl4pPr>
            <a:lvl5pPr>
              <a:defRPr sz="2200" b="1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A097E0B2-B2D3-48C4-873F-66690976F249}"/>
              </a:ext>
            </a:extLst>
          </p:cNvPr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5020956" y="6514142"/>
            <a:ext cx="591374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>
                <a:solidFill>
                  <a:schemeClr val="bg1"/>
                </a:solidFill>
              </a:rPr>
              <a:t>Источник: …</a:t>
            </a:r>
          </a:p>
        </p:txBody>
      </p:sp>
      <p:sp>
        <p:nvSpPr>
          <p:cNvPr id="15" name="4. Footnote" hidden="1">
            <a:extLst>
              <a:ext uri="{FF2B5EF4-FFF2-40B4-BE49-F238E27FC236}">
                <a16:creationId xmlns:a16="http://schemas.microsoft.com/office/drawing/2014/main" id="{DA6041E8-B95E-4599-A3B7-529B7C5CA3E2}"/>
              </a:ext>
            </a:extLst>
          </p:cNvPr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5020956" y="6330793"/>
            <a:ext cx="591374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>
                <a:solidFill>
                  <a:schemeClr val="bg1"/>
                </a:solidFill>
              </a:rPr>
              <a:t>Footnotes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6" name="Sticker" hidden="1">
            <a:extLst>
              <a:ext uri="{FF2B5EF4-FFF2-40B4-BE49-F238E27FC236}">
                <a16:creationId xmlns:a16="http://schemas.microsoft.com/office/drawing/2014/main" id="{7044FCD8-86A3-4546-AEA2-72398E8AAABC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C45138AA-9E35-43A1-8799-09B8BE897DE5}"/>
              </a:ext>
            </a:extLst>
          </p:cNvPr>
          <p:cNvSpPr>
            <a:spLocks noGrp="1"/>
          </p:cNvSpPr>
          <p:nvPr>
            <p:ph type="body" sz="quarter" idx="11" hasCustomPrompt="1"/>
            <p:custDataLst>
              <p:tags r:id="rId5"/>
            </p:custDataLst>
          </p:nvPr>
        </p:nvSpPr>
        <p:spPr>
          <a:xfrm>
            <a:off x="5020956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solidFill>
                  <a:schemeClr val="bg1"/>
                </a:solidFill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BF0E096E-F53C-45CF-9BA3-EBF1F2CAE888}"/>
              </a:ext>
            </a:extLst>
          </p:cNvPr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800" b="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7042E81-5C72-43BE-8615-DA27CB72070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860945"/>
            <a:ext cx="4466220" cy="499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9696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EC6EE29E-F64A-419F-BFB0-EEDEB71953F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309665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260" name="think-cell Slide" r:id="rId10" imgW="592" imgH="591" progId="TCLayout.ActiveDocument.1">
                  <p:embed/>
                </p:oleObj>
              </mc:Choice>
              <mc:Fallback>
                <p:oleObj name="think-cell Slide" r:id="rId10" imgW="592" imgH="591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EC6EE29E-F64A-419F-BFB0-EEDEB71953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740895"/>
            <a:ext cx="10131552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quote style</a:t>
            </a:r>
            <a:endParaRPr lang="ru-RU" dirty="0"/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130249"/>
            <a:ext cx="10131552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AA02EE99-53A8-4C7C-8962-0D63EC734C69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5. Source" hidden="1">
            <a:extLst>
              <a:ext uri="{FF2B5EF4-FFF2-40B4-BE49-F238E27FC236}">
                <a16:creationId xmlns:a16="http://schemas.microsoft.com/office/drawing/2014/main" id="{815E207E-5E76-49DE-8198-0BF5F72E95D4}"/>
              </a:ext>
            </a:extLst>
          </p:cNvPr>
          <p:cNvSpPr txBox="1">
            <a:spLocks/>
          </p:cNvSpPr>
          <p:nvPr userDrawn="1">
            <p:custDataLst>
              <p:tags r:id="rId7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C3A8C0F3-9F4A-4CE4-BA82-F177C9526A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8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Sticker" hidden="1">
            <a:extLst>
              <a:ext uri="{FF2B5EF4-FFF2-40B4-BE49-F238E27FC236}">
                <a16:creationId xmlns:a16="http://schemas.microsoft.com/office/drawing/2014/main" id="{11BFBD22-3D51-4264-BAC4-6A790A0D38E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4420210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508143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284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4" y="2836702"/>
            <a:ext cx="251460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sz="2200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3564610"/>
            <a:ext cx="251460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36D309B0-B7C0-4EDB-A57C-05AE358FF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83639B85-B10A-4071-9D0B-18E8585D555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2514600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78BCB313-621A-4810-B94D-A163B11DA6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251460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21" name="4. Footnote" hidden="1">
            <a:extLst>
              <a:ext uri="{FF2B5EF4-FFF2-40B4-BE49-F238E27FC236}">
                <a16:creationId xmlns:a16="http://schemas.microsoft.com/office/drawing/2014/main" id="{F707A329-49E5-45A2-9C18-92B82B132FA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251460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22" name="Sticker" hidden="1">
            <a:extLst>
              <a:ext uri="{FF2B5EF4-FFF2-40B4-BE49-F238E27FC236}">
                <a16:creationId xmlns:a16="http://schemas.microsoft.com/office/drawing/2014/main" id="{0B6BE4A8-DAB1-4940-9342-6B706B216FD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24802499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25921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308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3175256"/>
            <a:ext cx="3465576" cy="338554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5" y="3564610"/>
            <a:ext cx="3465575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4CA51FD-BB10-4C86-8C3D-8CC33C24E7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92B8E4A6-BB5E-41C7-A8AA-F0BF210BBAEF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465576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A9152F4-8076-4A4B-94FC-9CDD4C3BFE7D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3465576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6CC22208-B49D-4A7C-BDAF-7A73EE3A2109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3465576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4305694B-D719-4D2E-9C93-243D5CC08D38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6130474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88192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332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>
            <a:spLocks/>
          </p:cNvSpPr>
          <p:nvPr userDrawn="1">
            <p:custDataLst>
              <p:tags r:id="rId3"/>
            </p:custDataLst>
          </p:nvPr>
        </p:nvSpPr>
        <p:spPr bwMode="ltGray">
          <a:xfrm>
            <a:off x="6096000" y="0"/>
            <a:ext cx="609600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5196840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5196840" cy="246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8FA71CD-6029-4DE8-A730-D314F65428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6C6CD69B-DD9B-4D8F-B28A-A3BF079820E8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17765D77-292D-46F8-87E6-8AA0D3942E20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5196840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2083F09A-8229-482B-A483-D6B0652B727E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5196840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E9D7830D-0D1F-4D3E-B387-1A7B857EB899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404724412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86050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356"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54736" y="226624"/>
            <a:ext cx="6967728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696772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3ABF5E3-ADE3-4CAC-A6AC-7A6C6A62CF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4" name="1. On-page tracker">
            <a:extLst>
              <a:ext uri="{FF2B5EF4-FFF2-40B4-BE49-F238E27FC236}">
                <a16:creationId xmlns:a16="http://schemas.microsoft.com/office/drawing/2014/main" id="{9F7FD3DE-F517-4217-A729-83E722CCF169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3A43247D-E566-49E0-A9EF-83936FE01423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6967728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8C0980CE-43B6-4394-BE34-2990FE6F9D40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69677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8" name="Sticker" hidden="1">
            <a:extLst>
              <a:ext uri="{FF2B5EF4-FFF2-40B4-BE49-F238E27FC236}">
                <a16:creationId xmlns:a16="http://schemas.microsoft.com/office/drawing/2014/main" id="{57C2C668-559D-4A7B-ACFD-D2F34C5DCBD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35793586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3101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380"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noProof="0" smtClean="0">
                <a:solidFill>
                  <a:schemeClr val="bg1"/>
                </a:solidFill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noProof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4736" y="226624"/>
            <a:ext cx="7918704" cy="677108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ru-RU" dirty="0"/>
            </a:lvl1pPr>
          </a:lstStyle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54736" y="958596"/>
            <a:ext cx="7918704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ru-RU" sz="1600" b="0" dirty="0"/>
            </a:lvl1pPr>
          </a:lstStyle>
          <a:p>
            <a:pPr lvl="0"/>
            <a:r>
              <a:rPr lang="en-US" dirty="0"/>
              <a:t>Click to edit subtitle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DA93BEF-B154-4402-8FDE-9653313A6D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4C1C8C40-07DD-4F40-A706-2CB82346D00C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7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BA1F0B4D-BA89-412F-B0BF-C17FA077943C}"/>
              </a:ext>
            </a:extLst>
          </p:cNvPr>
          <p:cNvSpPr txBox="1">
            <a:spLocks/>
          </p:cNvSpPr>
          <p:nvPr userDrawn="1">
            <p:custDataLst>
              <p:tags r:id="rId8"/>
            </p:custDataLst>
          </p:nvPr>
        </p:nvSpPr>
        <p:spPr>
          <a:xfrm>
            <a:off x="554734" y="6514142"/>
            <a:ext cx="7918704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FCE000FA-ACED-44EB-8A30-630EEF9B70C6}"/>
              </a:ext>
            </a:extLst>
          </p:cNvPr>
          <p:cNvSpPr txBox="1">
            <a:spLocks/>
          </p:cNvSpPr>
          <p:nvPr userDrawn="1">
            <p:custDataLst>
              <p:tags r:id="rId9"/>
            </p:custDataLst>
          </p:nvPr>
        </p:nvSpPr>
        <p:spPr>
          <a:xfrm>
            <a:off x="554734" y="6330793"/>
            <a:ext cx="791870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7" name="Sticker" hidden="1">
            <a:extLst>
              <a:ext uri="{FF2B5EF4-FFF2-40B4-BE49-F238E27FC236}">
                <a16:creationId xmlns:a16="http://schemas.microsoft.com/office/drawing/2014/main" id="{24BA1470-0E5D-456E-AB4D-D74E5A0FBCD1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bg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41156958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220E9A7C-FB74-480B-8212-8CE5C1AF5D1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693552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404" name="think-cell Slide" r:id="rId8" imgW="592" imgH="591" progId="TCLayout.ActiveDocument.1">
                  <p:embed/>
                </p:oleObj>
              </mc:Choice>
              <mc:Fallback>
                <p:oleObj name="think-cell Slide" r:id="rId8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220E9A7C-FB74-480B-8212-8CE5C1AF5D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1763" y="6514142"/>
            <a:ext cx="325501" cy="12311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lvl="0" algn="r" defTabSz="610744" fontAlgn="auto">
              <a:spcBef>
                <a:spcPts val="0"/>
              </a:spcBef>
              <a:spcAft>
                <a:spcPts val="0"/>
              </a:spcAft>
            </a:pPr>
            <a:fld id="{4ABDCABE-3F10-B64C-92F1-862014417034}" type="slidenum">
              <a:rPr lang="ru-RU" sz="800" b="0" smtClean="0">
                <a:cs typeface="Arial" panose="020B0604020202020204" pitchFamily="34" charset="0"/>
              </a:rPr>
              <a:pPr lvl="0" algn="r" defTabSz="610744"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ru-RU" sz="800" b="0" dirty="0">
              <a:cs typeface="Arial" panose="020B060402020202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B8C2FC-92F3-4B49-A3ED-4A62572980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  <p:sp>
        <p:nvSpPr>
          <p:cNvPr id="11" name="1. On-page tracker">
            <a:extLst>
              <a:ext uri="{FF2B5EF4-FFF2-40B4-BE49-F238E27FC236}">
                <a16:creationId xmlns:a16="http://schemas.microsoft.com/office/drawing/2014/main" id="{6F62F619-E79F-4E0F-8CEB-BDFB635A878D}"/>
              </a:ext>
            </a:extLst>
          </p:cNvPr>
          <p:cNvSpPr>
            <a:spLocks noGrp="1"/>
          </p:cNvSpPr>
          <p:nvPr>
            <p:ph type="body" sz="quarter" idx="10" hasCustomPrompt="1"/>
            <p:custDataLst>
              <p:tags r:id="rId4"/>
            </p:custDataLst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ru-RU" sz="800" b="0" cap="all" baseline="0" dirty="0">
                <a:cs typeface="+mn-cs"/>
              </a:defRPr>
            </a:lvl1pPr>
          </a:lstStyle>
          <a:p>
            <a:pPr lvl="0">
              <a:buNone/>
            </a:pPr>
            <a:r>
              <a:rPr lang="en-US" dirty="0"/>
              <a:t>Click to edit </a:t>
            </a:r>
            <a:r>
              <a:rPr lang="ru-RU" dirty="0" err="1"/>
              <a:t>tracker</a:t>
            </a:r>
            <a:endParaRPr lang="ru-RU" dirty="0"/>
          </a:p>
        </p:txBody>
      </p: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B716AAC5-462E-4171-8118-2F592D1BAAD2}"/>
              </a:ext>
            </a:extLst>
          </p:cNvPr>
          <p:cNvSpPr txBox="1">
            <a:spLocks/>
          </p:cNvSpPr>
          <p:nvPr userDrawn="1">
            <p:custDataLst>
              <p:tags r:id="rId5"/>
            </p:custDataLst>
          </p:nvPr>
        </p:nvSpPr>
        <p:spPr>
          <a:xfrm>
            <a:off x="554734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3" name="4. Footnote" hidden="1">
            <a:extLst>
              <a:ext uri="{FF2B5EF4-FFF2-40B4-BE49-F238E27FC236}">
                <a16:creationId xmlns:a16="http://schemas.microsoft.com/office/drawing/2014/main" id="{3B605EB0-81B9-41D2-B4A7-7B2A506CB23F}"/>
              </a:ext>
            </a:extLst>
          </p:cNvPr>
          <p:cNvSpPr txBox="1">
            <a:spLocks/>
          </p:cNvSpPr>
          <p:nvPr userDrawn="1">
            <p:custDataLst>
              <p:tags r:id="rId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14" name="Sticker" hidden="1">
            <a:extLst>
              <a:ext uri="{FF2B5EF4-FFF2-40B4-BE49-F238E27FC236}">
                <a16:creationId xmlns:a16="http://schemas.microsoft.com/office/drawing/2014/main" id="{892BC24A-6646-4335-BC3A-985AD1DD1767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>
                <a:solidFill>
                  <a:schemeClr val="tx1"/>
                </a:solidFill>
              </a:rPr>
              <a:t>STICKER</a:t>
            </a:r>
          </a:p>
        </p:txBody>
      </p:sp>
    </p:spTree>
    <p:extLst>
      <p:ext uri="{BB962C8B-B14F-4D97-AF65-F5344CB8AC3E}">
        <p14:creationId xmlns:p14="http://schemas.microsoft.com/office/powerpoint/2010/main" val="191259715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A954CCC1-5027-4384-BFF6-B54153C697A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79888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428"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2" name="Object 6" hidden="1">
                        <a:extLst>
                          <a:ext uri="{FF2B5EF4-FFF2-40B4-BE49-F238E27FC236}">
                            <a16:creationId xmlns:a16="http://schemas.microsoft.com/office/drawing/2014/main" id="{A954CCC1-5027-4384-BFF6-B54153C697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3E11133-F6FB-4BA5-8E7B-134F665CA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30920" t="19524" r="30920" b="22511"/>
          <a:stretch/>
        </p:blipFill>
        <p:spPr>
          <a:xfrm>
            <a:off x="4349569" y="776224"/>
            <a:ext cx="3492863" cy="5305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777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1255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8">
          <p15:clr>
            <a:srgbClr val="CCCCCC"/>
          </p15:clr>
        </p15:guide>
        <p15:guide id="2" pos="7472">
          <p15:clr>
            <a:srgbClr val="CCCCCC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3.xml"/><Relationship Id="rId39" Type="http://schemas.openxmlformats.org/officeDocument/2006/relationships/tags" Target="../tags/tag16.xml"/><Relationship Id="rId21" Type="http://schemas.openxmlformats.org/officeDocument/2006/relationships/slideLayout" Target="../slideLayouts/slideLayout21.xml"/><Relationship Id="rId34" Type="http://schemas.openxmlformats.org/officeDocument/2006/relationships/tags" Target="../tags/tag11.xml"/><Relationship Id="rId42" Type="http://schemas.openxmlformats.org/officeDocument/2006/relationships/tags" Target="../tags/tag19.xml"/><Relationship Id="rId47" Type="http://schemas.openxmlformats.org/officeDocument/2006/relationships/tags" Target="../tags/tag24.xml"/><Relationship Id="rId50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tags" Target="../tags/tag6.xml"/><Relationship Id="rId11" Type="http://schemas.openxmlformats.org/officeDocument/2006/relationships/slideLayout" Target="../slideLayouts/slideLayout11.xml"/><Relationship Id="rId24" Type="http://schemas.openxmlformats.org/officeDocument/2006/relationships/vmlDrawing" Target="../drawings/vmlDrawing1.vml"/><Relationship Id="rId32" Type="http://schemas.openxmlformats.org/officeDocument/2006/relationships/tags" Target="../tags/tag9.xml"/><Relationship Id="rId37" Type="http://schemas.openxmlformats.org/officeDocument/2006/relationships/tags" Target="../tags/tag14.xml"/><Relationship Id="rId40" Type="http://schemas.openxmlformats.org/officeDocument/2006/relationships/tags" Target="../tags/tag17.xml"/><Relationship Id="rId45" Type="http://schemas.openxmlformats.org/officeDocument/2006/relationships/tags" Target="../tags/tag2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28" Type="http://schemas.openxmlformats.org/officeDocument/2006/relationships/tags" Target="../tags/tag5.xml"/><Relationship Id="rId36" Type="http://schemas.openxmlformats.org/officeDocument/2006/relationships/tags" Target="../tags/tag13.xml"/><Relationship Id="rId49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8.xml"/><Relationship Id="rId44" Type="http://schemas.openxmlformats.org/officeDocument/2006/relationships/tags" Target="../tags/tag21.xml"/><Relationship Id="rId52" Type="http://schemas.openxmlformats.org/officeDocument/2006/relationships/image" Target="../media/image3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4.xml"/><Relationship Id="rId30" Type="http://schemas.openxmlformats.org/officeDocument/2006/relationships/tags" Target="../tags/tag7.xml"/><Relationship Id="rId35" Type="http://schemas.openxmlformats.org/officeDocument/2006/relationships/tags" Target="../tags/tag12.xml"/><Relationship Id="rId43" Type="http://schemas.openxmlformats.org/officeDocument/2006/relationships/tags" Target="../tags/tag20.xml"/><Relationship Id="rId48" Type="http://schemas.openxmlformats.org/officeDocument/2006/relationships/tags" Target="../tags/tag25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2.xml"/><Relationship Id="rId33" Type="http://schemas.openxmlformats.org/officeDocument/2006/relationships/tags" Target="../tags/tag10.xml"/><Relationship Id="rId38" Type="http://schemas.openxmlformats.org/officeDocument/2006/relationships/tags" Target="../tags/tag15.xml"/><Relationship Id="rId46" Type="http://schemas.openxmlformats.org/officeDocument/2006/relationships/tags" Target="../tags/tag23.xml"/><Relationship Id="rId20" Type="http://schemas.openxmlformats.org/officeDocument/2006/relationships/slideLayout" Target="../slideLayouts/slideLayout20.xml"/><Relationship Id="rId41" Type="http://schemas.openxmlformats.org/officeDocument/2006/relationships/tags" Target="../tags/tag18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26" Type="http://schemas.openxmlformats.org/officeDocument/2006/relationships/tags" Target="../tags/tag154.xml"/><Relationship Id="rId39" Type="http://schemas.openxmlformats.org/officeDocument/2006/relationships/tags" Target="../tags/tag167.xml"/><Relationship Id="rId21" Type="http://schemas.openxmlformats.org/officeDocument/2006/relationships/vmlDrawing" Target="../drawings/vmlDrawing22.vml"/><Relationship Id="rId34" Type="http://schemas.openxmlformats.org/officeDocument/2006/relationships/tags" Target="../tags/tag162.xml"/><Relationship Id="rId42" Type="http://schemas.openxmlformats.org/officeDocument/2006/relationships/tags" Target="../tags/tag170.xml"/><Relationship Id="rId47" Type="http://schemas.openxmlformats.org/officeDocument/2006/relationships/image" Target="../media/image1.emf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9" Type="http://schemas.openxmlformats.org/officeDocument/2006/relationships/tags" Target="../tags/tag157.xml"/><Relationship Id="rId11" Type="http://schemas.openxmlformats.org/officeDocument/2006/relationships/slideLayout" Target="../slideLayouts/slideLayout33.xml"/><Relationship Id="rId24" Type="http://schemas.openxmlformats.org/officeDocument/2006/relationships/tags" Target="../tags/tag152.xml"/><Relationship Id="rId32" Type="http://schemas.openxmlformats.org/officeDocument/2006/relationships/tags" Target="../tags/tag160.xml"/><Relationship Id="rId37" Type="http://schemas.openxmlformats.org/officeDocument/2006/relationships/tags" Target="../tags/tag165.xml"/><Relationship Id="rId40" Type="http://schemas.openxmlformats.org/officeDocument/2006/relationships/tags" Target="../tags/tag168.xml"/><Relationship Id="rId45" Type="http://schemas.openxmlformats.org/officeDocument/2006/relationships/tags" Target="../tags/tag17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tags" Target="../tags/tag151.xml"/><Relationship Id="rId28" Type="http://schemas.openxmlformats.org/officeDocument/2006/relationships/tags" Target="../tags/tag156.xml"/><Relationship Id="rId36" Type="http://schemas.openxmlformats.org/officeDocument/2006/relationships/tags" Target="../tags/tag164.xml"/><Relationship Id="rId49" Type="http://schemas.openxmlformats.org/officeDocument/2006/relationships/image" Target="../media/image3.svg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31" Type="http://schemas.openxmlformats.org/officeDocument/2006/relationships/tags" Target="../tags/tag159.xml"/><Relationship Id="rId44" Type="http://schemas.openxmlformats.org/officeDocument/2006/relationships/tags" Target="../tags/tag17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tags" Target="../tags/tag150.xml"/><Relationship Id="rId27" Type="http://schemas.openxmlformats.org/officeDocument/2006/relationships/tags" Target="../tags/tag155.xml"/><Relationship Id="rId30" Type="http://schemas.openxmlformats.org/officeDocument/2006/relationships/tags" Target="../tags/tag158.xml"/><Relationship Id="rId35" Type="http://schemas.openxmlformats.org/officeDocument/2006/relationships/tags" Target="../tags/tag163.xml"/><Relationship Id="rId43" Type="http://schemas.openxmlformats.org/officeDocument/2006/relationships/tags" Target="../tags/tag171.xml"/><Relationship Id="rId48" Type="http://schemas.openxmlformats.org/officeDocument/2006/relationships/image" Target="../media/image2.png"/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tags" Target="../tags/tag153.xml"/><Relationship Id="rId33" Type="http://schemas.openxmlformats.org/officeDocument/2006/relationships/tags" Target="../tags/tag161.xml"/><Relationship Id="rId38" Type="http://schemas.openxmlformats.org/officeDocument/2006/relationships/tags" Target="../tags/tag166.xml"/><Relationship Id="rId46" Type="http://schemas.openxmlformats.org/officeDocument/2006/relationships/oleObject" Target="../embeddings/oleObject22.bin"/><Relationship Id="rId20" Type="http://schemas.openxmlformats.org/officeDocument/2006/relationships/theme" Target="../theme/theme2.xml"/><Relationship Id="rId41" Type="http://schemas.openxmlformats.org/officeDocument/2006/relationships/tags" Target="../tags/tag169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/>
          </p:cNvGraphicFramePr>
          <p:nvPr userDrawn="1"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1828656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052" name="think-cell Slide" r:id="rId49" imgW="413" imgH="416" progId="TCLayout.ActiveDocument.1">
                  <p:embed/>
                </p:oleObj>
              </mc:Choice>
              <mc:Fallback>
                <p:oleObj name="think-cell Slide" r:id="rId49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id" hidden="1">
            <a:extLst>
              <a:ext uri="{FF2B5EF4-FFF2-40B4-BE49-F238E27FC236}">
                <a16:creationId xmlns:a16="http://schemas.microsoft.com/office/drawing/2014/main" id="{659340B4-05B2-4322-97ED-0736F0D173C9}"/>
              </a:ext>
            </a:extLst>
          </p:cNvPr>
          <p:cNvGrpSpPr/>
          <p:nvPr userDrawn="1"/>
        </p:nvGrpSpPr>
        <p:grpSpPr>
          <a:xfrm>
            <a:off x="-471048" y="-468000"/>
            <a:ext cx="12105264" cy="6735293"/>
            <a:chOff x="-468000" y="-468000"/>
            <a:chExt cx="12105264" cy="6735293"/>
          </a:xfrm>
        </p:grpSpPr>
        <p:sp>
          <p:nvSpPr>
            <p:cNvPr id="288" name="Rectangle 39">
              <a:extLst>
                <a:ext uri="{FF2B5EF4-FFF2-40B4-BE49-F238E27FC236}">
                  <a16:creationId xmlns:a16="http://schemas.microsoft.com/office/drawing/2014/main" id="{1D03324C-C4D6-4D8E-8CB9-DCCF952BF70C}"/>
                </a:ext>
              </a:extLst>
            </p:cNvPr>
            <p:cNvSpPr>
              <a:spLocks/>
            </p:cNvSpPr>
            <p:nvPr/>
          </p:nvSpPr>
          <p:spPr>
            <a:xfrm>
              <a:off x="-468000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89" name="Rectangle 255">
              <a:extLst>
                <a:ext uri="{FF2B5EF4-FFF2-40B4-BE49-F238E27FC236}">
                  <a16:creationId xmlns:a16="http://schemas.microsoft.com/office/drawing/2014/main" id="{AF92E9BF-3BF9-4520-BD9F-9C99C8CDDDE7}"/>
                </a:ext>
              </a:extLst>
            </p:cNvPr>
            <p:cNvSpPr>
              <a:spLocks/>
            </p:cNvSpPr>
            <p:nvPr/>
          </p:nvSpPr>
          <p:spPr>
            <a:xfrm>
              <a:off x="554736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90" name="Rectangle 256">
              <a:extLst>
                <a:ext uri="{FF2B5EF4-FFF2-40B4-BE49-F238E27FC236}">
                  <a16:creationId xmlns:a16="http://schemas.microsoft.com/office/drawing/2014/main" id="{8EE3CD82-C4E9-44AA-8C09-9463FC0F6034}"/>
                </a:ext>
              </a:extLst>
            </p:cNvPr>
            <p:cNvSpPr>
              <a:spLocks/>
            </p:cNvSpPr>
            <p:nvPr/>
          </p:nvSpPr>
          <p:spPr>
            <a:xfrm>
              <a:off x="3758184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291" name="Rectangle 257">
              <a:extLst>
                <a:ext uri="{FF2B5EF4-FFF2-40B4-BE49-F238E27FC236}">
                  <a16:creationId xmlns:a16="http://schemas.microsoft.com/office/drawing/2014/main" id="{D016EB46-444F-4603-BC37-724F7064982C}"/>
                </a:ext>
              </a:extLst>
            </p:cNvPr>
            <p:cNvSpPr>
              <a:spLocks/>
            </p:cNvSpPr>
            <p:nvPr/>
          </p:nvSpPr>
          <p:spPr>
            <a:xfrm>
              <a:off x="4709160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292" name="Rectangle 258">
              <a:extLst>
                <a:ext uri="{FF2B5EF4-FFF2-40B4-BE49-F238E27FC236}">
                  <a16:creationId xmlns:a16="http://schemas.microsoft.com/office/drawing/2014/main" id="{EF714854-B7B4-4FA4-A813-B87C60CA0B21}"/>
                </a:ext>
              </a:extLst>
            </p:cNvPr>
            <p:cNvSpPr>
              <a:spLocks/>
            </p:cNvSpPr>
            <p:nvPr/>
          </p:nvSpPr>
          <p:spPr>
            <a:xfrm>
              <a:off x="6440424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293" name="Rectangle 259">
              <a:extLst>
                <a:ext uri="{FF2B5EF4-FFF2-40B4-BE49-F238E27FC236}">
                  <a16:creationId xmlns:a16="http://schemas.microsoft.com/office/drawing/2014/main" id="{791BBC8E-C9AE-4436-9A56-C05867A5DA30}"/>
                </a:ext>
              </a:extLst>
            </p:cNvPr>
            <p:cNvSpPr>
              <a:spLocks/>
            </p:cNvSpPr>
            <p:nvPr/>
          </p:nvSpPr>
          <p:spPr>
            <a:xfrm>
              <a:off x="8174736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296" name="Rectangle 260">
              <a:extLst>
                <a:ext uri="{FF2B5EF4-FFF2-40B4-BE49-F238E27FC236}">
                  <a16:creationId xmlns:a16="http://schemas.microsoft.com/office/drawing/2014/main" id="{11058B96-DF5B-4DE1-B61A-39A03CC6ADAF}"/>
                </a:ext>
              </a:extLst>
            </p:cNvPr>
            <p:cNvSpPr>
              <a:spLocks/>
            </p:cNvSpPr>
            <p:nvPr/>
          </p:nvSpPr>
          <p:spPr>
            <a:xfrm>
              <a:off x="9125840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297" name="Straight Connector 266">
              <a:extLst>
                <a:ext uri="{FF2B5EF4-FFF2-40B4-BE49-F238E27FC236}">
                  <a16:creationId xmlns:a16="http://schemas.microsoft.com/office/drawing/2014/main" id="{CE54CCB2-FB94-4CCD-BABF-BA9F4BDE3262}"/>
                </a:ext>
              </a:extLst>
            </p:cNvPr>
            <p:cNvCxnSpPr>
              <a:cxnSpLocks/>
            </p:cNvCxnSpPr>
            <p:nvPr/>
          </p:nvCxnSpPr>
          <p:spPr>
            <a:xfrm>
              <a:off x="3758184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76">
              <a:extLst>
                <a:ext uri="{FF2B5EF4-FFF2-40B4-BE49-F238E27FC236}">
                  <a16:creationId xmlns:a16="http://schemas.microsoft.com/office/drawing/2014/main" id="{E952F958-5975-47F7-AD31-0BEC345C7120}"/>
                </a:ext>
              </a:extLst>
            </p:cNvPr>
            <p:cNvCxnSpPr>
              <a:cxnSpLocks/>
            </p:cNvCxnSpPr>
            <p:nvPr/>
          </p:nvCxnSpPr>
          <p:spPr>
            <a:xfrm>
              <a:off x="4709160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78">
              <a:extLst>
                <a:ext uri="{FF2B5EF4-FFF2-40B4-BE49-F238E27FC236}">
                  <a16:creationId xmlns:a16="http://schemas.microsoft.com/office/drawing/2014/main" id="{AB7CEF6F-0DD3-4F0B-BAEE-6301A34C1387}"/>
                </a:ext>
              </a:extLst>
            </p:cNvPr>
            <p:cNvCxnSpPr>
              <a:cxnSpLocks/>
            </p:cNvCxnSpPr>
            <p:nvPr/>
          </p:nvCxnSpPr>
          <p:spPr>
            <a:xfrm>
              <a:off x="6440424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79">
              <a:extLst>
                <a:ext uri="{FF2B5EF4-FFF2-40B4-BE49-F238E27FC236}">
                  <a16:creationId xmlns:a16="http://schemas.microsoft.com/office/drawing/2014/main" id="{F3647056-56DE-49B9-9342-40126D08433F}"/>
                </a:ext>
              </a:extLst>
            </p:cNvPr>
            <p:cNvCxnSpPr>
              <a:cxnSpLocks/>
            </p:cNvCxnSpPr>
            <p:nvPr/>
          </p:nvCxnSpPr>
          <p:spPr>
            <a:xfrm>
              <a:off x="81747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282">
              <a:extLst>
                <a:ext uri="{FF2B5EF4-FFF2-40B4-BE49-F238E27FC236}">
                  <a16:creationId xmlns:a16="http://schemas.microsoft.com/office/drawing/2014/main" id="{96044D3B-5CDD-4264-AF7E-4192085A0ECC}"/>
                </a:ext>
              </a:extLst>
            </p:cNvPr>
            <p:cNvCxnSpPr>
              <a:cxnSpLocks/>
            </p:cNvCxnSpPr>
            <p:nvPr/>
          </p:nvCxnSpPr>
          <p:spPr>
            <a:xfrm>
              <a:off x="9125840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946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3254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1155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365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575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785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995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7205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415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625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835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8045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738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1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9484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2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71583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3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3681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4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578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5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787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6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997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7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3207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8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417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9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6274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0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8372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359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" name="Area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4736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26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7"/>
            </p:custDataLst>
          </p:nvPr>
        </p:nvSpPr>
        <p:spPr>
          <a:xfrm>
            <a:off x="554736" y="1282776"/>
            <a:ext cx="3049253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  <a:br>
              <a:rPr lang="en-US" dirty="0"/>
            </a:br>
            <a:r>
              <a:rPr lang="en-US" sz="1400" b="0" dirty="0"/>
              <a:t>Units of measure</a:t>
            </a:r>
            <a:endParaRPr lang="ru-RU" sz="1400" b="0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8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79" name="TrackerAlphaWhite" hidden="1">
            <a:extLst>
              <a:ext uri="{FF2B5EF4-FFF2-40B4-BE49-F238E27FC236}">
                <a16:creationId xmlns:a16="http://schemas.microsoft.com/office/drawing/2014/main" id="{7D10F85E-A89F-412A-9970-7FA5C42BFB5F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554736" y="3266780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0" name="TrackerAlphaBlue" hidden="1">
            <a:extLst>
              <a:ext uri="{FF2B5EF4-FFF2-40B4-BE49-F238E27FC236}">
                <a16:creationId xmlns:a16="http://schemas.microsoft.com/office/drawing/2014/main" id="{26869F53-96A2-49F7-96E0-1DD89AB0021B}"/>
              </a:ext>
            </a:extLst>
          </p:cNvPr>
          <p:cNvSpPr/>
          <p:nvPr userDrawn="1">
            <p:custDataLst>
              <p:tags r:id="rId30"/>
            </p:custDataLst>
          </p:nvPr>
        </p:nvSpPr>
        <p:spPr>
          <a:xfrm>
            <a:off x="933716" y="3266780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1" name="TrackerNumWhite" hidden="1">
            <a:extLst>
              <a:ext uri="{FF2B5EF4-FFF2-40B4-BE49-F238E27FC236}">
                <a16:creationId xmlns:a16="http://schemas.microsoft.com/office/drawing/2014/main" id="{BF1EE75D-A530-4BDB-A4D3-659E6C74551D}"/>
              </a:ext>
            </a:extLst>
          </p:cNvPr>
          <p:cNvSpPr/>
          <p:nvPr userDrawn="1">
            <p:custDataLst>
              <p:tags r:id="rId31"/>
            </p:custDataLst>
          </p:nvPr>
        </p:nvSpPr>
        <p:spPr>
          <a:xfrm>
            <a:off x="554736" y="3682416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tx1"/>
                </a:solidFill>
              </a:rPr>
              <a:t>1</a:t>
            </a: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82" name="TrackerNumBlue" hidden="1">
            <a:extLst>
              <a:ext uri="{FF2B5EF4-FFF2-40B4-BE49-F238E27FC236}">
                <a16:creationId xmlns:a16="http://schemas.microsoft.com/office/drawing/2014/main" id="{D4CBE4BE-5A17-4E4F-8518-D2314867CB3E}"/>
              </a:ext>
            </a:extLst>
          </p:cNvPr>
          <p:cNvSpPr/>
          <p:nvPr userDrawn="1">
            <p:custDataLst>
              <p:tags r:id="rId32"/>
            </p:custDataLst>
          </p:nvPr>
        </p:nvSpPr>
        <p:spPr>
          <a:xfrm>
            <a:off x="933716" y="3682416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190" name="MoonEmpty" hidden="1">
            <a:extLst>
              <a:ext uri="{FF2B5EF4-FFF2-40B4-BE49-F238E27FC236}">
                <a16:creationId xmlns:a16="http://schemas.microsoft.com/office/drawing/2014/main" id="{217E634A-1E0C-4232-8364-5B7D9B436238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8973903" y="3260116"/>
            <a:ext cx="288000" cy="288000"/>
            <a:chOff x="762000" y="1270000"/>
            <a:chExt cx="254000" cy="254000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3C0D1B1A-5CB6-4F42-9858-8FCFEEF4DCB4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2" name="Arc 191">
              <a:extLst>
                <a:ext uri="{FF2B5EF4-FFF2-40B4-BE49-F238E27FC236}">
                  <a16:creationId xmlns:a16="http://schemas.microsoft.com/office/drawing/2014/main" id="{F19B0948-5ACD-46BF-A5D0-4D78C02044F7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29547"/>
              </a:avLst>
            </a:prstGeom>
            <a:solidFill>
              <a:schemeClr val="tx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170" name="MoonQuater" hidden="1">
            <a:extLst>
              <a:ext uri="{FF2B5EF4-FFF2-40B4-BE49-F238E27FC236}">
                <a16:creationId xmlns:a16="http://schemas.microsoft.com/office/drawing/2014/main" id="{79C4F1A7-3BA6-4DE9-990D-56F7568AF3D5}"/>
              </a:ext>
            </a:extLst>
          </p:cNvPr>
          <p:cNvGrpSpPr>
            <a:grpSpLocks/>
          </p:cNvGrpSpPr>
          <p:nvPr userDrawn="1">
            <p:custDataLst>
              <p:tags r:id="rId34"/>
            </p:custDataLst>
          </p:nvPr>
        </p:nvGrpSpPr>
        <p:grpSpPr>
          <a:xfrm>
            <a:off x="9362161" y="3260116"/>
            <a:ext cx="288000" cy="288000"/>
            <a:chOff x="762000" y="1270000"/>
            <a:chExt cx="254000" cy="254000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59E630A5-DC56-4165-A400-FABB4C8F265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C98134F9-A949-43AC-8CDC-EAE921C7808C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MoonHalf" hidden="1">
            <a:extLst>
              <a:ext uri="{FF2B5EF4-FFF2-40B4-BE49-F238E27FC236}">
                <a16:creationId xmlns:a16="http://schemas.microsoft.com/office/drawing/2014/main" id="{2714B939-F474-44D5-8B49-B47A0217F09E}"/>
              </a:ext>
            </a:extLst>
          </p:cNvPr>
          <p:cNvGrpSpPr>
            <a:grpSpLocks/>
          </p:cNvGrpSpPr>
          <p:nvPr userDrawn="1">
            <p:custDataLst>
              <p:tags r:id="rId35"/>
            </p:custDataLst>
          </p:nvPr>
        </p:nvGrpSpPr>
        <p:grpSpPr>
          <a:xfrm>
            <a:off x="9748418" y="3260711"/>
            <a:ext cx="288000" cy="288000"/>
            <a:chOff x="762000" y="1270000"/>
            <a:chExt cx="254000" cy="25400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2EC967B-B647-4BCF-9C0C-A8D545E4C817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FA00262A-FCFD-4DB6-B921-E9B02991FF8A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6" name="Moon3Quater" hidden="1">
            <a:extLst>
              <a:ext uri="{FF2B5EF4-FFF2-40B4-BE49-F238E27FC236}">
                <a16:creationId xmlns:a16="http://schemas.microsoft.com/office/drawing/2014/main" id="{B81E11B2-1A34-4631-BD81-A79E13BAA4F8}"/>
              </a:ext>
            </a:extLst>
          </p:cNvPr>
          <p:cNvGrpSpPr>
            <a:grpSpLocks/>
          </p:cNvGrpSpPr>
          <p:nvPr userDrawn="1">
            <p:custDataLst>
              <p:tags r:id="rId36"/>
            </p:custDataLst>
          </p:nvPr>
        </p:nvGrpSpPr>
        <p:grpSpPr>
          <a:xfrm>
            <a:off x="10134675" y="3260116"/>
            <a:ext cx="288000" cy="288000"/>
            <a:chOff x="762000" y="1270000"/>
            <a:chExt cx="254000" cy="254000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5D5E5590-A897-419C-85F3-C5E6B6BADDA1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8" name="Arc 177">
              <a:extLst>
                <a:ext uri="{FF2B5EF4-FFF2-40B4-BE49-F238E27FC236}">
                  <a16:creationId xmlns:a16="http://schemas.microsoft.com/office/drawing/2014/main" id="{2DA30F73-36DC-49E0-87B5-F183D3E9231F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6" name="MoonFull" hidden="1">
            <a:extLst>
              <a:ext uri="{FF2B5EF4-FFF2-40B4-BE49-F238E27FC236}">
                <a16:creationId xmlns:a16="http://schemas.microsoft.com/office/drawing/2014/main" id="{9C646595-AAE9-4CF9-8065-5D333DB4AA3D}"/>
              </a:ext>
            </a:extLst>
          </p:cNvPr>
          <p:cNvGrpSpPr>
            <a:grpSpLocks/>
          </p:cNvGrpSpPr>
          <p:nvPr userDrawn="1">
            <p:custDataLst>
              <p:tags r:id="rId37"/>
            </p:custDataLst>
          </p:nvPr>
        </p:nvGrpSpPr>
        <p:grpSpPr>
          <a:xfrm>
            <a:off x="10520932" y="3260114"/>
            <a:ext cx="288000" cy="288001"/>
            <a:chOff x="762000" y="1269999"/>
            <a:chExt cx="254000" cy="254001"/>
          </a:xfrm>
          <a:solidFill>
            <a:schemeClr val="accent5"/>
          </a:solidFill>
        </p:grpSpPr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45B76197-6D16-4092-B902-DE7FD857CAF0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62000" y="1269999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5125949A-3C65-48C8-BF1F-12C78DE93858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StatusGauge" hidden="1">
            <a:extLst>
              <a:ext uri="{FF2B5EF4-FFF2-40B4-BE49-F238E27FC236}">
                <a16:creationId xmlns:a16="http://schemas.microsoft.com/office/drawing/2014/main" id="{AC87BF6A-0CC1-4B7B-9115-F8C8E5B93B66}"/>
              </a:ext>
            </a:extLst>
          </p:cNvPr>
          <p:cNvGrpSpPr/>
          <p:nvPr userDrawn="1"/>
        </p:nvGrpSpPr>
        <p:grpSpPr>
          <a:xfrm>
            <a:off x="1662669" y="3333780"/>
            <a:ext cx="115517" cy="220533"/>
            <a:chOff x="427408" y="3815098"/>
            <a:chExt cx="312580" cy="596744"/>
          </a:xfrm>
        </p:grpSpPr>
        <p:sp>
          <p:nvSpPr>
            <p:cNvPr id="366" name="Line 56">
              <a:extLst>
                <a:ext uri="{FF2B5EF4-FFF2-40B4-BE49-F238E27FC236}">
                  <a16:creationId xmlns:a16="http://schemas.microsoft.com/office/drawing/2014/main" id="{22B23B9D-517D-4A32-857E-DA0E3889A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7" name="Line 57">
              <a:extLst>
                <a:ext uri="{FF2B5EF4-FFF2-40B4-BE49-F238E27FC236}">
                  <a16:creationId xmlns:a16="http://schemas.microsoft.com/office/drawing/2014/main" id="{CC30D8CA-C04D-4E6C-95A7-DE65B0F4A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9" name="Line 59">
              <a:extLst>
                <a:ext uri="{FF2B5EF4-FFF2-40B4-BE49-F238E27FC236}">
                  <a16:creationId xmlns:a16="http://schemas.microsoft.com/office/drawing/2014/main" id="{9363A779-2D9F-4A05-A7A1-72E00C647D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5" name="StatusGaugeWhite" hidden="1">
            <a:extLst>
              <a:ext uri="{FF2B5EF4-FFF2-40B4-BE49-F238E27FC236}">
                <a16:creationId xmlns:a16="http://schemas.microsoft.com/office/drawing/2014/main" id="{C2FDB2E7-0636-494B-B6D7-A3C17942E83A}"/>
              </a:ext>
            </a:extLst>
          </p:cNvPr>
          <p:cNvGrpSpPr/>
          <p:nvPr userDrawn="1"/>
        </p:nvGrpSpPr>
        <p:grpSpPr>
          <a:xfrm>
            <a:off x="2021702" y="3245932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8D7CB2DC-1025-4762-8415-58E55B605671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CD30E1A4-95BF-40FE-A480-7647E845DAFB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1" name="Line 56">
                <a:extLst>
                  <a:ext uri="{FF2B5EF4-FFF2-40B4-BE49-F238E27FC236}">
                    <a16:creationId xmlns:a16="http://schemas.microsoft.com/office/drawing/2014/main" id="{912FDF49-5006-4BE9-A241-14FC58A10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2" name="Line 57">
                <a:extLst>
                  <a:ext uri="{FF2B5EF4-FFF2-40B4-BE49-F238E27FC236}">
                    <a16:creationId xmlns:a16="http://schemas.microsoft.com/office/drawing/2014/main" id="{A685424E-07A2-4C23-A9AB-A1AB3E5A69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3" name="Line 59">
                <a:extLst>
                  <a:ext uri="{FF2B5EF4-FFF2-40B4-BE49-F238E27FC236}">
                    <a16:creationId xmlns:a16="http://schemas.microsoft.com/office/drawing/2014/main" id="{DF153F60-37D9-415E-92DF-84BB547F3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14" name="StatusGaugeBlue" hidden="1">
            <a:extLst>
              <a:ext uri="{FF2B5EF4-FFF2-40B4-BE49-F238E27FC236}">
                <a16:creationId xmlns:a16="http://schemas.microsoft.com/office/drawing/2014/main" id="{3787D2E5-45BD-47CD-AEC1-EDDD0B6DC06B}"/>
              </a:ext>
            </a:extLst>
          </p:cNvPr>
          <p:cNvGrpSpPr/>
          <p:nvPr userDrawn="1"/>
        </p:nvGrpSpPr>
        <p:grpSpPr>
          <a:xfrm>
            <a:off x="2521091" y="3245932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C8D381C3-2015-4AD0-B6F9-81620A837CC5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1CF546FB-B2BA-4883-AF98-FBF5F2C28FCF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5" name="Line 56">
                <a:extLst>
                  <a:ext uri="{FF2B5EF4-FFF2-40B4-BE49-F238E27FC236}">
                    <a16:creationId xmlns:a16="http://schemas.microsoft.com/office/drawing/2014/main" id="{70CA23CD-0391-40AB-9740-9A091B4B3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6" name="Line 57">
                <a:extLst>
                  <a:ext uri="{FF2B5EF4-FFF2-40B4-BE49-F238E27FC236}">
                    <a16:creationId xmlns:a16="http://schemas.microsoft.com/office/drawing/2014/main" id="{DBAD38C3-D1BC-4FC1-9D49-0B162C1F26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7" name="Line 59">
                <a:extLst>
                  <a:ext uri="{FF2B5EF4-FFF2-40B4-BE49-F238E27FC236}">
                    <a16:creationId xmlns:a16="http://schemas.microsoft.com/office/drawing/2014/main" id="{7D0C093E-6BFA-4A22-81E5-2D0D4D31B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75" name="Checkmark" hidden="1">
            <a:extLst>
              <a:ext uri="{FF2B5EF4-FFF2-40B4-BE49-F238E27FC236}">
                <a16:creationId xmlns:a16="http://schemas.microsoft.com/office/drawing/2014/main" id="{BB004E0D-569F-46D6-AB54-9BBB7A63320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3869635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1" name="CheckmarkWhite" hidden="1">
            <a:extLst>
              <a:ext uri="{FF2B5EF4-FFF2-40B4-BE49-F238E27FC236}">
                <a16:creationId xmlns:a16="http://schemas.microsoft.com/office/drawing/2014/main" id="{F07BF092-B974-4EB6-A1FD-990BE5E53701}"/>
              </a:ext>
            </a:extLst>
          </p:cNvPr>
          <p:cNvGrpSpPr/>
          <p:nvPr userDrawn="1"/>
        </p:nvGrpSpPr>
        <p:grpSpPr>
          <a:xfrm>
            <a:off x="2021702" y="3745321"/>
            <a:ext cx="396228" cy="396228"/>
            <a:chOff x="2021702" y="3745321"/>
            <a:chExt cx="396228" cy="396228"/>
          </a:xfrm>
          <a:solidFill>
            <a:schemeClr val="bg1"/>
          </a:solidFill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92B6E5FD-CE05-4863-BB94-17F85BCF080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8" name="Freeform 39">
              <a:extLst>
                <a:ext uri="{FF2B5EF4-FFF2-40B4-BE49-F238E27FC236}">
                  <a16:creationId xmlns:a16="http://schemas.microsoft.com/office/drawing/2014/main" id="{DBC4A7F2-275F-448A-A2CE-92F398D3095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0" name="CheckmarkBlue" hidden="1">
            <a:extLst>
              <a:ext uri="{FF2B5EF4-FFF2-40B4-BE49-F238E27FC236}">
                <a16:creationId xmlns:a16="http://schemas.microsoft.com/office/drawing/2014/main" id="{A705E7FE-8FE8-4F2D-9FA1-5637B89B73F7}"/>
              </a:ext>
            </a:extLst>
          </p:cNvPr>
          <p:cNvGrpSpPr/>
          <p:nvPr userDrawn="1"/>
        </p:nvGrpSpPr>
        <p:grpSpPr>
          <a:xfrm>
            <a:off x="2521091" y="3745321"/>
            <a:ext cx="396228" cy="396228"/>
            <a:chOff x="2521091" y="3745321"/>
            <a:chExt cx="396228" cy="396228"/>
          </a:xfrm>
          <a:solidFill>
            <a:schemeClr val="tx1"/>
          </a:solidFill>
        </p:grpSpPr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DF2EDC3-BFC6-448A-9C1D-7324C7EF914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9" name="Freeform 39">
              <a:extLst>
                <a:ext uri="{FF2B5EF4-FFF2-40B4-BE49-F238E27FC236}">
                  <a16:creationId xmlns:a16="http://schemas.microsoft.com/office/drawing/2014/main" id="{285841C2-3368-45B4-9105-40D539B18E9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390" name="CheckmarkDash" hidden="1">
            <a:extLst>
              <a:ext uri="{FF2B5EF4-FFF2-40B4-BE49-F238E27FC236}">
                <a16:creationId xmlns:a16="http://schemas.microsoft.com/office/drawing/2014/main" id="{2D882A09-8E9B-4679-ADCB-6CAE84605CA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4369024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3" name="CheckmarkDashWhite" hidden="1">
            <a:extLst>
              <a:ext uri="{FF2B5EF4-FFF2-40B4-BE49-F238E27FC236}">
                <a16:creationId xmlns:a16="http://schemas.microsoft.com/office/drawing/2014/main" id="{A04BB5EF-2087-418E-BF29-3E463D8DAC95}"/>
              </a:ext>
            </a:extLst>
          </p:cNvPr>
          <p:cNvGrpSpPr/>
          <p:nvPr userDrawn="1"/>
        </p:nvGrpSpPr>
        <p:grpSpPr>
          <a:xfrm>
            <a:off x="2021702" y="4244710"/>
            <a:ext cx="396228" cy="396228"/>
            <a:chOff x="2021702" y="6293259"/>
            <a:chExt cx="396228" cy="396228"/>
          </a:xfrm>
          <a:solidFill>
            <a:schemeClr val="bg1"/>
          </a:solidFill>
        </p:grpSpPr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47F5EC55-9665-438E-9860-C3E2F47C8B13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3" name="Freeform 39">
              <a:extLst>
                <a:ext uri="{FF2B5EF4-FFF2-40B4-BE49-F238E27FC236}">
                  <a16:creationId xmlns:a16="http://schemas.microsoft.com/office/drawing/2014/main" id="{894EAAFA-EEA4-4D90-8F75-17F21B6BFCC1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4" name="CheckmarkDashBlue" hidden="1">
            <a:extLst>
              <a:ext uri="{FF2B5EF4-FFF2-40B4-BE49-F238E27FC236}">
                <a16:creationId xmlns:a16="http://schemas.microsoft.com/office/drawing/2014/main" id="{481DC344-3017-462D-9A3B-4E65710C17D0}"/>
              </a:ext>
            </a:extLst>
          </p:cNvPr>
          <p:cNvGrpSpPr/>
          <p:nvPr userDrawn="1"/>
        </p:nvGrpSpPr>
        <p:grpSpPr>
          <a:xfrm>
            <a:off x="2521091" y="4244710"/>
            <a:ext cx="396228" cy="396228"/>
            <a:chOff x="2521091" y="6293259"/>
            <a:chExt cx="396228" cy="396228"/>
          </a:xfrm>
          <a:solidFill>
            <a:schemeClr val="tx1"/>
          </a:solidFill>
        </p:grpSpPr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3123CA39-9EFF-49E5-8B43-5BCDA3B0E657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6" name="Freeform 39">
              <a:extLst>
                <a:ext uri="{FF2B5EF4-FFF2-40B4-BE49-F238E27FC236}">
                  <a16:creationId xmlns:a16="http://schemas.microsoft.com/office/drawing/2014/main" id="{1A25A5C6-7B1D-45B1-9C1F-F3B654A13FC7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0" name="X" hidden="1">
            <a:extLst>
              <a:ext uri="{FF2B5EF4-FFF2-40B4-BE49-F238E27FC236}">
                <a16:creationId xmlns:a16="http://schemas.microsoft.com/office/drawing/2014/main" id="{E0CB3199-8B88-41C4-AFDC-5D6AE5641F2F}"/>
              </a:ext>
            </a:extLst>
          </p:cNvPr>
          <p:cNvGrpSpPr/>
          <p:nvPr userDrawn="1"/>
        </p:nvGrpSpPr>
        <p:grpSpPr>
          <a:xfrm>
            <a:off x="1625999" y="4847785"/>
            <a:ext cx="188856" cy="188856"/>
            <a:chOff x="316162" y="5992979"/>
            <a:chExt cx="188856" cy="188856"/>
          </a:xfrm>
        </p:grpSpPr>
        <p:sp>
          <p:nvSpPr>
            <p:cNvPr id="271" name="Line 36">
              <a:extLst>
                <a:ext uri="{FF2B5EF4-FFF2-40B4-BE49-F238E27FC236}">
                  <a16:creationId xmlns:a16="http://schemas.microsoft.com/office/drawing/2014/main" id="{33CA4828-3A35-4C8A-9E12-883F4B7CD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2" name="Line 37">
              <a:extLst>
                <a:ext uri="{FF2B5EF4-FFF2-40B4-BE49-F238E27FC236}">
                  <a16:creationId xmlns:a16="http://schemas.microsoft.com/office/drawing/2014/main" id="{B2BDD54A-21A5-4098-A847-B11FF7E5F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2" name="XWhite" hidden="1">
            <a:extLst>
              <a:ext uri="{FF2B5EF4-FFF2-40B4-BE49-F238E27FC236}">
                <a16:creationId xmlns:a16="http://schemas.microsoft.com/office/drawing/2014/main" id="{D78505AA-B3C9-4D02-94A2-A14B6C6FE76E}"/>
              </a:ext>
            </a:extLst>
          </p:cNvPr>
          <p:cNvGrpSpPr/>
          <p:nvPr userDrawn="1"/>
        </p:nvGrpSpPr>
        <p:grpSpPr>
          <a:xfrm>
            <a:off x="2021702" y="4744099"/>
            <a:ext cx="396228" cy="396228"/>
            <a:chOff x="2021702" y="4744099"/>
            <a:chExt cx="396228" cy="396228"/>
          </a:xfrm>
          <a:solidFill>
            <a:schemeClr val="bg1"/>
          </a:solidFill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67CB00F6-8D83-4DDB-9D28-9A9E984FCEA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D68695E2-2F6C-4984-97B3-84770AAE8461}"/>
                </a:ext>
              </a:extLst>
            </p:cNvPr>
            <p:cNvGrpSpPr/>
            <p:nvPr userDrawn="1"/>
          </p:nvGrpSpPr>
          <p:grpSpPr>
            <a:xfrm>
              <a:off x="2125388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398" name="Line 36">
                <a:extLst>
                  <a:ext uri="{FF2B5EF4-FFF2-40B4-BE49-F238E27FC236}">
                    <a16:creationId xmlns:a16="http://schemas.microsoft.com/office/drawing/2014/main" id="{549AFA66-8395-44EF-B1D0-40122F2AA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99" name="Line 37">
                <a:extLst>
                  <a:ext uri="{FF2B5EF4-FFF2-40B4-BE49-F238E27FC236}">
                    <a16:creationId xmlns:a16="http://schemas.microsoft.com/office/drawing/2014/main" id="{932BACAB-BF4D-4B3B-9F68-4A070C57D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</p:grpSp>
      </p:grpSp>
      <p:grpSp>
        <p:nvGrpSpPr>
          <p:cNvPr id="51" name="XBlue" hidden="1">
            <a:extLst>
              <a:ext uri="{FF2B5EF4-FFF2-40B4-BE49-F238E27FC236}">
                <a16:creationId xmlns:a16="http://schemas.microsoft.com/office/drawing/2014/main" id="{76D87419-7600-4669-8612-AD69B00B998F}"/>
              </a:ext>
            </a:extLst>
          </p:cNvPr>
          <p:cNvGrpSpPr/>
          <p:nvPr userDrawn="1"/>
        </p:nvGrpSpPr>
        <p:grpSpPr>
          <a:xfrm>
            <a:off x="2521091" y="4744099"/>
            <a:ext cx="396228" cy="396228"/>
            <a:chOff x="2521091" y="4744099"/>
            <a:chExt cx="396228" cy="396228"/>
          </a:xfrm>
          <a:solidFill>
            <a:schemeClr val="tx1"/>
          </a:solidFill>
        </p:grpSpPr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BB9902CA-4422-4618-8399-530EF424A11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FEE69EF9-A1B1-4554-AC08-9507A7FFAF0E}"/>
                </a:ext>
              </a:extLst>
            </p:cNvPr>
            <p:cNvGrpSpPr/>
            <p:nvPr userDrawn="1"/>
          </p:nvGrpSpPr>
          <p:grpSpPr>
            <a:xfrm>
              <a:off x="2624777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401" name="Line 36">
                <a:extLst>
                  <a:ext uri="{FF2B5EF4-FFF2-40B4-BE49-F238E27FC236}">
                    <a16:creationId xmlns:a16="http://schemas.microsoft.com/office/drawing/2014/main" id="{D3DFE64B-BFEB-4977-BA46-BA408F58A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02" name="Line 37">
                <a:extLst>
                  <a:ext uri="{FF2B5EF4-FFF2-40B4-BE49-F238E27FC236}">
                    <a16:creationId xmlns:a16="http://schemas.microsoft.com/office/drawing/2014/main" id="{47E9FAEC-0A8C-4624-809F-B10C0D72E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403" name="Filter" hidden="1">
            <a:extLst>
              <a:ext uri="{FF2B5EF4-FFF2-40B4-BE49-F238E27FC236}">
                <a16:creationId xmlns:a16="http://schemas.microsoft.com/office/drawing/2014/main" id="{FCC81E52-D915-4AC6-8504-B6F39D77D2C2}"/>
              </a:ext>
            </a:extLst>
          </p:cNvPr>
          <p:cNvSpPr>
            <a:spLocks noChangeAspect="1"/>
          </p:cNvSpPr>
          <p:nvPr userDrawn="1"/>
        </p:nvSpPr>
        <p:spPr>
          <a:xfrm>
            <a:off x="1620562" y="5331802"/>
            <a:ext cx="199731" cy="219600"/>
          </a:xfrm>
          <a:custGeom>
            <a:avLst/>
            <a:gdLst>
              <a:gd name="connsiteX0" fmla="*/ 0 w 2728913"/>
              <a:gd name="connsiteY0" fmla="*/ 0 h 3000375"/>
              <a:gd name="connsiteX1" fmla="*/ 2728913 w 2728913"/>
              <a:gd name="connsiteY1" fmla="*/ 0 h 3000375"/>
              <a:gd name="connsiteX2" fmla="*/ 1662113 w 2728913"/>
              <a:gd name="connsiteY2" fmla="*/ 1662113 h 3000375"/>
              <a:gd name="connsiteX3" fmla="*/ 1662113 w 2728913"/>
              <a:gd name="connsiteY3" fmla="*/ 2633663 h 3000375"/>
              <a:gd name="connsiteX4" fmla="*/ 1104900 w 2728913"/>
              <a:gd name="connsiteY4" fmla="*/ 3000375 h 3000375"/>
              <a:gd name="connsiteX5" fmla="*/ 1104900 w 2728913"/>
              <a:gd name="connsiteY5" fmla="*/ 1652588 h 3000375"/>
              <a:gd name="connsiteX6" fmla="*/ 0 w 2728913"/>
              <a:gd name="connsiteY6" fmla="*/ 0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8913" h="3000375">
                <a:moveTo>
                  <a:pt x="0" y="0"/>
                </a:moveTo>
                <a:lnTo>
                  <a:pt x="2728913" y="0"/>
                </a:lnTo>
                <a:lnTo>
                  <a:pt x="1662113" y="1662113"/>
                </a:lnTo>
                <a:lnTo>
                  <a:pt x="1662113" y="2633663"/>
                </a:lnTo>
                <a:lnTo>
                  <a:pt x="1104900" y="3000375"/>
                </a:lnTo>
                <a:lnTo>
                  <a:pt x="1104900" y="1652588"/>
                </a:lnTo>
                <a:lnTo>
                  <a:pt x="0" y="0"/>
                </a:lnTo>
                <a:close/>
              </a:path>
            </a:pathLst>
          </a:custGeom>
          <a:noFill/>
          <a:ln w="6350" cap="rnd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78" name="FilterWhite" hidden="1">
            <a:extLst>
              <a:ext uri="{FF2B5EF4-FFF2-40B4-BE49-F238E27FC236}">
                <a16:creationId xmlns:a16="http://schemas.microsoft.com/office/drawing/2014/main" id="{A92387E2-8902-4EF2-B95B-AF7E54C27F40}"/>
              </a:ext>
            </a:extLst>
          </p:cNvPr>
          <p:cNvGrpSpPr/>
          <p:nvPr userDrawn="1"/>
        </p:nvGrpSpPr>
        <p:grpSpPr>
          <a:xfrm>
            <a:off x="2021702" y="5243488"/>
            <a:ext cx="396228" cy="396228"/>
            <a:chOff x="2021702" y="5243488"/>
            <a:chExt cx="396228" cy="396228"/>
          </a:xfrm>
          <a:solidFill>
            <a:schemeClr val="bg1"/>
          </a:solidFill>
        </p:grpSpPr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5C14B0BF-5703-4646-A37A-812A93C873AB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B0CE3FDC-1428-4F4B-A89D-5F57D8E4EFE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119951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FilterBlue" hidden="1">
            <a:extLst>
              <a:ext uri="{FF2B5EF4-FFF2-40B4-BE49-F238E27FC236}">
                <a16:creationId xmlns:a16="http://schemas.microsoft.com/office/drawing/2014/main" id="{17B222B6-07D0-441A-BC80-31FF13A1A259}"/>
              </a:ext>
            </a:extLst>
          </p:cNvPr>
          <p:cNvGrpSpPr/>
          <p:nvPr userDrawn="1"/>
        </p:nvGrpSpPr>
        <p:grpSpPr>
          <a:xfrm>
            <a:off x="2521091" y="5243488"/>
            <a:ext cx="396228" cy="396228"/>
            <a:chOff x="2521091" y="5243488"/>
            <a:chExt cx="396228" cy="396228"/>
          </a:xfrm>
          <a:solidFill>
            <a:schemeClr val="tx1"/>
          </a:solidFill>
        </p:grpSpPr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32B521BD-77C9-41CF-B65A-53B53C069FDE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195CEB40-859D-4652-A677-1B81120AC5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619340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90" name="Chevron" hidden="1">
            <a:extLst>
              <a:ext uri="{FF2B5EF4-FFF2-40B4-BE49-F238E27FC236}">
                <a16:creationId xmlns:a16="http://schemas.microsoft.com/office/drawing/2014/main" id="{683A82B1-8416-4870-80C4-C50D2FA332BF}"/>
              </a:ext>
            </a:extLst>
          </p:cNvPr>
          <p:cNvSpPr>
            <a:spLocks/>
          </p:cNvSpPr>
          <p:nvPr userDrawn="1"/>
        </p:nvSpPr>
        <p:spPr bwMode="auto">
          <a:xfrm>
            <a:off x="3271959" y="3339382"/>
            <a:ext cx="103686" cy="209328"/>
          </a:xfrm>
          <a:custGeom>
            <a:avLst/>
            <a:gdLst>
              <a:gd name="T0" fmla="*/ 0 w 28"/>
              <a:gd name="T1" fmla="*/ 56 h 56"/>
              <a:gd name="T2" fmla="*/ 28 w 28"/>
              <a:gd name="T3" fmla="*/ 27 h 56"/>
              <a:gd name="T4" fmla="*/ 0 w 28"/>
              <a:gd name="T5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56">
                <a:moveTo>
                  <a:pt x="0" y="56"/>
                </a:moveTo>
                <a:lnTo>
                  <a:pt x="28" y="27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498" name="ChevronWhite" hidden="1">
            <a:extLst>
              <a:ext uri="{FF2B5EF4-FFF2-40B4-BE49-F238E27FC236}">
                <a16:creationId xmlns:a16="http://schemas.microsoft.com/office/drawing/2014/main" id="{9A20823A-F450-4AED-A121-57216DD67FB2}"/>
              </a:ext>
            </a:extLst>
          </p:cNvPr>
          <p:cNvGrpSpPr>
            <a:grpSpLocks/>
          </p:cNvGrpSpPr>
          <p:nvPr userDrawn="1"/>
        </p:nvGrpSpPr>
        <p:grpSpPr>
          <a:xfrm>
            <a:off x="3625077" y="3245932"/>
            <a:ext cx="396228" cy="396228"/>
            <a:chOff x="5856774" y="4285094"/>
            <a:chExt cx="288000" cy="288000"/>
          </a:xfrm>
          <a:solidFill>
            <a:schemeClr val="bg1"/>
          </a:solidFill>
        </p:grpSpPr>
        <p:sp>
          <p:nvSpPr>
            <p:cNvPr id="495" name="Oval 52">
              <a:extLst>
                <a:ext uri="{FF2B5EF4-FFF2-40B4-BE49-F238E27FC236}">
                  <a16:creationId xmlns:a16="http://schemas.microsoft.com/office/drawing/2014/main" id="{17D5830D-3739-46F8-BBAB-9E6358AFE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6774" y="4285094"/>
              <a:ext cx="288000" cy="288000"/>
            </a:xfrm>
            <a:prstGeom prst="ellipse">
              <a:avLst/>
            </a:pr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6" name="Freeform 51">
              <a:extLst>
                <a:ext uri="{FF2B5EF4-FFF2-40B4-BE49-F238E27FC236}">
                  <a16:creationId xmlns:a16="http://schemas.microsoft.com/office/drawing/2014/main" id="{AE2E968F-56DB-4B61-BBC9-BCE3BA9F2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9821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97" name="ChevronBlue" hidden="1">
            <a:extLst>
              <a:ext uri="{FF2B5EF4-FFF2-40B4-BE49-F238E27FC236}">
                <a16:creationId xmlns:a16="http://schemas.microsoft.com/office/drawing/2014/main" id="{4AE2AA89-98EF-4202-B26E-A25AFCD62BA4}"/>
              </a:ext>
            </a:extLst>
          </p:cNvPr>
          <p:cNvGrpSpPr/>
          <p:nvPr userDrawn="1"/>
        </p:nvGrpSpPr>
        <p:grpSpPr>
          <a:xfrm>
            <a:off x="4677969" y="3245932"/>
            <a:ext cx="288000" cy="2366324"/>
            <a:chOff x="4677969" y="3245932"/>
            <a:chExt cx="288000" cy="2366324"/>
          </a:xfrm>
        </p:grpSpPr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1E2E238F-AD56-4762-A22C-7AFB173EEAF9}"/>
                </a:ext>
              </a:extLst>
            </p:cNvPr>
            <p:cNvCxnSpPr>
              <a:cxnSpLocks/>
            </p:cNvCxnSpPr>
            <p:nvPr/>
          </p:nvCxnSpPr>
          <p:spPr>
            <a:xfrm>
              <a:off x="4821969" y="3245932"/>
              <a:ext cx="0" cy="236632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A95F5214-EE37-4851-B406-BCB643C3D03C}"/>
                </a:ext>
              </a:extLst>
            </p:cNvPr>
            <p:cNvSpPr/>
            <p:nvPr/>
          </p:nvSpPr>
          <p:spPr>
            <a:xfrm>
              <a:off x="4761627" y="4222887"/>
              <a:ext cx="120685" cy="412415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69" name="Oval 52">
              <a:extLst>
                <a:ext uri="{FF2B5EF4-FFF2-40B4-BE49-F238E27FC236}">
                  <a16:creationId xmlns:a16="http://schemas.microsoft.com/office/drawing/2014/main" id="{62F5C4BB-77E6-4C14-BFF1-493280CE0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969" y="4285094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0" name="Freeform 51">
              <a:extLst>
                <a:ext uri="{FF2B5EF4-FFF2-40B4-BE49-F238E27FC236}">
                  <a16:creationId xmlns:a16="http://schemas.microsoft.com/office/drawing/2014/main" id="{4AD7068E-D77F-4C3D-A295-D393BB0FB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016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08" name="LineArrow" hidden="1">
            <a:extLst>
              <a:ext uri="{FF2B5EF4-FFF2-40B4-BE49-F238E27FC236}">
                <a16:creationId xmlns:a16="http://schemas.microsoft.com/office/drawing/2014/main" id="{0124A46F-FCAD-4F4A-91E4-8DD92F3D22F5}"/>
              </a:ext>
            </a:extLst>
          </p:cNvPr>
          <p:cNvGrpSpPr/>
          <p:nvPr userDrawn="1"/>
        </p:nvGrpSpPr>
        <p:grpSpPr>
          <a:xfrm rot="5400000">
            <a:off x="3266044" y="3833168"/>
            <a:ext cx="115517" cy="220533"/>
            <a:chOff x="427408" y="3815098"/>
            <a:chExt cx="312580" cy="596744"/>
          </a:xfrm>
        </p:grpSpPr>
        <p:sp>
          <p:nvSpPr>
            <p:cNvPr id="409" name="Line 56">
              <a:extLst>
                <a:ext uri="{FF2B5EF4-FFF2-40B4-BE49-F238E27FC236}">
                  <a16:creationId xmlns:a16="http://schemas.microsoft.com/office/drawing/2014/main" id="{ED21B92A-6C6B-47C5-A57E-62EA9E020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0" name="Line 57">
              <a:extLst>
                <a:ext uri="{FF2B5EF4-FFF2-40B4-BE49-F238E27FC236}">
                  <a16:creationId xmlns:a16="http://schemas.microsoft.com/office/drawing/2014/main" id="{5515D700-F4F6-479D-B24F-F1CEF531A3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1" name="Line 59">
              <a:extLst>
                <a:ext uri="{FF2B5EF4-FFF2-40B4-BE49-F238E27FC236}">
                  <a16:creationId xmlns:a16="http://schemas.microsoft.com/office/drawing/2014/main" id="{14711298-8A19-4E9D-99C9-9EA612F11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12" name="LineArrowWhite" hidden="1">
            <a:extLst>
              <a:ext uri="{FF2B5EF4-FFF2-40B4-BE49-F238E27FC236}">
                <a16:creationId xmlns:a16="http://schemas.microsoft.com/office/drawing/2014/main" id="{6196A327-D3F6-4130-AFA6-3D2EB29723BF}"/>
              </a:ext>
            </a:extLst>
          </p:cNvPr>
          <p:cNvGrpSpPr/>
          <p:nvPr userDrawn="1"/>
        </p:nvGrpSpPr>
        <p:grpSpPr>
          <a:xfrm rot="5400000">
            <a:off x="3625077" y="3745321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57A8EBA1-9795-4C02-B553-39BA611C597A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A5FCF76-A671-447E-B2CE-6832D29BDA06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15" name="Line 56">
                <a:extLst>
                  <a:ext uri="{FF2B5EF4-FFF2-40B4-BE49-F238E27FC236}">
                    <a16:creationId xmlns:a16="http://schemas.microsoft.com/office/drawing/2014/main" id="{0F85B57B-C33F-4A26-8F0E-7C9FE52B9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6" name="Line 57">
                <a:extLst>
                  <a:ext uri="{FF2B5EF4-FFF2-40B4-BE49-F238E27FC236}">
                    <a16:creationId xmlns:a16="http://schemas.microsoft.com/office/drawing/2014/main" id="{61FF35EB-0D3C-4B49-85B7-73B202B64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7" name="Line 59">
                <a:extLst>
                  <a:ext uri="{FF2B5EF4-FFF2-40B4-BE49-F238E27FC236}">
                    <a16:creationId xmlns:a16="http://schemas.microsoft.com/office/drawing/2014/main" id="{ABA825E6-D893-4500-9C8B-8B8AD01F9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18" name="LineArrowBlue" hidden="1">
            <a:extLst>
              <a:ext uri="{FF2B5EF4-FFF2-40B4-BE49-F238E27FC236}">
                <a16:creationId xmlns:a16="http://schemas.microsoft.com/office/drawing/2014/main" id="{54C013E7-3242-42AD-998E-302CC25870A5}"/>
              </a:ext>
            </a:extLst>
          </p:cNvPr>
          <p:cNvGrpSpPr/>
          <p:nvPr userDrawn="1"/>
        </p:nvGrpSpPr>
        <p:grpSpPr>
          <a:xfrm rot="5400000">
            <a:off x="4124466" y="3745320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219C1E05-0F1B-4452-B23B-EE8E39CD486F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4257B84C-50F5-4FB1-89D4-424523828643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21" name="Line 56">
                <a:extLst>
                  <a:ext uri="{FF2B5EF4-FFF2-40B4-BE49-F238E27FC236}">
                    <a16:creationId xmlns:a16="http://schemas.microsoft.com/office/drawing/2014/main" id="{D27D2571-32AE-4429-AF3C-828A7DDF7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2" name="Line 57">
                <a:extLst>
                  <a:ext uri="{FF2B5EF4-FFF2-40B4-BE49-F238E27FC236}">
                    <a16:creationId xmlns:a16="http://schemas.microsoft.com/office/drawing/2014/main" id="{4625AA99-226B-4049-8D38-1B6511BDA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3" name="Line 59">
                <a:extLst>
                  <a:ext uri="{FF2B5EF4-FFF2-40B4-BE49-F238E27FC236}">
                    <a16:creationId xmlns:a16="http://schemas.microsoft.com/office/drawing/2014/main" id="{E89D5AEA-948C-4B40-86B8-4833AD527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50" name="DoubleArrow" hidden="1">
            <a:extLst>
              <a:ext uri="{FF2B5EF4-FFF2-40B4-BE49-F238E27FC236}">
                <a16:creationId xmlns:a16="http://schemas.microsoft.com/office/drawing/2014/main" id="{D8EAE1B9-242C-4245-8ABB-55AC63A710A7}"/>
              </a:ext>
            </a:extLst>
          </p:cNvPr>
          <p:cNvGrpSpPr/>
          <p:nvPr userDrawn="1"/>
        </p:nvGrpSpPr>
        <p:grpSpPr>
          <a:xfrm>
            <a:off x="3213535" y="4385066"/>
            <a:ext cx="220534" cy="115517"/>
            <a:chOff x="3213535" y="4609576"/>
            <a:chExt cx="220534" cy="115517"/>
          </a:xfrm>
        </p:grpSpPr>
        <p:sp>
          <p:nvSpPr>
            <p:cNvPr id="444" name="Line 56">
              <a:extLst>
                <a:ext uri="{FF2B5EF4-FFF2-40B4-BE49-F238E27FC236}">
                  <a16:creationId xmlns:a16="http://schemas.microsoft.com/office/drawing/2014/main" id="{6B08453B-3826-4319-AA35-9E19BE63CF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75785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5" name="Line 57">
              <a:extLst>
                <a:ext uri="{FF2B5EF4-FFF2-40B4-BE49-F238E27FC236}">
                  <a16:creationId xmlns:a16="http://schemas.microsoft.com/office/drawing/2014/main" id="{C008B8C4-B001-4B0C-BBC1-1AB464D471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3375785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6" name="Line 59">
              <a:extLst>
                <a:ext uri="{FF2B5EF4-FFF2-40B4-BE49-F238E27FC236}">
                  <a16:creationId xmlns:a16="http://schemas.microsoft.com/office/drawing/2014/main" id="{F785F36B-C4FD-4C31-B2F4-7FC7DE534E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23802" y="4557068"/>
              <a:ext cx="0" cy="22053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7" name="Line 56">
              <a:extLst>
                <a:ext uri="{FF2B5EF4-FFF2-40B4-BE49-F238E27FC236}">
                  <a16:creationId xmlns:a16="http://schemas.microsoft.com/office/drawing/2014/main" id="{31830510-8559-448A-9B32-360B3AF05B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H="1" flipV="1">
              <a:off x="3214060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8" name="Line 57">
              <a:extLst>
                <a:ext uri="{FF2B5EF4-FFF2-40B4-BE49-F238E27FC236}">
                  <a16:creationId xmlns:a16="http://schemas.microsoft.com/office/drawing/2014/main" id="{4AF49A31-9252-4ED3-9E98-E38D877801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V="1">
              <a:off x="3214060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63" name="DoubleArrowWhite" hidden="1">
            <a:extLst>
              <a:ext uri="{FF2B5EF4-FFF2-40B4-BE49-F238E27FC236}">
                <a16:creationId xmlns:a16="http://schemas.microsoft.com/office/drawing/2014/main" id="{3ABE37EC-79A3-4E2F-8210-54E8CDD37B4C}"/>
              </a:ext>
            </a:extLst>
          </p:cNvPr>
          <p:cNvGrpSpPr/>
          <p:nvPr userDrawn="1"/>
        </p:nvGrpSpPr>
        <p:grpSpPr>
          <a:xfrm>
            <a:off x="3625077" y="4244710"/>
            <a:ext cx="396228" cy="396228"/>
            <a:chOff x="3625077" y="4244710"/>
            <a:chExt cx="396228" cy="396228"/>
          </a:xfrm>
          <a:solidFill>
            <a:schemeClr val="bg1"/>
          </a:solidFill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5918518C-8900-4C64-A92E-B5603F230788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3625077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866C5881-5153-4E21-B013-5A516E184B2C}"/>
                </a:ext>
              </a:extLst>
            </p:cNvPr>
            <p:cNvGrpSpPr/>
            <p:nvPr userDrawn="1"/>
          </p:nvGrpSpPr>
          <p:grpSpPr>
            <a:xfrm>
              <a:off x="3712924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2" name="Line 56">
                <a:extLst>
                  <a:ext uri="{FF2B5EF4-FFF2-40B4-BE49-F238E27FC236}">
                    <a16:creationId xmlns:a16="http://schemas.microsoft.com/office/drawing/2014/main" id="{649C447E-3E71-4C7C-A62B-27CF3B2B1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3" name="Line 57">
                <a:extLst>
                  <a:ext uri="{FF2B5EF4-FFF2-40B4-BE49-F238E27FC236}">
                    <a16:creationId xmlns:a16="http://schemas.microsoft.com/office/drawing/2014/main" id="{64110E85-1561-4EDC-9916-6748492DE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4" name="Line 59">
                <a:extLst>
                  <a:ext uri="{FF2B5EF4-FFF2-40B4-BE49-F238E27FC236}">
                    <a16:creationId xmlns:a16="http://schemas.microsoft.com/office/drawing/2014/main" id="{D39A4010-FEDF-4E0E-8492-0716F35E1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5" name="Line 56">
                <a:extLst>
                  <a:ext uri="{FF2B5EF4-FFF2-40B4-BE49-F238E27FC236}">
                    <a16:creationId xmlns:a16="http://schemas.microsoft.com/office/drawing/2014/main" id="{4A7A158C-0EFE-4D40-9C07-A8EE811D3F4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6" name="Line 57">
                <a:extLst>
                  <a:ext uri="{FF2B5EF4-FFF2-40B4-BE49-F238E27FC236}">
                    <a16:creationId xmlns:a16="http://schemas.microsoft.com/office/drawing/2014/main" id="{7ED0904F-5940-4C51-A8C9-3314718035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64" name="DoubleArrowBlue" hidden="1">
            <a:extLst>
              <a:ext uri="{FF2B5EF4-FFF2-40B4-BE49-F238E27FC236}">
                <a16:creationId xmlns:a16="http://schemas.microsoft.com/office/drawing/2014/main" id="{7E1DFD1E-758C-428A-9BB9-52845C1B80B4}"/>
              </a:ext>
            </a:extLst>
          </p:cNvPr>
          <p:cNvGrpSpPr/>
          <p:nvPr userDrawn="1"/>
        </p:nvGrpSpPr>
        <p:grpSpPr>
          <a:xfrm>
            <a:off x="4124466" y="4244710"/>
            <a:ext cx="396228" cy="396228"/>
            <a:chOff x="4124466" y="4244710"/>
            <a:chExt cx="396228" cy="396228"/>
          </a:xfrm>
          <a:solidFill>
            <a:schemeClr val="tx1"/>
          </a:solidFill>
        </p:grpSpPr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D43B777C-52CC-4D48-9B90-07F1C161A495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4124466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7" name="Group 456">
              <a:extLst>
                <a:ext uri="{FF2B5EF4-FFF2-40B4-BE49-F238E27FC236}">
                  <a16:creationId xmlns:a16="http://schemas.microsoft.com/office/drawing/2014/main" id="{890EED57-E244-4781-993F-B5407609B370}"/>
                </a:ext>
              </a:extLst>
            </p:cNvPr>
            <p:cNvGrpSpPr/>
            <p:nvPr userDrawn="1"/>
          </p:nvGrpSpPr>
          <p:grpSpPr>
            <a:xfrm>
              <a:off x="4212313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8" name="Line 56">
                <a:extLst>
                  <a:ext uri="{FF2B5EF4-FFF2-40B4-BE49-F238E27FC236}">
                    <a16:creationId xmlns:a16="http://schemas.microsoft.com/office/drawing/2014/main" id="{01DE3768-0293-42BF-AAE5-490E41665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9" name="Line 57">
                <a:extLst>
                  <a:ext uri="{FF2B5EF4-FFF2-40B4-BE49-F238E27FC236}">
                    <a16:creationId xmlns:a16="http://schemas.microsoft.com/office/drawing/2014/main" id="{C8C5CC6F-6445-44D1-A181-D4AFAD318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0" name="Line 59">
                <a:extLst>
                  <a:ext uri="{FF2B5EF4-FFF2-40B4-BE49-F238E27FC236}">
                    <a16:creationId xmlns:a16="http://schemas.microsoft.com/office/drawing/2014/main" id="{63C1F4BE-D7B0-47D3-A517-BEF3087A1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1" name="Line 56">
                <a:extLst>
                  <a:ext uri="{FF2B5EF4-FFF2-40B4-BE49-F238E27FC236}">
                    <a16:creationId xmlns:a16="http://schemas.microsoft.com/office/drawing/2014/main" id="{203302A7-6AA1-42F7-8851-43C88E5B820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2" name="Line 57">
                <a:extLst>
                  <a:ext uri="{FF2B5EF4-FFF2-40B4-BE49-F238E27FC236}">
                    <a16:creationId xmlns:a16="http://schemas.microsoft.com/office/drawing/2014/main" id="{4A80DF25-09D9-441D-B372-771EB84392F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33" name="PlusSign" hidden="1">
            <a:extLst>
              <a:ext uri="{FF2B5EF4-FFF2-40B4-BE49-F238E27FC236}">
                <a16:creationId xmlns:a16="http://schemas.microsoft.com/office/drawing/2014/main" id="{4549EAC5-AA56-4BE0-AD79-CDF901320BAB}"/>
              </a:ext>
            </a:extLst>
          </p:cNvPr>
          <p:cNvGrpSpPr/>
          <p:nvPr userDrawn="1"/>
        </p:nvGrpSpPr>
        <p:grpSpPr>
          <a:xfrm>
            <a:off x="7194634" y="3340361"/>
            <a:ext cx="211076" cy="207370"/>
            <a:chOff x="9884922" y="4691051"/>
            <a:chExt cx="211076" cy="207370"/>
          </a:xfrm>
        </p:grpSpPr>
        <p:sp>
          <p:nvSpPr>
            <p:cNvPr id="534" name="Line 41">
              <a:extLst>
                <a:ext uri="{FF2B5EF4-FFF2-40B4-BE49-F238E27FC236}">
                  <a16:creationId xmlns:a16="http://schemas.microsoft.com/office/drawing/2014/main" id="{C0219510-C9F5-4442-B9D9-FEB0C6183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90460" y="4691051"/>
              <a:ext cx="0" cy="20737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5" name="Line 42">
              <a:extLst>
                <a:ext uri="{FF2B5EF4-FFF2-40B4-BE49-F238E27FC236}">
                  <a16:creationId xmlns:a16="http://schemas.microsoft.com/office/drawing/2014/main" id="{C9858D1D-0885-4A41-AF89-065DCD55A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922" y="4794736"/>
              <a:ext cx="211076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4" name="PlusSignWhite" hidden="1">
            <a:extLst>
              <a:ext uri="{FF2B5EF4-FFF2-40B4-BE49-F238E27FC236}">
                <a16:creationId xmlns:a16="http://schemas.microsoft.com/office/drawing/2014/main" id="{CF89EC44-08F5-45A1-89B2-F388346DC997}"/>
              </a:ext>
            </a:extLst>
          </p:cNvPr>
          <p:cNvGrpSpPr/>
          <p:nvPr userDrawn="1"/>
        </p:nvGrpSpPr>
        <p:grpSpPr>
          <a:xfrm>
            <a:off x="7601447" y="3245932"/>
            <a:ext cx="396228" cy="396228"/>
            <a:chOff x="7601447" y="3245932"/>
            <a:chExt cx="396228" cy="396228"/>
          </a:xfrm>
          <a:solidFill>
            <a:schemeClr val="bg1"/>
          </a:solidFill>
        </p:grpSpPr>
        <p:sp>
          <p:nvSpPr>
            <p:cNvPr id="500" name="Oval 499">
              <a:extLst>
                <a:ext uri="{FF2B5EF4-FFF2-40B4-BE49-F238E27FC236}">
                  <a16:creationId xmlns:a16="http://schemas.microsoft.com/office/drawing/2014/main" id="{1253B479-0F8F-4409-8F5F-CC7C55B8D8B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8B2BAD3B-1973-4E5B-833D-94CF707C2677}"/>
                </a:ext>
              </a:extLst>
            </p:cNvPr>
            <p:cNvGrpSpPr/>
            <p:nvPr userDrawn="1"/>
          </p:nvGrpSpPr>
          <p:grpSpPr>
            <a:xfrm>
              <a:off x="7694023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281" name="Line 41">
                <a:extLst>
                  <a:ext uri="{FF2B5EF4-FFF2-40B4-BE49-F238E27FC236}">
                    <a16:creationId xmlns:a16="http://schemas.microsoft.com/office/drawing/2014/main" id="{74DC9063-F6CF-430D-B845-F4F3EA557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82" name="Line 42">
                <a:extLst>
                  <a:ext uri="{FF2B5EF4-FFF2-40B4-BE49-F238E27FC236}">
                    <a16:creationId xmlns:a16="http://schemas.microsoft.com/office/drawing/2014/main" id="{BFB31165-3C17-4F97-8D1B-5ABFE1579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5" name="PlusSignBlue" hidden="1">
            <a:extLst>
              <a:ext uri="{FF2B5EF4-FFF2-40B4-BE49-F238E27FC236}">
                <a16:creationId xmlns:a16="http://schemas.microsoft.com/office/drawing/2014/main" id="{0BCEA5A7-1BB1-473A-8A99-6200AC101E29}"/>
              </a:ext>
            </a:extLst>
          </p:cNvPr>
          <p:cNvGrpSpPr/>
          <p:nvPr userDrawn="1"/>
        </p:nvGrpSpPr>
        <p:grpSpPr>
          <a:xfrm>
            <a:off x="8100836" y="3245932"/>
            <a:ext cx="396228" cy="396228"/>
            <a:chOff x="8100836" y="3245932"/>
            <a:chExt cx="396228" cy="396228"/>
          </a:xfrm>
          <a:solidFill>
            <a:schemeClr val="accent2"/>
          </a:solidFill>
        </p:grpSpPr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E8FDED5E-218F-4C40-945B-37C1CDC2D20A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A85E6A96-C09A-4086-B990-56A83AB24FB7}"/>
                </a:ext>
              </a:extLst>
            </p:cNvPr>
            <p:cNvGrpSpPr/>
            <p:nvPr userDrawn="1"/>
          </p:nvGrpSpPr>
          <p:grpSpPr>
            <a:xfrm>
              <a:off x="8193412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545" name="Line 41">
                <a:extLst>
                  <a:ext uri="{FF2B5EF4-FFF2-40B4-BE49-F238E27FC236}">
                    <a16:creationId xmlns:a16="http://schemas.microsoft.com/office/drawing/2014/main" id="{4E697264-B730-4939-89A1-01BC954E5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46" name="Line 42">
                <a:extLst>
                  <a:ext uri="{FF2B5EF4-FFF2-40B4-BE49-F238E27FC236}">
                    <a16:creationId xmlns:a16="http://schemas.microsoft.com/office/drawing/2014/main" id="{B8209229-F20E-47FC-BABC-7F856BE32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8" name="DivisionSign" hidden="1">
            <a:extLst>
              <a:ext uri="{FF2B5EF4-FFF2-40B4-BE49-F238E27FC236}">
                <a16:creationId xmlns:a16="http://schemas.microsoft.com/office/drawing/2014/main" id="{127E2593-2CF1-47BB-87D4-D3FC929C3BBC}"/>
              </a:ext>
            </a:extLst>
          </p:cNvPr>
          <p:cNvGrpSpPr/>
          <p:nvPr userDrawn="1"/>
        </p:nvGrpSpPr>
        <p:grpSpPr>
          <a:xfrm>
            <a:off x="7220556" y="3877065"/>
            <a:ext cx="159233" cy="132738"/>
            <a:chOff x="7220556" y="3877065"/>
            <a:chExt cx="159233" cy="132738"/>
          </a:xfrm>
        </p:grpSpPr>
        <p:sp>
          <p:nvSpPr>
            <p:cNvPr id="537" name="Line 44">
              <a:extLst>
                <a:ext uri="{FF2B5EF4-FFF2-40B4-BE49-F238E27FC236}">
                  <a16:creationId xmlns:a16="http://schemas.microsoft.com/office/drawing/2014/main" id="{040A4712-9EAE-49E5-922B-013C3B22F32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20556" y="3943435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8" name="Line 44">
              <a:extLst>
                <a:ext uri="{FF2B5EF4-FFF2-40B4-BE49-F238E27FC236}">
                  <a16:creationId xmlns:a16="http://schemas.microsoft.com/office/drawing/2014/main" id="{AA48AB3A-827F-4662-B02D-055FBFC78EC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3877065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9" name="Line 44">
              <a:extLst>
                <a:ext uri="{FF2B5EF4-FFF2-40B4-BE49-F238E27FC236}">
                  <a16:creationId xmlns:a16="http://schemas.microsoft.com/office/drawing/2014/main" id="{E18D6863-804B-4B57-B232-BA5927AACBF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4009803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7" name="DivisionSignWhite" hidden="1">
            <a:extLst>
              <a:ext uri="{FF2B5EF4-FFF2-40B4-BE49-F238E27FC236}">
                <a16:creationId xmlns:a16="http://schemas.microsoft.com/office/drawing/2014/main" id="{2B9FFF55-19BA-4480-98EE-9D61D3BA8D1B}"/>
              </a:ext>
            </a:extLst>
          </p:cNvPr>
          <p:cNvGrpSpPr/>
          <p:nvPr userDrawn="1"/>
        </p:nvGrpSpPr>
        <p:grpSpPr>
          <a:xfrm>
            <a:off x="7601447" y="3745320"/>
            <a:ext cx="396228" cy="396228"/>
            <a:chOff x="7601447" y="3745320"/>
            <a:chExt cx="396228" cy="396228"/>
          </a:xfrm>
          <a:solidFill>
            <a:schemeClr val="bg1"/>
          </a:solidFill>
        </p:grpSpPr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EA760D56-5081-4757-BA3E-CD6AD6829783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85" name="Line 44">
              <a:extLst>
                <a:ext uri="{FF2B5EF4-FFF2-40B4-BE49-F238E27FC236}">
                  <a16:creationId xmlns:a16="http://schemas.microsoft.com/office/drawing/2014/main" id="{4B1F19ED-9100-46F3-91B0-EA130A77B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6" name="Line 44">
              <a:extLst>
                <a:ext uri="{FF2B5EF4-FFF2-40B4-BE49-F238E27FC236}">
                  <a16:creationId xmlns:a16="http://schemas.microsoft.com/office/drawing/2014/main" id="{4B170E92-24B4-4E04-8132-07F94FE9E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4BEADD6-EFA5-4FC3-8BCE-8C7907766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" name="DivisionSignBlue" hidden="1">
            <a:extLst>
              <a:ext uri="{FF2B5EF4-FFF2-40B4-BE49-F238E27FC236}">
                <a16:creationId xmlns:a16="http://schemas.microsoft.com/office/drawing/2014/main" id="{5E62F941-8334-4B00-BABF-BDA2353532DA}"/>
              </a:ext>
            </a:extLst>
          </p:cNvPr>
          <p:cNvGrpSpPr/>
          <p:nvPr userDrawn="1"/>
        </p:nvGrpSpPr>
        <p:grpSpPr>
          <a:xfrm>
            <a:off x="8100836" y="3745320"/>
            <a:ext cx="396228" cy="396228"/>
            <a:chOff x="8100836" y="3745320"/>
            <a:chExt cx="396228" cy="396228"/>
          </a:xfrm>
          <a:solidFill>
            <a:schemeClr val="accent2"/>
          </a:solidFill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5E9DF3EF-B779-4E19-BA1D-FD1EC42723CF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8" name="Line 44">
              <a:extLst>
                <a:ext uri="{FF2B5EF4-FFF2-40B4-BE49-F238E27FC236}">
                  <a16:creationId xmlns:a16="http://schemas.microsoft.com/office/drawing/2014/main" id="{A7125CCC-6317-44EF-A6E0-47A36E1D4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334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9" name="Line 44">
              <a:extLst>
                <a:ext uri="{FF2B5EF4-FFF2-40B4-BE49-F238E27FC236}">
                  <a16:creationId xmlns:a16="http://schemas.microsoft.com/office/drawing/2014/main" id="{D892180A-815A-4E7C-AE22-FCAD7499E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0" name="Line 44">
              <a:extLst>
                <a:ext uri="{FF2B5EF4-FFF2-40B4-BE49-F238E27FC236}">
                  <a16:creationId xmlns:a16="http://schemas.microsoft.com/office/drawing/2014/main" id="{2E4398B0-02DF-47CC-BA42-8D8A997DE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40" name="EqualSign" hidden="1">
            <a:extLst>
              <a:ext uri="{FF2B5EF4-FFF2-40B4-BE49-F238E27FC236}">
                <a16:creationId xmlns:a16="http://schemas.microsoft.com/office/drawing/2014/main" id="{8FACBB98-73B7-47FC-BE9E-7D52815FDBB5}"/>
              </a:ext>
            </a:extLst>
          </p:cNvPr>
          <p:cNvGrpSpPr/>
          <p:nvPr userDrawn="1"/>
        </p:nvGrpSpPr>
        <p:grpSpPr>
          <a:xfrm>
            <a:off x="7220556" y="4909028"/>
            <a:ext cx="159233" cy="66370"/>
            <a:chOff x="10052352" y="5798217"/>
            <a:chExt cx="159233" cy="66370"/>
          </a:xfrm>
        </p:grpSpPr>
        <p:sp>
          <p:nvSpPr>
            <p:cNvPr id="541" name="Line 44">
              <a:extLst>
                <a:ext uri="{FF2B5EF4-FFF2-40B4-BE49-F238E27FC236}">
                  <a16:creationId xmlns:a16="http://schemas.microsoft.com/office/drawing/2014/main" id="{FBDD8AB6-8E3C-4502-993F-7E4041311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86458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" name="Line 44">
              <a:extLst>
                <a:ext uri="{FF2B5EF4-FFF2-40B4-BE49-F238E27FC236}">
                  <a16:creationId xmlns:a16="http://schemas.microsoft.com/office/drawing/2014/main" id="{B28F13C5-BAC8-41D7-AE60-F221BACC9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79821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60" name="EqualSignWhite" hidden="1">
            <a:extLst>
              <a:ext uri="{FF2B5EF4-FFF2-40B4-BE49-F238E27FC236}">
                <a16:creationId xmlns:a16="http://schemas.microsoft.com/office/drawing/2014/main" id="{A5B0BC82-9180-4E42-A533-1C6E03F58E20}"/>
              </a:ext>
            </a:extLst>
          </p:cNvPr>
          <p:cNvGrpSpPr/>
          <p:nvPr userDrawn="1"/>
        </p:nvGrpSpPr>
        <p:grpSpPr>
          <a:xfrm>
            <a:off x="7601447" y="4744099"/>
            <a:ext cx="396228" cy="396228"/>
            <a:chOff x="7601447" y="4744099"/>
            <a:chExt cx="396228" cy="396228"/>
          </a:xfrm>
          <a:solidFill>
            <a:schemeClr val="bg1"/>
          </a:solidFill>
        </p:grpSpPr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C074CE03-7491-43AF-88DD-7C37B3EBA77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F9EFC8D0-E234-40B0-91B9-9B3BC0FB890A}"/>
                </a:ext>
              </a:extLst>
            </p:cNvPr>
            <p:cNvGrpSpPr/>
            <p:nvPr userDrawn="1"/>
          </p:nvGrpSpPr>
          <p:grpSpPr>
            <a:xfrm>
              <a:off x="7719945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294" name="Line 44">
                <a:extLst>
                  <a:ext uri="{FF2B5EF4-FFF2-40B4-BE49-F238E27FC236}">
                    <a16:creationId xmlns:a16="http://schemas.microsoft.com/office/drawing/2014/main" id="{F0F2B96D-E390-45E2-B380-D8F593FD0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5" name="Line 44">
                <a:extLst>
                  <a:ext uri="{FF2B5EF4-FFF2-40B4-BE49-F238E27FC236}">
                    <a16:creationId xmlns:a16="http://schemas.microsoft.com/office/drawing/2014/main" id="{1949A518-178C-4A27-8258-7B1BAD8005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8" name="EqualSignBlue" hidden="1">
            <a:extLst>
              <a:ext uri="{FF2B5EF4-FFF2-40B4-BE49-F238E27FC236}">
                <a16:creationId xmlns:a16="http://schemas.microsoft.com/office/drawing/2014/main" id="{4084A8A2-730B-4CB4-BD6D-9C34AAB07CDD}"/>
              </a:ext>
            </a:extLst>
          </p:cNvPr>
          <p:cNvGrpSpPr/>
          <p:nvPr userDrawn="1"/>
        </p:nvGrpSpPr>
        <p:grpSpPr>
          <a:xfrm>
            <a:off x="8100836" y="4744099"/>
            <a:ext cx="396228" cy="396228"/>
            <a:chOff x="8100836" y="4744099"/>
            <a:chExt cx="396228" cy="396228"/>
          </a:xfrm>
          <a:solidFill>
            <a:schemeClr val="accent2"/>
          </a:solidFill>
        </p:grpSpPr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B1F8505F-6C4F-44DD-90E8-CE2EE23BC40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51" name="Group 550">
              <a:extLst>
                <a:ext uri="{FF2B5EF4-FFF2-40B4-BE49-F238E27FC236}">
                  <a16:creationId xmlns:a16="http://schemas.microsoft.com/office/drawing/2014/main" id="{A386F1C4-358C-4112-9940-F244183FD730}"/>
                </a:ext>
              </a:extLst>
            </p:cNvPr>
            <p:cNvGrpSpPr/>
            <p:nvPr userDrawn="1"/>
          </p:nvGrpSpPr>
          <p:grpSpPr>
            <a:xfrm>
              <a:off x="8219334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552" name="Line 44">
                <a:extLst>
                  <a:ext uri="{FF2B5EF4-FFF2-40B4-BE49-F238E27FC236}">
                    <a16:creationId xmlns:a16="http://schemas.microsoft.com/office/drawing/2014/main" id="{BC994C33-9755-4465-BAC3-8345CE3DA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53" name="Line 44">
                <a:extLst>
                  <a:ext uri="{FF2B5EF4-FFF2-40B4-BE49-F238E27FC236}">
                    <a16:creationId xmlns:a16="http://schemas.microsoft.com/office/drawing/2014/main" id="{987FB51E-5838-4460-B101-9C7951D03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532" name="MinusSign" hidden="1">
            <a:extLst>
              <a:ext uri="{FF2B5EF4-FFF2-40B4-BE49-F238E27FC236}">
                <a16:creationId xmlns:a16="http://schemas.microsoft.com/office/drawing/2014/main" id="{DE06822A-4668-4996-86BA-956CB6CECE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220556" y="5441602"/>
            <a:ext cx="159233" cy="0"/>
          </a:xfrm>
          <a:prstGeom prst="line">
            <a:avLst/>
          </a:prstGeom>
          <a:solidFill>
            <a:schemeClr val="accent3"/>
          </a:solidFill>
          <a:ln w="6350" cap="rnd">
            <a:solidFill>
              <a:schemeClr val="accent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561" name="MinusSignWhite" hidden="1">
            <a:extLst>
              <a:ext uri="{FF2B5EF4-FFF2-40B4-BE49-F238E27FC236}">
                <a16:creationId xmlns:a16="http://schemas.microsoft.com/office/drawing/2014/main" id="{F7DA4D8C-36F2-49B8-B973-DDAFC645E476}"/>
              </a:ext>
            </a:extLst>
          </p:cNvPr>
          <p:cNvGrpSpPr/>
          <p:nvPr userDrawn="1"/>
        </p:nvGrpSpPr>
        <p:grpSpPr>
          <a:xfrm>
            <a:off x="7601447" y="5243488"/>
            <a:ext cx="396228" cy="396228"/>
            <a:chOff x="7601447" y="5243488"/>
            <a:chExt cx="396228" cy="396228"/>
          </a:xfrm>
          <a:solidFill>
            <a:schemeClr val="bg1"/>
          </a:solidFill>
        </p:grpSpPr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1BF6B12B-AED2-4C2F-ABCB-B2646C4D4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78" name="Line 44">
              <a:extLst>
                <a:ext uri="{FF2B5EF4-FFF2-40B4-BE49-F238E27FC236}">
                  <a16:creationId xmlns:a16="http://schemas.microsoft.com/office/drawing/2014/main" id="{BAEC7FD7-DCD6-42D2-AFFF-22420FF74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9" name="MinusSignBlue" hidden="1">
            <a:extLst>
              <a:ext uri="{FF2B5EF4-FFF2-40B4-BE49-F238E27FC236}">
                <a16:creationId xmlns:a16="http://schemas.microsoft.com/office/drawing/2014/main" id="{91F13460-73AA-4435-9D7C-4308BD46CC49}"/>
              </a:ext>
            </a:extLst>
          </p:cNvPr>
          <p:cNvGrpSpPr/>
          <p:nvPr userDrawn="1"/>
        </p:nvGrpSpPr>
        <p:grpSpPr>
          <a:xfrm>
            <a:off x="8100836" y="5243488"/>
            <a:ext cx="396228" cy="396228"/>
            <a:chOff x="8100836" y="5243488"/>
            <a:chExt cx="396228" cy="396228"/>
          </a:xfrm>
          <a:solidFill>
            <a:schemeClr val="accent2"/>
          </a:solidFill>
        </p:grpSpPr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361919CD-6F79-4579-9EA9-C35DC186131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3" name="Line 44">
              <a:extLst>
                <a:ext uri="{FF2B5EF4-FFF2-40B4-BE49-F238E27FC236}">
                  <a16:creationId xmlns:a16="http://schemas.microsoft.com/office/drawing/2014/main" id="{245FAA86-00FC-4C71-8721-59C67DAB0EB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219334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7" name="Asterisk" hidden="1">
            <a:extLst>
              <a:ext uri="{FF2B5EF4-FFF2-40B4-BE49-F238E27FC236}">
                <a16:creationId xmlns:a16="http://schemas.microsoft.com/office/drawing/2014/main" id="{91AF7B05-5D0E-4617-9BCF-EDAAA44A450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70797" y="3817434"/>
            <a:ext cx="252000" cy="252000"/>
            <a:chOff x="4615598" y="8751036"/>
            <a:chExt cx="360000" cy="360000"/>
          </a:xfrm>
          <a:solidFill>
            <a:schemeClr val="accent2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15B22C-899F-4EF1-835C-22637613B9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07744C2D-AB2B-47CD-B7F3-FAA6646DA7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0F8C6304-E54B-4868-8A58-04F035562A9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4277E7C9-4451-4291-9CD3-43D72ECF6EF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AsteriskWhite" hidden="1">
            <a:extLst>
              <a:ext uri="{FF2B5EF4-FFF2-40B4-BE49-F238E27FC236}">
                <a16:creationId xmlns:a16="http://schemas.microsoft.com/office/drawing/2014/main" id="{2359EEEB-EDE0-42E9-AE4E-4905181B4C02}"/>
              </a:ext>
            </a:extLst>
          </p:cNvPr>
          <p:cNvGrpSpPr/>
          <p:nvPr userDrawn="1"/>
        </p:nvGrpSpPr>
        <p:grpSpPr>
          <a:xfrm>
            <a:off x="5998072" y="3745320"/>
            <a:ext cx="396228" cy="396228"/>
            <a:chOff x="5998072" y="3745320"/>
            <a:chExt cx="396228" cy="396228"/>
          </a:xfrm>
          <a:solidFill>
            <a:schemeClr val="bg1"/>
          </a:solidFill>
        </p:grpSpPr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6D8EFC5F-6F2A-420C-930C-58BE9326AA09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79282164-8339-4054-8C1D-AAF5C1CD0E4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70186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BFF3B25A-F787-4B97-886D-2BC4AFF04D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2977569C-37BB-4E57-8166-E21C637BE7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C98D1B4C-A909-4C4B-BF70-294A9E1AF9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5DD1F894-22D5-4806-B1E3-0710D905B1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AsteriskBlue" hidden="1">
            <a:extLst>
              <a:ext uri="{FF2B5EF4-FFF2-40B4-BE49-F238E27FC236}">
                <a16:creationId xmlns:a16="http://schemas.microsoft.com/office/drawing/2014/main" id="{A958E321-8D14-476D-BA45-D31EB422D889}"/>
              </a:ext>
            </a:extLst>
          </p:cNvPr>
          <p:cNvGrpSpPr/>
          <p:nvPr userDrawn="1"/>
        </p:nvGrpSpPr>
        <p:grpSpPr>
          <a:xfrm>
            <a:off x="6497461" y="3745320"/>
            <a:ext cx="396228" cy="396228"/>
            <a:chOff x="6497461" y="3745320"/>
            <a:chExt cx="396228" cy="396228"/>
          </a:xfrm>
          <a:solidFill>
            <a:schemeClr val="accent1"/>
          </a:solidFill>
        </p:grpSpPr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9EBE7062-1F2B-4D34-AF3D-ECBD9A0F870E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3745320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6" name="Group 425">
              <a:extLst>
                <a:ext uri="{FF2B5EF4-FFF2-40B4-BE49-F238E27FC236}">
                  <a16:creationId xmlns:a16="http://schemas.microsoft.com/office/drawing/2014/main" id="{B3F4CA77-10F2-4E33-A4F1-BE1EF7A85D9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69575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27" name="Straight Connector 426">
                <a:extLst>
                  <a:ext uri="{FF2B5EF4-FFF2-40B4-BE49-F238E27FC236}">
                    <a16:creationId xmlns:a16="http://schemas.microsoft.com/office/drawing/2014/main" id="{52F87DBC-B2BF-482D-941B-E8E938CE58B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427">
                <a:extLst>
                  <a:ext uri="{FF2B5EF4-FFF2-40B4-BE49-F238E27FC236}">
                    <a16:creationId xmlns:a16="http://schemas.microsoft.com/office/drawing/2014/main" id="{7EC6B4FF-6100-42F6-B18B-CD04F7445A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A780AD65-6D81-4E6F-A7F2-EF456D8E18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75FF65FA-96A3-4EBA-97A4-EA00F1BF77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QuotationMarks" hidden="1">
            <a:extLst>
              <a:ext uri="{FF2B5EF4-FFF2-40B4-BE49-F238E27FC236}">
                <a16:creationId xmlns:a16="http://schemas.microsoft.com/office/drawing/2014/main" id="{8939EC80-B353-4EBC-9343-27DB960B0C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52390" y="4868069"/>
            <a:ext cx="288816" cy="148288"/>
            <a:chOff x="5223110" y="5455799"/>
            <a:chExt cx="377575" cy="193859"/>
          </a:xfrm>
          <a:solidFill>
            <a:schemeClr val="accent1"/>
          </a:solidFill>
        </p:grpSpPr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1B794894-2187-4A03-94CE-07DF50AFC2CE}"/>
                </a:ext>
              </a:extLst>
            </p:cNvPr>
            <p:cNvGrpSpPr/>
            <p:nvPr userDrawn="1"/>
          </p:nvGrpSpPr>
          <p:grpSpPr>
            <a:xfrm>
              <a:off x="5223110" y="5455799"/>
              <a:ext cx="171228" cy="95155"/>
              <a:chOff x="3128963" y="4700588"/>
              <a:chExt cx="1068387" cy="593725"/>
            </a:xfrm>
            <a:grpFill/>
          </p:grpSpPr>
          <p:sp>
            <p:nvSpPr>
              <p:cNvPr id="269" name="Freeform 12">
                <a:extLst>
                  <a:ext uri="{FF2B5EF4-FFF2-40B4-BE49-F238E27FC236}">
                    <a16:creationId xmlns:a16="http://schemas.microsoft.com/office/drawing/2014/main" id="{54D57132-C44E-4020-9EE5-4B77AA658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925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13">
                <a:extLst>
                  <a:ext uri="{FF2B5EF4-FFF2-40B4-BE49-F238E27FC236}">
                    <a16:creationId xmlns:a16="http://schemas.microsoft.com/office/drawing/2014/main" id="{DDDB8164-7220-4AEC-910F-B8C0D16D0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963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1722420D-6BB8-4B94-8B0F-A8A5A3E2025B}"/>
                </a:ext>
              </a:extLst>
            </p:cNvPr>
            <p:cNvGrpSpPr/>
            <p:nvPr userDrawn="1"/>
          </p:nvGrpSpPr>
          <p:grpSpPr>
            <a:xfrm>
              <a:off x="5429457" y="5554503"/>
              <a:ext cx="171228" cy="95155"/>
              <a:chOff x="4941888" y="5127625"/>
              <a:chExt cx="1068387" cy="593725"/>
            </a:xfrm>
            <a:grpFill/>
          </p:grpSpPr>
          <p:sp>
            <p:nvSpPr>
              <p:cNvPr id="274" name="Freeform 14">
                <a:extLst>
                  <a:ext uri="{FF2B5EF4-FFF2-40B4-BE49-F238E27FC236}">
                    <a16:creationId xmlns:a16="http://schemas.microsoft.com/office/drawing/2014/main" id="{F8AE064C-4840-4D24-A05F-19D8BA77E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1888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15">
                <a:extLst>
                  <a:ext uri="{FF2B5EF4-FFF2-40B4-BE49-F238E27FC236}">
                    <a16:creationId xmlns:a16="http://schemas.microsoft.com/office/drawing/2014/main" id="{C4FEB4BE-C09E-4C4E-B7D0-9A0716292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0850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2" name="QuotationMarksWhite" hidden="1">
            <a:extLst>
              <a:ext uri="{FF2B5EF4-FFF2-40B4-BE49-F238E27FC236}">
                <a16:creationId xmlns:a16="http://schemas.microsoft.com/office/drawing/2014/main" id="{EDDEE52E-DC3C-4D5A-8E19-06C354CFE27F}"/>
              </a:ext>
            </a:extLst>
          </p:cNvPr>
          <p:cNvGrpSpPr/>
          <p:nvPr userDrawn="1"/>
        </p:nvGrpSpPr>
        <p:grpSpPr>
          <a:xfrm>
            <a:off x="5998072" y="4744099"/>
            <a:ext cx="396228" cy="396228"/>
            <a:chOff x="5998072" y="5988699"/>
            <a:chExt cx="396228" cy="396228"/>
          </a:xfrm>
          <a:solidFill>
            <a:schemeClr val="accent1"/>
          </a:solidFill>
        </p:grpSpPr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5C5C4DC1-12D8-4A58-9AB8-3EAE82223AA2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5988699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799C01D1-BB09-48C9-8ACD-92C9EC662173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51778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070882FD-1DCB-4A6E-A0DF-761D78B88145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18" name="Freeform 12">
                  <a:extLst>
                    <a:ext uri="{FF2B5EF4-FFF2-40B4-BE49-F238E27FC236}">
                      <a16:creationId xmlns:a16="http://schemas.microsoft.com/office/drawing/2014/main" id="{EBF04BDB-818E-4273-9C39-CCCC49E71C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9" name="Freeform 13">
                  <a:extLst>
                    <a:ext uri="{FF2B5EF4-FFF2-40B4-BE49-F238E27FC236}">
                      <a16:creationId xmlns:a16="http://schemas.microsoft.com/office/drawing/2014/main" id="{DAE6122D-D410-432E-B7F4-622CFA9704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95510E0B-1BD4-48B4-B8F5-FF97796C8C45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16" name="Freeform 14">
                  <a:extLst>
                    <a:ext uri="{FF2B5EF4-FFF2-40B4-BE49-F238E27FC236}">
                      <a16:creationId xmlns:a16="http://schemas.microsoft.com/office/drawing/2014/main" id="{5B7B918F-7300-4BCE-A794-69B5FCD53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7" name="Freeform 15">
                  <a:extLst>
                    <a:ext uri="{FF2B5EF4-FFF2-40B4-BE49-F238E27FC236}">
                      <a16:creationId xmlns:a16="http://schemas.microsoft.com/office/drawing/2014/main" id="{7CEC0223-E431-40BA-91CF-225B0970E1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9" name="QuotationMarksBlue" hidden="1">
            <a:extLst>
              <a:ext uri="{FF2B5EF4-FFF2-40B4-BE49-F238E27FC236}">
                <a16:creationId xmlns:a16="http://schemas.microsoft.com/office/drawing/2014/main" id="{1245C9B3-33CB-4A34-BF5F-5D46BAD3DCA3}"/>
              </a:ext>
            </a:extLst>
          </p:cNvPr>
          <p:cNvGrpSpPr/>
          <p:nvPr userDrawn="1"/>
        </p:nvGrpSpPr>
        <p:grpSpPr>
          <a:xfrm>
            <a:off x="6497461" y="4744099"/>
            <a:ext cx="396228" cy="396228"/>
            <a:chOff x="6497461" y="5988699"/>
            <a:chExt cx="396228" cy="396228"/>
          </a:xfrm>
          <a:solidFill>
            <a:schemeClr val="tx2"/>
          </a:solidFill>
        </p:grpSpPr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C818CCC7-E8D5-426A-8765-3B9A4664D5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5988699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41140103-F5E8-4744-8CE9-DC46D89D249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51167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21" name="Group 320">
                <a:extLst>
                  <a:ext uri="{FF2B5EF4-FFF2-40B4-BE49-F238E27FC236}">
                    <a16:creationId xmlns:a16="http://schemas.microsoft.com/office/drawing/2014/main" id="{B6299A89-F963-499F-AB8B-FC7D2AD32D6D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25" name="Freeform 12">
                  <a:extLst>
                    <a:ext uri="{FF2B5EF4-FFF2-40B4-BE49-F238E27FC236}">
                      <a16:creationId xmlns:a16="http://schemas.microsoft.com/office/drawing/2014/main" id="{1A0AC28B-4167-4E28-A90C-7831C27EC3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6" name="Freeform 13">
                  <a:extLst>
                    <a:ext uri="{FF2B5EF4-FFF2-40B4-BE49-F238E27FC236}">
                      <a16:creationId xmlns:a16="http://schemas.microsoft.com/office/drawing/2014/main" id="{296BABD0-A473-47CE-B425-CDECA4FB0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57D4833C-2C6C-41AB-AD96-498F11410260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23" name="Freeform 14">
                  <a:extLst>
                    <a:ext uri="{FF2B5EF4-FFF2-40B4-BE49-F238E27FC236}">
                      <a16:creationId xmlns:a16="http://schemas.microsoft.com/office/drawing/2014/main" id="{111E2EBC-C75C-4E63-BE8C-2F680D5012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4" name="Freeform 15">
                  <a:extLst>
                    <a:ext uri="{FF2B5EF4-FFF2-40B4-BE49-F238E27FC236}">
                      <a16:creationId xmlns:a16="http://schemas.microsoft.com/office/drawing/2014/main" id="{06DD06DB-EA2B-4F5C-BFF0-4D40EAE9C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56" name="ExclamationMark" hidden="1">
            <a:extLst>
              <a:ext uri="{FF2B5EF4-FFF2-40B4-BE49-F238E27FC236}">
                <a16:creationId xmlns:a16="http://schemas.microsoft.com/office/drawing/2014/main" id="{5996886F-BB2D-43B6-9728-6FEF30AB766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81796" y="4298824"/>
            <a:ext cx="30004" cy="288000"/>
            <a:chOff x="1933545" y="4854548"/>
            <a:chExt cx="79200" cy="760220"/>
          </a:xfrm>
          <a:solidFill>
            <a:schemeClr val="accent2"/>
          </a:solidFill>
        </p:grpSpPr>
        <p:sp>
          <p:nvSpPr>
            <p:cNvPr id="357" name="Rectangle 10">
              <a:extLst>
                <a:ext uri="{FF2B5EF4-FFF2-40B4-BE49-F238E27FC236}">
                  <a16:creationId xmlns:a16="http://schemas.microsoft.com/office/drawing/2014/main" id="{F24D8822-ABEB-4892-852C-8FFB9C79E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4854548"/>
              <a:ext cx="79200" cy="59038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8" name="Rectangle 11">
              <a:extLst>
                <a:ext uri="{FF2B5EF4-FFF2-40B4-BE49-F238E27FC236}">
                  <a16:creationId xmlns:a16="http://schemas.microsoft.com/office/drawing/2014/main" id="{C39B3A5E-EE1F-49C4-A0C1-106A09417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5535568"/>
              <a:ext cx="79200" cy="792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8" name="ExclamationMarkWhite" hidden="1">
            <a:extLst>
              <a:ext uri="{FF2B5EF4-FFF2-40B4-BE49-F238E27FC236}">
                <a16:creationId xmlns:a16="http://schemas.microsoft.com/office/drawing/2014/main" id="{2478D324-23F7-4B48-B710-353B97917F1A}"/>
              </a:ext>
            </a:extLst>
          </p:cNvPr>
          <p:cNvGrpSpPr/>
          <p:nvPr userDrawn="1"/>
        </p:nvGrpSpPr>
        <p:grpSpPr>
          <a:xfrm>
            <a:off x="5998072" y="4244710"/>
            <a:ext cx="396228" cy="396228"/>
            <a:chOff x="5998072" y="6220531"/>
            <a:chExt cx="396228" cy="396228"/>
          </a:xfrm>
          <a:solidFill>
            <a:schemeClr val="accent1"/>
          </a:solidFill>
        </p:grpSpPr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91EC559B-3D1E-4007-923E-F2D0A1E5564D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20531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7666D6C3-FA55-4633-BCF5-B144D8033BE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81184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265" name="Rectangle 10">
                <a:extLst>
                  <a:ext uri="{FF2B5EF4-FFF2-40B4-BE49-F238E27FC236}">
                    <a16:creationId xmlns:a16="http://schemas.microsoft.com/office/drawing/2014/main" id="{3D7EE4BB-194B-48C6-83B5-542056001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6" name="Rectangle 11">
                <a:extLst>
                  <a:ext uri="{FF2B5EF4-FFF2-40B4-BE49-F238E27FC236}">
                    <a16:creationId xmlns:a16="http://schemas.microsoft.com/office/drawing/2014/main" id="{663DA691-D0F3-48F0-A0D5-06E05EFBF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3" name="ExclamationMarkBlue" hidden="1">
            <a:extLst>
              <a:ext uri="{FF2B5EF4-FFF2-40B4-BE49-F238E27FC236}">
                <a16:creationId xmlns:a16="http://schemas.microsoft.com/office/drawing/2014/main" id="{2237FEAE-5456-489B-BD5A-C6FAE1BADC52}"/>
              </a:ext>
            </a:extLst>
          </p:cNvPr>
          <p:cNvGrpSpPr/>
          <p:nvPr userDrawn="1"/>
        </p:nvGrpSpPr>
        <p:grpSpPr>
          <a:xfrm>
            <a:off x="6497461" y="4244710"/>
            <a:ext cx="396228" cy="396228"/>
            <a:chOff x="6497461" y="6220531"/>
            <a:chExt cx="396228" cy="396228"/>
          </a:xfrm>
          <a:solidFill>
            <a:schemeClr val="tx2"/>
          </a:solidFill>
        </p:grpSpPr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206D2F64-A5B7-4415-A0F9-00B4715792F5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20531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B1271C48-48E4-436D-9FED-44448C4786A9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80573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354" name="Rectangle 10">
                <a:extLst>
                  <a:ext uri="{FF2B5EF4-FFF2-40B4-BE49-F238E27FC236}">
                    <a16:creationId xmlns:a16="http://schemas.microsoft.com/office/drawing/2014/main" id="{84564C69-435F-4A4F-B8BA-A28E609AB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5" name="Rectangle 11">
                <a:extLst>
                  <a:ext uri="{FF2B5EF4-FFF2-40B4-BE49-F238E27FC236}">
                    <a16:creationId xmlns:a16="http://schemas.microsoft.com/office/drawing/2014/main" id="{31B8ABFF-4387-46F8-9EE2-4B55C8F2F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5" name="QuestionMark" hidden="1">
            <a:extLst>
              <a:ext uri="{FF2B5EF4-FFF2-40B4-BE49-F238E27FC236}">
                <a16:creationId xmlns:a16="http://schemas.microsoft.com/office/drawing/2014/main" id="{D98E8AF1-CB50-4AA1-B944-CEEA66D0DDF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24592" y="3300046"/>
            <a:ext cx="156839" cy="288000"/>
            <a:chOff x="1317303" y="4854548"/>
            <a:chExt cx="414000" cy="760220"/>
          </a:xfrm>
          <a:solidFill>
            <a:schemeClr val="accent2"/>
          </a:solidFill>
        </p:grpSpPr>
        <p:sp>
          <p:nvSpPr>
            <p:cNvPr id="262" name="Freeform 5">
              <a:extLst>
                <a:ext uri="{FF2B5EF4-FFF2-40B4-BE49-F238E27FC236}">
                  <a16:creationId xmlns:a16="http://schemas.microsoft.com/office/drawing/2014/main" id="{69ECF24A-752D-4F43-92E5-C1E8390B3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303" y="4854548"/>
              <a:ext cx="414000" cy="590382"/>
            </a:xfrm>
            <a:custGeom>
              <a:avLst/>
              <a:gdLst>
                <a:gd name="T0" fmla="*/ 54 w 125"/>
                <a:gd name="T1" fmla="*/ 178 h 178"/>
                <a:gd name="T2" fmla="*/ 30 w 125"/>
                <a:gd name="T3" fmla="*/ 178 h 178"/>
                <a:gd name="T4" fmla="*/ 30 w 125"/>
                <a:gd name="T5" fmla="*/ 95 h 178"/>
                <a:gd name="T6" fmla="*/ 42 w 125"/>
                <a:gd name="T7" fmla="*/ 83 h 178"/>
                <a:gd name="T8" fmla="*/ 101 w 125"/>
                <a:gd name="T9" fmla="*/ 83 h 178"/>
                <a:gd name="T10" fmla="*/ 101 w 125"/>
                <a:gd name="T11" fmla="*/ 24 h 178"/>
                <a:gd name="T12" fmla="*/ 0 w 125"/>
                <a:gd name="T13" fmla="*/ 24 h 178"/>
                <a:gd name="T14" fmla="*/ 0 w 125"/>
                <a:gd name="T15" fmla="*/ 0 h 178"/>
                <a:gd name="T16" fmla="*/ 113 w 125"/>
                <a:gd name="T17" fmla="*/ 0 h 178"/>
                <a:gd name="T18" fmla="*/ 125 w 125"/>
                <a:gd name="T19" fmla="*/ 12 h 178"/>
                <a:gd name="T20" fmla="*/ 125 w 125"/>
                <a:gd name="T21" fmla="*/ 95 h 178"/>
                <a:gd name="T22" fmla="*/ 113 w 125"/>
                <a:gd name="T23" fmla="*/ 107 h 178"/>
                <a:gd name="T24" fmla="*/ 54 w 125"/>
                <a:gd name="T25" fmla="*/ 107 h 178"/>
                <a:gd name="T26" fmla="*/ 54 w 125"/>
                <a:gd name="T27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178">
                  <a:moveTo>
                    <a:pt x="54" y="178"/>
                  </a:moveTo>
                  <a:cubicBezTo>
                    <a:pt x="30" y="178"/>
                    <a:pt x="30" y="178"/>
                    <a:pt x="30" y="178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30" y="88"/>
                    <a:pt x="35" y="83"/>
                    <a:pt x="42" y="83"/>
                  </a:cubicBezTo>
                  <a:cubicBezTo>
                    <a:pt x="101" y="83"/>
                    <a:pt x="101" y="83"/>
                    <a:pt x="101" y="83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9" y="0"/>
                    <a:pt x="125" y="5"/>
                    <a:pt x="125" y="12"/>
                  </a:cubicBezTo>
                  <a:cubicBezTo>
                    <a:pt x="125" y="95"/>
                    <a:pt x="125" y="95"/>
                    <a:pt x="125" y="95"/>
                  </a:cubicBezTo>
                  <a:cubicBezTo>
                    <a:pt x="125" y="101"/>
                    <a:pt x="119" y="107"/>
                    <a:pt x="113" y="107"/>
                  </a:cubicBezTo>
                  <a:cubicBezTo>
                    <a:pt x="54" y="107"/>
                    <a:pt x="54" y="107"/>
                    <a:pt x="54" y="107"/>
                  </a:cubicBezTo>
                  <a:lnTo>
                    <a:pt x="54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3" name="Rectangle 6">
              <a:extLst>
                <a:ext uri="{FF2B5EF4-FFF2-40B4-BE49-F238E27FC236}">
                  <a16:creationId xmlns:a16="http://schemas.microsoft.com/office/drawing/2014/main" id="{83D7B996-94E3-4D3C-99F0-56931259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852" y="5535568"/>
              <a:ext cx="79200" cy="792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7" name="QuestionMarkWhite" hidden="1">
            <a:extLst>
              <a:ext uri="{FF2B5EF4-FFF2-40B4-BE49-F238E27FC236}">
                <a16:creationId xmlns:a16="http://schemas.microsoft.com/office/drawing/2014/main" id="{37285DE4-7BC0-4462-9E0E-57E3E3D2C19D}"/>
              </a:ext>
            </a:extLst>
          </p:cNvPr>
          <p:cNvGrpSpPr/>
          <p:nvPr userDrawn="1"/>
        </p:nvGrpSpPr>
        <p:grpSpPr>
          <a:xfrm>
            <a:off x="5998072" y="3245932"/>
            <a:ext cx="396228" cy="396228"/>
            <a:chOff x="5998072" y="6268532"/>
            <a:chExt cx="396228" cy="396228"/>
          </a:xfrm>
          <a:solidFill>
            <a:schemeClr val="accent1"/>
          </a:solidFill>
        </p:grpSpPr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2E20AE16-3A2E-4904-AC01-3758A18A72C1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6853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F49AB141-3134-4E65-81A6-A52812E83A41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17767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6" name="Freeform 5">
                <a:extLst>
                  <a:ext uri="{FF2B5EF4-FFF2-40B4-BE49-F238E27FC236}">
                    <a16:creationId xmlns:a16="http://schemas.microsoft.com/office/drawing/2014/main" id="{78527BD5-1610-4156-A49B-D44A080D8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87" name="Rectangle 6">
                <a:extLst>
                  <a:ext uri="{FF2B5EF4-FFF2-40B4-BE49-F238E27FC236}">
                    <a16:creationId xmlns:a16="http://schemas.microsoft.com/office/drawing/2014/main" id="{713FB65C-8067-4DA5-BDB3-71F92EF95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8" name="QuestionMarkBlue" hidden="1">
            <a:extLst>
              <a:ext uri="{FF2B5EF4-FFF2-40B4-BE49-F238E27FC236}">
                <a16:creationId xmlns:a16="http://schemas.microsoft.com/office/drawing/2014/main" id="{F9F7A102-DC32-482B-B920-39A218EC3A97}"/>
              </a:ext>
            </a:extLst>
          </p:cNvPr>
          <p:cNvGrpSpPr/>
          <p:nvPr userDrawn="1"/>
        </p:nvGrpSpPr>
        <p:grpSpPr>
          <a:xfrm>
            <a:off x="6497461" y="3245932"/>
            <a:ext cx="396228" cy="396228"/>
            <a:chOff x="6497461" y="6268532"/>
            <a:chExt cx="396228" cy="396228"/>
          </a:xfrm>
          <a:solidFill>
            <a:schemeClr val="tx2"/>
          </a:solidFill>
        </p:grpSpPr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058784F8-3FEF-4FC2-A3F0-5DA2C766F7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68532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A2C0D450-B050-4989-9E70-ABCDCEB4818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17156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9" name="Freeform 5">
                <a:extLst>
                  <a:ext uri="{FF2B5EF4-FFF2-40B4-BE49-F238E27FC236}">
                    <a16:creationId xmlns:a16="http://schemas.microsoft.com/office/drawing/2014/main" id="{89EDD452-4D82-45EA-81C8-8EF2B7D8D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91" name="Rectangle 6">
                <a:extLst>
                  <a:ext uri="{FF2B5EF4-FFF2-40B4-BE49-F238E27FC236}">
                    <a16:creationId xmlns:a16="http://schemas.microsoft.com/office/drawing/2014/main" id="{5DA40D4E-DBEE-453E-97AD-D8188258A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8"/>
            </p:custDataLst>
          </p:nvPr>
        </p:nvSpPr>
        <p:spPr>
          <a:xfrm>
            <a:off x="554736" y="226624"/>
            <a:ext cx="10402821" cy="67710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54736" y="1837425"/>
            <a:ext cx="285629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341" name="Рисунок 340">
            <a:extLst>
              <a:ext uri="{FF2B5EF4-FFF2-40B4-BE49-F238E27FC236}">
                <a16:creationId xmlns:a16="http://schemas.microsoft.com/office/drawing/2014/main" id="{0A670762-8003-41F1-9DDF-E85A659F1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4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80" r:id="rId18"/>
    <p:sldLayoutId id="2147483704" r:id="rId19"/>
    <p:sldLayoutId id="2147483705" r:id="rId20"/>
    <p:sldLayoutId id="2147483706" r:id="rId21"/>
    <p:sldLayoutId id="2147483707" r:id="rId2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2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4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Wingdings" panose="05000000000000000000" pitchFamily="2" charset="2"/>
        <a:buChar char="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839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394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2246127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494" name="think-cell Slide" r:id="rId46" imgW="413" imgH="416" progId="TCLayout.ActiveDocument.1">
                  <p:embed/>
                </p:oleObj>
              </mc:Choice>
              <mc:Fallback>
                <p:oleObj name="think-cell Slide" r:id="rId46" imgW="413" imgH="416" progId="TCLayout.ActiveDocument.1">
                  <p:embed/>
                  <p:pic>
                    <p:nvPicPr>
                      <p:cNvPr id="3" name="Object 6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id" hidden="1">
            <a:extLst>
              <a:ext uri="{FF2B5EF4-FFF2-40B4-BE49-F238E27FC236}">
                <a16:creationId xmlns:a16="http://schemas.microsoft.com/office/drawing/2014/main" id="{659340B4-05B2-4322-97ED-0736F0D173C9}"/>
              </a:ext>
            </a:extLst>
          </p:cNvPr>
          <p:cNvGrpSpPr/>
          <p:nvPr userDrawn="1"/>
        </p:nvGrpSpPr>
        <p:grpSpPr>
          <a:xfrm>
            <a:off x="-471048" y="-468000"/>
            <a:ext cx="12105264" cy="6735293"/>
            <a:chOff x="-468000" y="-468000"/>
            <a:chExt cx="12105264" cy="6735293"/>
          </a:xfrm>
        </p:grpSpPr>
        <p:sp>
          <p:nvSpPr>
            <p:cNvPr id="288" name="Rectangle 39">
              <a:extLst>
                <a:ext uri="{FF2B5EF4-FFF2-40B4-BE49-F238E27FC236}">
                  <a16:creationId xmlns:a16="http://schemas.microsoft.com/office/drawing/2014/main" id="{1D03324C-C4D6-4D8E-8CB9-DCCF952BF70C}"/>
                </a:ext>
              </a:extLst>
            </p:cNvPr>
            <p:cNvSpPr>
              <a:spLocks/>
            </p:cNvSpPr>
            <p:nvPr/>
          </p:nvSpPr>
          <p:spPr>
            <a:xfrm>
              <a:off x="-468000" y="1335293"/>
              <a:ext cx="360000" cy="4932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89" name="Rectangle 255">
              <a:extLst>
                <a:ext uri="{FF2B5EF4-FFF2-40B4-BE49-F238E27FC236}">
                  <a16:creationId xmlns:a16="http://schemas.microsoft.com/office/drawing/2014/main" id="{AF92E9BF-3BF9-4520-BD9F-9C99C8CDDDE7}"/>
                </a:ext>
              </a:extLst>
            </p:cNvPr>
            <p:cNvSpPr>
              <a:spLocks/>
            </p:cNvSpPr>
            <p:nvPr/>
          </p:nvSpPr>
          <p:spPr>
            <a:xfrm>
              <a:off x="554736" y="-468000"/>
              <a:ext cx="1108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lang="en-US" sz="1600" b="1" dirty="0">
                  <a:solidFill>
                    <a:schemeClr val="bg1"/>
                  </a:solidFill>
                  <a:latin typeface="+mn-lt"/>
                </a:rPr>
                <a:t>Default</a:t>
              </a:r>
              <a:endParaRPr lang="ru-RU" sz="1600" b="1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290" name="Rectangle 256">
              <a:extLst>
                <a:ext uri="{FF2B5EF4-FFF2-40B4-BE49-F238E27FC236}">
                  <a16:creationId xmlns:a16="http://schemas.microsoft.com/office/drawing/2014/main" id="{8EE3CD82-C4E9-44AA-8C09-9463FC0F6034}"/>
                </a:ext>
              </a:extLst>
            </p:cNvPr>
            <p:cNvSpPr>
              <a:spLocks/>
            </p:cNvSpPr>
            <p:nvPr/>
          </p:nvSpPr>
          <p:spPr>
            <a:xfrm>
              <a:off x="3758184" y="-468000"/>
              <a:ext cx="787908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1/4</a:t>
              </a:r>
            </a:p>
          </p:txBody>
        </p:sp>
        <p:sp>
          <p:nvSpPr>
            <p:cNvPr id="291" name="Rectangle 257">
              <a:extLst>
                <a:ext uri="{FF2B5EF4-FFF2-40B4-BE49-F238E27FC236}">
                  <a16:creationId xmlns:a16="http://schemas.microsoft.com/office/drawing/2014/main" id="{D016EB46-444F-4603-BC37-724F7064982C}"/>
                </a:ext>
              </a:extLst>
            </p:cNvPr>
            <p:cNvSpPr>
              <a:spLocks/>
            </p:cNvSpPr>
            <p:nvPr/>
          </p:nvSpPr>
          <p:spPr>
            <a:xfrm>
              <a:off x="4709160" y="-468000"/>
              <a:ext cx="692810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1/3</a:t>
              </a:r>
            </a:p>
          </p:txBody>
        </p:sp>
        <p:sp>
          <p:nvSpPr>
            <p:cNvPr id="292" name="Rectangle 258">
              <a:extLst>
                <a:ext uri="{FF2B5EF4-FFF2-40B4-BE49-F238E27FC236}">
                  <a16:creationId xmlns:a16="http://schemas.microsoft.com/office/drawing/2014/main" id="{EF714854-B7B4-4FA4-A813-B87C60CA0B21}"/>
                </a:ext>
              </a:extLst>
            </p:cNvPr>
            <p:cNvSpPr>
              <a:spLocks/>
            </p:cNvSpPr>
            <p:nvPr/>
          </p:nvSpPr>
          <p:spPr>
            <a:xfrm>
              <a:off x="6440424" y="-468000"/>
              <a:ext cx="5196840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1/2</a:t>
              </a:r>
            </a:p>
          </p:txBody>
        </p:sp>
        <p:sp>
          <p:nvSpPr>
            <p:cNvPr id="293" name="Rectangle 259">
              <a:extLst>
                <a:ext uri="{FF2B5EF4-FFF2-40B4-BE49-F238E27FC236}">
                  <a16:creationId xmlns:a16="http://schemas.microsoft.com/office/drawing/2014/main" id="{791BBC8E-C9AE-4436-9A56-C05867A5DA30}"/>
                </a:ext>
              </a:extLst>
            </p:cNvPr>
            <p:cNvSpPr>
              <a:spLocks/>
            </p:cNvSpPr>
            <p:nvPr/>
          </p:nvSpPr>
          <p:spPr>
            <a:xfrm>
              <a:off x="8174736" y="-468000"/>
              <a:ext cx="3462528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2/3</a:t>
              </a:r>
            </a:p>
          </p:txBody>
        </p:sp>
        <p:sp>
          <p:nvSpPr>
            <p:cNvPr id="296" name="Rectangle 260">
              <a:extLst>
                <a:ext uri="{FF2B5EF4-FFF2-40B4-BE49-F238E27FC236}">
                  <a16:creationId xmlns:a16="http://schemas.microsoft.com/office/drawing/2014/main" id="{11058B96-DF5B-4DE1-B61A-39A03CC6ADAF}"/>
                </a:ext>
              </a:extLst>
            </p:cNvPr>
            <p:cNvSpPr>
              <a:spLocks/>
            </p:cNvSpPr>
            <p:nvPr/>
          </p:nvSpPr>
          <p:spPr>
            <a:xfrm>
              <a:off x="9125840" y="-468000"/>
              <a:ext cx="2511424" cy="360000"/>
            </a:xfrm>
            <a:prstGeom prst="rect">
              <a:avLst/>
            </a:prstGeom>
            <a:solidFill>
              <a:schemeClr val="tx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r>
                <a:rPr lang="ru-RU" sz="1600" b="1" dirty="0">
                  <a:solidFill>
                    <a:schemeClr val="bg1"/>
                  </a:solidFill>
                  <a:latin typeface="+mn-lt"/>
                </a:rPr>
                <a:t>3/4</a:t>
              </a:r>
            </a:p>
          </p:txBody>
        </p:sp>
        <p:cxnSp>
          <p:nvCxnSpPr>
            <p:cNvPr id="297" name="Straight Connector 266">
              <a:extLst>
                <a:ext uri="{FF2B5EF4-FFF2-40B4-BE49-F238E27FC236}">
                  <a16:creationId xmlns:a16="http://schemas.microsoft.com/office/drawing/2014/main" id="{CE54CCB2-FB94-4CCD-BABF-BA9F4BDE3262}"/>
                </a:ext>
              </a:extLst>
            </p:cNvPr>
            <p:cNvCxnSpPr>
              <a:cxnSpLocks/>
            </p:cNvCxnSpPr>
            <p:nvPr/>
          </p:nvCxnSpPr>
          <p:spPr>
            <a:xfrm>
              <a:off x="3758184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76">
              <a:extLst>
                <a:ext uri="{FF2B5EF4-FFF2-40B4-BE49-F238E27FC236}">
                  <a16:creationId xmlns:a16="http://schemas.microsoft.com/office/drawing/2014/main" id="{E952F958-5975-47F7-AD31-0BEC345C7120}"/>
                </a:ext>
              </a:extLst>
            </p:cNvPr>
            <p:cNvCxnSpPr>
              <a:cxnSpLocks/>
            </p:cNvCxnSpPr>
            <p:nvPr/>
          </p:nvCxnSpPr>
          <p:spPr>
            <a:xfrm>
              <a:off x="4709160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78">
              <a:extLst>
                <a:ext uri="{FF2B5EF4-FFF2-40B4-BE49-F238E27FC236}">
                  <a16:creationId xmlns:a16="http://schemas.microsoft.com/office/drawing/2014/main" id="{AB7CEF6F-0DD3-4F0B-BAEE-6301A34C1387}"/>
                </a:ext>
              </a:extLst>
            </p:cNvPr>
            <p:cNvCxnSpPr>
              <a:cxnSpLocks/>
            </p:cNvCxnSpPr>
            <p:nvPr/>
          </p:nvCxnSpPr>
          <p:spPr>
            <a:xfrm>
              <a:off x="6440424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79">
              <a:extLst>
                <a:ext uri="{FF2B5EF4-FFF2-40B4-BE49-F238E27FC236}">
                  <a16:creationId xmlns:a16="http://schemas.microsoft.com/office/drawing/2014/main" id="{F3647056-56DE-49B9-9342-40126D08433F}"/>
                </a:ext>
              </a:extLst>
            </p:cNvPr>
            <p:cNvCxnSpPr>
              <a:cxnSpLocks/>
            </p:cNvCxnSpPr>
            <p:nvPr/>
          </p:nvCxnSpPr>
          <p:spPr>
            <a:xfrm>
              <a:off x="8174736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282">
              <a:extLst>
                <a:ext uri="{FF2B5EF4-FFF2-40B4-BE49-F238E27FC236}">
                  <a16:creationId xmlns:a16="http://schemas.microsoft.com/office/drawing/2014/main" id="{96044D3B-5CDD-4264-AF7E-4192085A0ECC}"/>
                </a:ext>
              </a:extLst>
            </p:cNvPr>
            <p:cNvCxnSpPr>
              <a:cxnSpLocks/>
            </p:cNvCxnSpPr>
            <p:nvPr/>
          </p:nvCxnSpPr>
          <p:spPr>
            <a:xfrm>
              <a:off x="9125840" y="-468000"/>
              <a:ext cx="0" cy="360000"/>
            </a:xfrm>
            <a:prstGeom prst="line">
              <a:avLst/>
            </a:prstGeom>
            <a:solidFill>
              <a:schemeClr val="tx1"/>
            </a:solidFill>
            <a:ln w="12700" cap="sq">
              <a:solidFill>
                <a:srgbClr val="E6E6E6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5946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133254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811559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2763658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3715757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4667856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619955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6572054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7524153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8476252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9428351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10380450" y="1335293"/>
              <a:ext cx="0" cy="4932000"/>
            </a:xfrm>
            <a:prstGeom prst="line">
              <a:avLst/>
            </a:prstGeom>
            <a:ln w="6350">
              <a:solidFill>
                <a:srgbClr val="7F7F7F">
                  <a:alpha val="50000"/>
                </a:srgb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167385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1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119484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2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3071583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3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023681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4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4975780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5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927879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6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6879978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7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7832077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8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8784176" y="1335293"/>
              <a:ext cx="339451" cy="4932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9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9736274" y="1335293"/>
              <a:ext cx="339450" cy="4932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0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10688372" y="1335293"/>
              <a:ext cx="336244" cy="4932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0D0D0">
                <a:alpha val="1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359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81258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44897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13077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08536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76716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72174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40355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35813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03994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994524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67633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630912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312718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949106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494390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97168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165348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60806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28987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24445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292626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88084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356265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51723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19903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153621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4835427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790009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5471815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>
              <a:cxnSpLocks/>
            </p:cNvCxnSpPr>
            <p:nvPr/>
          </p:nvCxnSpPr>
          <p:spPr bwMode="invGray">
            <a:xfrm>
              <a:off x="551688" y="6108203"/>
              <a:ext cx="11082528" cy="0"/>
            </a:xfrm>
            <a:prstGeom prst="line">
              <a:avLst/>
            </a:prstGeom>
            <a:ln w="6350">
              <a:solidFill>
                <a:schemeClr val="tx1">
                  <a:alpha val="2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3" name="Area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554736" y="1335293"/>
              <a:ext cx="11082528" cy="4932000"/>
            </a:xfrm>
            <a:prstGeom prst="rect">
              <a:avLst/>
            </a:prstGeom>
            <a:noFill/>
            <a:ln w="6350">
              <a:solidFill>
                <a:srgbClr val="00B0F0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00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>
            <a:spLocks/>
          </p:cNvSpPr>
          <p:nvPr userDrawn="1">
            <p:custDataLst>
              <p:tags r:id="rId23"/>
            </p:custDataLst>
          </p:nvPr>
        </p:nvSpPr>
        <p:spPr>
          <a:xfrm>
            <a:off x="554736" y="6330793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ru-RU" dirty="0" err="1"/>
              <a:t>Footnotes</a:t>
            </a:r>
            <a:endParaRPr lang="ru-RU" dirty="0"/>
          </a:p>
        </p:txBody>
      </p:sp>
      <p:sp>
        <p:nvSpPr>
          <p:cNvPr id="4" name="Sticker" hidden="1">
            <a:extLst>
              <a:ext uri="{FF2B5EF4-FFF2-40B4-BE49-F238E27FC236}">
                <a16:creationId xmlns:a16="http://schemas.microsoft.com/office/drawing/2014/main" id="{F9BB011A-568C-4B05-AE57-EB000B2FD8BB}"/>
              </a:ext>
            </a:extLst>
          </p:cNvPr>
          <p:cNvSpPr txBox="1"/>
          <p:nvPr userDrawn="1"/>
        </p:nvSpPr>
        <p:spPr>
          <a:xfrm>
            <a:off x="9158288" y="41597"/>
            <a:ext cx="2478976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/>
            </a:lvl1pPr>
          </a:lstStyle>
          <a:p>
            <a:pPr lvl="0" algn="r"/>
            <a:r>
              <a:rPr lang="ru-RU" sz="800" dirty="0"/>
              <a:t>STICKER</a:t>
            </a:r>
          </a:p>
        </p:txBody>
      </p:sp>
      <p:sp>
        <p:nvSpPr>
          <p:cNvPr id="169" name="ACET" hidden="1">
            <a:extLst>
              <a:ext uri="{FF2B5EF4-FFF2-40B4-BE49-F238E27FC236}">
                <a16:creationId xmlns:a16="http://schemas.microsoft.com/office/drawing/2014/main" id="{62CF7362-20CB-4908-AFFE-D4E2B9A5DF3B}"/>
              </a:ext>
            </a:extLst>
          </p:cNvPr>
          <p:cNvSpPr txBox="1"/>
          <p:nvPr userDrawn="1">
            <p:custDataLst>
              <p:tags r:id="rId24"/>
            </p:custDataLst>
          </p:nvPr>
        </p:nvSpPr>
        <p:spPr>
          <a:xfrm>
            <a:off x="554736" y="1282776"/>
            <a:ext cx="3049253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2913" lvl="2" indent="-21431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488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563" lvl="4" indent="-1476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/>
              <a:t>Above Chart Exhibit Title</a:t>
            </a:r>
            <a:br>
              <a:rPr lang="en-US" dirty="0"/>
            </a:br>
            <a:r>
              <a:rPr lang="en-US" sz="1400" b="0" dirty="0"/>
              <a:t>Units of measure</a:t>
            </a:r>
            <a:endParaRPr lang="ru-RU" sz="1400" b="0" dirty="0"/>
          </a:p>
        </p:txBody>
      </p:sp>
      <p:sp>
        <p:nvSpPr>
          <p:cNvPr id="150" name="5. Source" hidden="1">
            <a:extLst>
              <a:ext uri="{FF2B5EF4-FFF2-40B4-BE49-F238E27FC236}">
                <a16:creationId xmlns:a16="http://schemas.microsoft.com/office/drawing/2014/main" id="{1B5DE5A7-2D1D-4A40-BE7D-BB40C3D416B3}"/>
              </a:ext>
            </a:extLst>
          </p:cNvPr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554736" y="6514142"/>
            <a:ext cx="10637141" cy="123111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ru-RU" sz="800" dirty="0"/>
              <a:t>Источник: …</a:t>
            </a:r>
          </a:p>
        </p:txBody>
      </p:sp>
      <p:sp>
        <p:nvSpPr>
          <p:cNvPr id="179" name="TrackerAlphaWhite" hidden="1">
            <a:extLst>
              <a:ext uri="{FF2B5EF4-FFF2-40B4-BE49-F238E27FC236}">
                <a16:creationId xmlns:a16="http://schemas.microsoft.com/office/drawing/2014/main" id="{7D10F85E-A89F-412A-9970-7FA5C42BFB5F}"/>
              </a:ext>
            </a:extLst>
          </p:cNvPr>
          <p:cNvSpPr/>
          <p:nvPr userDrawn="1">
            <p:custDataLst>
              <p:tags r:id="rId26"/>
            </p:custDataLst>
          </p:nvPr>
        </p:nvSpPr>
        <p:spPr>
          <a:xfrm>
            <a:off x="554736" y="3266780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80" name="TrackerAlphaBlue" hidden="1">
            <a:extLst>
              <a:ext uri="{FF2B5EF4-FFF2-40B4-BE49-F238E27FC236}">
                <a16:creationId xmlns:a16="http://schemas.microsoft.com/office/drawing/2014/main" id="{26869F53-96A2-49F7-96E0-1DD89AB0021B}"/>
              </a:ext>
            </a:extLst>
          </p:cNvPr>
          <p:cNvSpPr/>
          <p:nvPr userDrawn="1">
            <p:custDataLst>
              <p:tags r:id="rId27"/>
            </p:custDataLst>
          </p:nvPr>
        </p:nvSpPr>
        <p:spPr>
          <a:xfrm>
            <a:off x="933716" y="3266780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A</a:t>
            </a:r>
          </a:p>
        </p:txBody>
      </p:sp>
      <p:sp>
        <p:nvSpPr>
          <p:cNvPr id="181" name="TrackerNumWhite" hidden="1">
            <a:extLst>
              <a:ext uri="{FF2B5EF4-FFF2-40B4-BE49-F238E27FC236}">
                <a16:creationId xmlns:a16="http://schemas.microsoft.com/office/drawing/2014/main" id="{BF1EE75D-A530-4BDB-A4D3-659E6C74551D}"/>
              </a:ext>
            </a:extLst>
          </p:cNvPr>
          <p:cNvSpPr/>
          <p:nvPr userDrawn="1">
            <p:custDataLst>
              <p:tags r:id="rId28"/>
            </p:custDataLst>
          </p:nvPr>
        </p:nvSpPr>
        <p:spPr>
          <a:xfrm>
            <a:off x="554736" y="3682416"/>
            <a:ext cx="279340" cy="279340"/>
          </a:xfrm>
          <a:prstGeom prst="ellipse">
            <a:avLst/>
          </a:prstGeom>
          <a:solidFill>
            <a:schemeClr val="bg1"/>
          </a:solidFill>
          <a:ln w="6350" cap="sq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>
                <a:solidFill>
                  <a:schemeClr val="tx1"/>
                </a:solidFill>
              </a:rPr>
              <a:t>1</a:t>
            </a: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182" name="TrackerNumBlue" hidden="1">
            <a:extLst>
              <a:ext uri="{FF2B5EF4-FFF2-40B4-BE49-F238E27FC236}">
                <a16:creationId xmlns:a16="http://schemas.microsoft.com/office/drawing/2014/main" id="{D4CBE4BE-5A17-4E4F-8518-D2314867CB3E}"/>
              </a:ext>
            </a:extLst>
          </p:cNvPr>
          <p:cNvSpPr/>
          <p:nvPr userDrawn="1">
            <p:custDataLst>
              <p:tags r:id="rId29"/>
            </p:custDataLst>
          </p:nvPr>
        </p:nvSpPr>
        <p:spPr>
          <a:xfrm>
            <a:off x="933716" y="3682416"/>
            <a:ext cx="279340" cy="279340"/>
          </a:xfrm>
          <a:prstGeom prst="ellipse">
            <a:avLst/>
          </a:prstGeom>
          <a:solidFill>
            <a:schemeClr val="tx1"/>
          </a:solidFill>
          <a:ln w="6350" cap="sq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bg1"/>
                </a:solidFill>
              </a:rPr>
              <a:t>1</a:t>
            </a:r>
          </a:p>
        </p:txBody>
      </p:sp>
      <p:grpSp>
        <p:nvGrpSpPr>
          <p:cNvPr id="190" name="MoonEmpty" hidden="1">
            <a:extLst>
              <a:ext uri="{FF2B5EF4-FFF2-40B4-BE49-F238E27FC236}">
                <a16:creationId xmlns:a16="http://schemas.microsoft.com/office/drawing/2014/main" id="{217E634A-1E0C-4232-8364-5B7D9B436238}"/>
              </a:ext>
            </a:extLst>
          </p:cNvPr>
          <p:cNvGrpSpPr>
            <a:grpSpLocks/>
          </p:cNvGrpSpPr>
          <p:nvPr userDrawn="1">
            <p:custDataLst>
              <p:tags r:id="rId30"/>
            </p:custDataLst>
          </p:nvPr>
        </p:nvGrpSpPr>
        <p:grpSpPr>
          <a:xfrm>
            <a:off x="8973903" y="3260116"/>
            <a:ext cx="288000" cy="288000"/>
            <a:chOff x="762000" y="1270000"/>
            <a:chExt cx="254000" cy="254000"/>
          </a:xfrm>
        </p:grpSpPr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3C0D1B1A-5CB6-4F42-9858-8FCFEEF4DCB4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2" name="Arc 191">
              <a:extLst>
                <a:ext uri="{FF2B5EF4-FFF2-40B4-BE49-F238E27FC236}">
                  <a16:creationId xmlns:a16="http://schemas.microsoft.com/office/drawing/2014/main" id="{F19B0948-5ACD-46BF-A5D0-4D78C02044F7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29547"/>
              </a:avLst>
            </a:prstGeom>
            <a:solidFill>
              <a:schemeClr val="tx1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</p:grpSp>
      <p:grpSp>
        <p:nvGrpSpPr>
          <p:cNvPr id="170" name="MoonQuater" hidden="1">
            <a:extLst>
              <a:ext uri="{FF2B5EF4-FFF2-40B4-BE49-F238E27FC236}">
                <a16:creationId xmlns:a16="http://schemas.microsoft.com/office/drawing/2014/main" id="{79C4F1A7-3BA6-4DE9-990D-56F7568AF3D5}"/>
              </a:ext>
            </a:extLst>
          </p:cNvPr>
          <p:cNvGrpSpPr>
            <a:grpSpLocks/>
          </p:cNvGrpSpPr>
          <p:nvPr userDrawn="1">
            <p:custDataLst>
              <p:tags r:id="rId31"/>
            </p:custDataLst>
          </p:nvPr>
        </p:nvGrpSpPr>
        <p:grpSpPr>
          <a:xfrm>
            <a:off x="9362161" y="3260116"/>
            <a:ext cx="288000" cy="288000"/>
            <a:chOff x="762000" y="1270000"/>
            <a:chExt cx="254000" cy="254000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59E630A5-DC56-4165-A400-FABB4C8F2657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C98134F9-A949-43AC-8CDC-EAE921C7808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3" name="MoonHalf" hidden="1">
            <a:extLst>
              <a:ext uri="{FF2B5EF4-FFF2-40B4-BE49-F238E27FC236}">
                <a16:creationId xmlns:a16="http://schemas.microsoft.com/office/drawing/2014/main" id="{2714B939-F474-44D5-8B49-B47A0217F09E}"/>
              </a:ext>
            </a:extLst>
          </p:cNvPr>
          <p:cNvGrpSpPr>
            <a:grpSpLocks/>
          </p:cNvGrpSpPr>
          <p:nvPr userDrawn="1">
            <p:custDataLst>
              <p:tags r:id="rId32"/>
            </p:custDataLst>
          </p:nvPr>
        </p:nvGrpSpPr>
        <p:grpSpPr>
          <a:xfrm>
            <a:off x="9748418" y="3260711"/>
            <a:ext cx="288000" cy="288000"/>
            <a:chOff x="762000" y="1270000"/>
            <a:chExt cx="254000" cy="254000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2EC967B-B647-4BCF-9C0C-A8D545E4C817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FA00262A-FCFD-4DB6-B921-E9B02991FF8A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54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6" name="Moon3Quater" hidden="1">
            <a:extLst>
              <a:ext uri="{FF2B5EF4-FFF2-40B4-BE49-F238E27FC236}">
                <a16:creationId xmlns:a16="http://schemas.microsoft.com/office/drawing/2014/main" id="{B81E11B2-1A34-4631-BD81-A79E13BAA4F8}"/>
              </a:ext>
            </a:extLst>
          </p:cNvPr>
          <p:cNvGrpSpPr>
            <a:grpSpLocks/>
          </p:cNvGrpSpPr>
          <p:nvPr userDrawn="1">
            <p:custDataLst>
              <p:tags r:id="rId33"/>
            </p:custDataLst>
          </p:nvPr>
        </p:nvGrpSpPr>
        <p:grpSpPr>
          <a:xfrm>
            <a:off x="10134675" y="3260116"/>
            <a:ext cx="288000" cy="288000"/>
            <a:chOff x="762000" y="1270000"/>
            <a:chExt cx="254000" cy="254000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5D5E5590-A897-419C-85F3-C5E6B6BADDA1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762000" y="1270000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78" name="Arc 177">
              <a:extLst>
                <a:ext uri="{FF2B5EF4-FFF2-40B4-BE49-F238E27FC236}">
                  <a16:creationId xmlns:a16="http://schemas.microsoft.com/office/drawing/2014/main" id="{2DA30F73-36DC-49E0-87B5-F183D3E9231F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08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6" name="MoonFull" hidden="1">
            <a:extLst>
              <a:ext uri="{FF2B5EF4-FFF2-40B4-BE49-F238E27FC236}">
                <a16:creationId xmlns:a16="http://schemas.microsoft.com/office/drawing/2014/main" id="{9C646595-AAE9-4CF9-8065-5D333DB4AA3D}"/>
              </a:ext>
            </a:extLst>
          </p:cNvPr>
          <p:cNvGrpSpPr>
            <a:grpSpLocks/>
          </p:cNvGrpSpPr>
          <p:nvPr userDrawn="1">
            <p:custDataLst>
              <p:tags r:id="rId34"/>
            </p:custDataLst>
          </p:nvPr>
        </p:nvGrpSpPr>
        <p:grpSpPr>
          <a:xfrm>
            <a:off x="10520932" y="3260114"/>
            <a:ext cx="288000" cy="288001"/>
            <a:chOff x="762000" y="1269999"/>
            <a:chExt cx="254000" cy="254001"/>
          </a:xfrm>
          <a:solidFill>
            <a:schemeClr val="accent5"/>
          </a:solidFill>
        </p:grpSpPr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45B76197-6D16-4092-B902-DE7FD857CAF0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762000" y="1269999"/>
              <a:ext cx="254000" cy="254000"/>
            </a:xfrm>
            <a:prstGeom prst="ellipse">
              <a:avLst/>
            </a:prstGeom>
            <a:solidFill>
              <a:schemeClr val="accent4"/>
            </a:solidFill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199" name="Arc 198">
              <a:extLst>
                <a:ext uri="{FF2B5EF4-FFF2-40B4-BE49-F238E27FC236}">
                  <a16:creationId xmlns:a16="http://schemas.microsoft.com/office/drawing/2014/main" id="{5125949A-3C65-48C8-BF1F-12C78DE93858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762000" y="1270000"/>
              <a:ext cx="254000" cy="254000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chemeClr val="accent2"/>
            </a:solidFill>
            <a:ln w="6350" cap="sq" cmpd="sng" algn="ctr">
              <a:noFill/>
              <a:prstDash val="solid"/>
              <a:miter lim="800000"/>
              <a:tailEnd type="none"/>
            </a:ln>
            <a:effectLst/>
            <a:extLst>
              <a:ext uri="{91240B29-F687-4F45-9708-019B960494DF}">
                <a14:hiddenLine xmlns:a14="http://schemas.microsoft.com/office/drawing/2010/main" w="6350" cap="sq" cmpd="sng" algn="ctr">
                  <a:solidFill>
                    <a:schemeClr val="accent1"/>
                  </a:solidFill>
                  <a:prstDash val="solid"/>
                  <a:miter lim="800000"/>
                  <a:tailEnd type="none"/>
                </a14:hiddenLine>
              </a:ext>
            </a:ex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3" name="StatusGauge" hidden="1">
            <a:extLst>
              <a:ext uri="{FF2B5EF4-FFF2-40B4-BE49-F238E27FC236}">
                <a16:creationId xmlns:a16="http://schemas.microsoft.com/office/drawing/2014/main" id="{AC87BF6A-0CC1-4B7B-9115-F8C8E5B93B66}"/>
              </a:ext>
            </a:extLst>
          </p:cNvPr>
          <p:cNvGrpSpPr/>
          <p:nvPr userDrawn="1"/>
        </p:nvGrpSpPr>
        <p:grpSpPr>
          <a:xfrm>
            <a:off x="1662669" y="3333780"/>
            <a:ext cx="115517" cy="220533"/>
            <a:chOff x="427408" y="3815098"/>
            <a:chExt cx="312580" cy="596744"/>
          </a:xfrm>
        </p:grpSpPr>
        <p:sp>
          <p:nvSpPr>
            <p:cNvPr id="366" name="Line 56">
              <a:extLst>
                <a:ext uri="{FF2B5EF4-FFF2-40B4-BE49-F238E27FC236}">
                  <a16:creationId xmlns:a16="http://schemas.microsoft.com/office/drawing/2014/main" id="{22B23B9D-517D-4A32-857E-DA0E3889A7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7" name="Line 57">
              <a:extLst>
                <a:ext uri="{FF2B5EF4-FFF2-40B4-BE49-F238E27FC236}">
                  <a16:creationId xmlns:a16="http://schemas.microsoft.com/office/drawing/2014/main" id="{CC30D8CA-C04D-4E6C-95A7-DE65B0F4A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369" name="Line 59">
              <a:extLst>
                <a:ext uri="{FF2B5EF4-FFF2-40B4-BE49-F238E27FC236}">
                  <a16:creationId xmlns:a16="http://schemas.microsoft.com/office/drawing/2014/main" id="{9363A779-2D9F-4A05-A7A1-72E00C647D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15" name="StatusGaugeWhite" hidden="1">
            <a:extLst>
              <a:ext uri="{FF2B5EF4-FFF2-40B4-BE49-F238E27FC236}">
                <a16:creationId xmlns:a16="http://schemas.microsoft.com/office/drawing/2014/main" id="{C2FDB2E7-0636-494B-B6D7-A3C17942E83A}"/>
              </a:ext>
            </a:extLst>
          </p:cNvPr>
          <p:cNvGrpSpPr/>
          <p:nvPr userDrawn="1"/>
        </p:nvGrpSpPr>
        <p:grpSpPr>
          <a:xfrm>
            <a:off x="2021702" y="3245932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8D7CB2DC-1025-4762-8415-58E55B605671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CD30E1A4-95BF-40FE-A480-7647E845DAFB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1" name="Line 56">
                <a:extLst>
                  <a:ext uri="{FF2B5EF4-FFF2-40B4-BE49-F238E27FC236}">
                    <a16:creationId xmlns:a16="http://schemas.microsoft.com/office/drawing/2014/main" id="{912FDF49-5006-4BE9-A241-14FC58A10C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2" name="Line 57">
                <a:extLst>
                  <a:ext uri="{FF2B5EF4-FFF2-40B4-BE49-F238E27FC236}">
                    <a16:creationId xmlns:a16="http://schemas.microsoft.com/office/drawing/2014/main" id="{A685424E-07A2-4C23-A9AB-A1AB3E5A69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3" name="Line 59">
                <a:extLst>
                  <a:ext uri="{FF2B5EF4-FFF2-40B4-BE49-F238E27FC236}">
                    <a16:creationId xmlns:a16="http://schemas.microsoft.com/office/drawing/2014/main" id="{DF153F60-37D9-415E-92DF-84BB547F3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14" name="StatusGaugeBlue" hidden="1">
            <a:extLst>
              <a:ext uri="{FF2B5EF4-FFF2-40B4-BE49-F238E27FC236}">
                <a16:creationId xmlns:a16="http://schemas.microsoft.com/office/drawing/2014/main" id="{3787D2E5-45BD-47CD-AEC1-EDDD0B6DC06B}"/>
              </a:ext>
            </a:extLst>
          </p:cNvPr>
          <p:cNvGrpSpPr/>
          <p:nvPr userDrawn="1"/>
        </p:nvGrpSpPr>
        <p:grpSpPr>
          <a:xfrm>
            <a:off x="2521091" y="3245932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C8D381C3-2015-4AD0-B6F9-81620A837CC5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84" name="Group 383">
              <a:extLst>
                <a:ext uri="{FF2B5EF4-FFF2-40B4-BE49-F238E27FC236}">
                  <a16:creationId xmlns:a16="http://schemas.microsoft.com/office/drawing/2014/main" id="{1CF546FB-B2BA-4883-AF98-FBF5F2C28FCF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385" name="Line 56">
                <a:extLst>
                  <a:ext uri="{FF2B5EF4-FFF2-40B4-BE49-F238E27FC236}">
                    <a16:creationId xmlns:a16="http://schemas.microsoft.com/office/drawing/2014/main" id="{70CA23CD-0391-40AB-9740-9A091B4B3C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6" name="Line 57">
                <a:extLst>
                  <a:ext uri="{FF2B5EF4-FFF2-40B4-BE49-F238E27FC236}">
                    <a16:creationId xmlns:a16="http://schemas.microsoft.com/office/drawing/2014/main" id="{DBAD38C3-D1BC-4FC1-9D49-0B162C1F26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87" name="Line 59">
                <a:extLst>
                  <a:ext uri="{FF2B5EF4-FFF2-40B4-BE49-F238E27FC236}">
                    <a16:creationId xmlns:a16="http://schemas.microsoft.com/office/drawing/2014/main" id="{7D0C093E-6BFA-4A22-81E5-2D0D4D31B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275" name="Checkmark" hidden="1">
            <a:extLst>
              <a:ext uri="{FF2B5EF4-FFF2-40B4-BE49-F238E27FC236}">
                <a16:creationId xmlns:a16="http://schemas.microsoft.com/office/drawing/2014/main" id="{BB004E0D-569F-46D6-AB54-9BBB7A633202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3869635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1" name="CheckmarkWhite" hidden="1">
            <a:extLst>
              <a:ext uri="{FF2B5EF4-FFF2-40B4-BE49-F238E27FC236}">
                <a16:creationId xmlns:a16="http://schemas.microsoft.com/office/drawing/2014/main" id="{F07BF092-B974-4EB6-A1FD-990BE5E53701}"/>
              </a:ext>
            </a:extLst>
          </p:cNvPr>
          <p:cNvGrpSpPr/>
          <p:nvPr userDrawn="1"/>
        </p:nvGrpSpPr>
        <p:grpSpPr>
          <a:xfrm>
            <a:off x="2021702" y="3745321"/>
            <a:ext cx="396228" cy="396228"/>
            <a:chOff x="2021702" y="3745321"/>
            <a:chExt cx="396228" cy="396228"/>
          </a:xfrm>
          <a:solidFill>
            <a:schemeClr val="bg1"/>
          </a:solidFill>
        </p:grpSpPr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92B6E5FD-CE05-4863-BB94-17F85BCF080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8" name="Freeform 39">
              <a:extLst>
                <a:ext uri="{FF2B5EF4-FFF2-40B4-BE49-F238E27FC236}">
                  <a16:creationId xmlns:a16="http://schemas.microsoft.com/office/drawing/2014/main" id="{DBC4A7F2-275F-448A-A2CE-92F398D30958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0" name="CheckmarkBlue" hidden="1">
            <a:extLst>
              <a:ext uri="{FF2B5EF4-FFF2-40B4-BE49-F238E27FC236}">
                <a16:creationId xmlns:a16="http://schemas.microsoft.com/office/drawing/2014/main" id="{A705E7FE-8FE8-4F2D-9FA1-5637B89B73F7}"/>
              </a:ext>
            </a:extLst>
          </p:cNvPr>
          <p:cNvGrpSpPr/>
          <p:nvPr userDrawn="1"/>
        </p:nvGrpSpPr>
        <p:grpSpPr>
          <a:xfrm>
            <a:off x="2521091" y="3745321"/>
            <a:ext cx="396228" cy="396228"/>
            <a:chOff x="2521091" y="3745321"/>
            <a:chExt cx="396228" cy="396228"/>
          </a:xfrm>
          <a:solidFill>
            <a:schemeClr val="tx1"/>
          </a:solidFill>
        </p:grpSpPr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DF2EDC3-BFC6-448A-9C1D-7324C7EF914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745321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89" name="Freeform 39">
              <a:extLst>
                <a:ext uri="{FF2B5EF4-FFF2-40B4-BE49-F238E27FC236}">
                  <a16:creationId xmlns:a16="http://schemas.microsoft.com/office/drawing/2014/main" id="{285841C2-3368-45B4-9105-40D539B18E93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3869635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sp>
        <p:nvSpPr>
          <p:cNvPr id="390" name="CheckmarkDash" hidden="1">
            <a:extLst>
              <a:ext uri="{FF2B5EF4-FFF2-40B4-BE49-F238E27FC236}">
                <a16:creationId xmlns:a16="http://schemas.microsoft.com/office/drawing/2014/main" id="{2D882A09-8E9B-4679-ADCB-6CAE84605CA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1598577" y="4369024"/>
            <a:ext cx="243701" cy="147600"/>
          </a:xfrm>
          <a:custGeom>
            <a:avLst/>
            <a:gdLst>
              <a:gd name="T0" fmla="*/ 0 w 65"/>
              <a:gd name="T1" fmla="*/ 16 h 39"/>
              <a:gd name="T2" fmla="*/ 25 w 65"/>
              <a:gd name="T3" fmla="*/ 39 h 39"/>
              <a:gd name="T4" fmla="*/ 65 w 65"/>
              <a:gd name="T5" fmla="*/ 0 h 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65" h="39">
                <a:moveTo>
                  <a:pt x="0" y="16"/>
                </a:moveTo>
                <a:lnTo>
                  <a:pt x="25" y="39"/>
                </a:lnTo>
                <a:lnTo>
                  <a:pt x="65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23" name="CheckmarkDashWhite" hidden="1">
            <a:extLst>
              <a:ext uri="{FF2B5EF4-FFF2-40B4-BE49-F238E27FC236}">
                <a16:creationId xmlns:a16="http://schemas.microsoft.com/office/drawing/2014/main" id="{A04BB5EF-2087-418E-BF29-3E463D8DAC95}"/>
              </a:ext>
            </a:extLst>
          </p:cNvPr>
          <p:cNvGrpSpPr/>
          <p:nvPr userDrawn="1"/>
        </p:nvGrpSpPr>
        <p:grpSpPr>
          <a:xfrm>
            <a:off x="2021702" y="4244710"/>
            <a:ext cx="396228" cy="396228"/>
            <a:chOff x="2021702" y="6293259"/>
            <a:chExt cx="396228" cy="396228"/>
          </a:xfrm>
          <a:solidFill>
            <a:schemeClr val="bg1"/>
          </a:solidFill>
        </p:grpSpPr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47F5EC55-9665-438E-9860-C3E2F47C8B13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prstDash val="dash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3" name="Freeform 39">
              <a:extLst>
                <a:ext uri="{FF2B5EF4-FFF2-40B4-BE49-F238E27FC236}">
                  <a16:creationId xmlns:a16="http://schemas.microsoft.com/office/drawing/2014/main" id="{894EAAFA-EEA4-4D90-8F75-17F21B6BFCC1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097966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4" name="CheckmarkDashBlue" hidden="1">
            <a:extLst>
              <a:ext uri="{FF2B5EF4-FFF2-40B4-BE49-F238E27FC236}">
                <a16:creationId xmlns:a16="http://schemas.microsoft.com/office/drawing/2014/main" id="{481DC344-3017-462D-9A3B-4E65710C17D0}"/>
              </a:ext>
            </a:extLst>
          </p:cNvPr>
          <p:cNvGrpSpPr/>
          <p:nvPr userDrawn="1"/>
        </p:nvGrpSpPr>
        <p:grpSpPr>
          <a:xfrm>
            <a:off x="2521091" y="4244710"/>
            <a:ext cx="396228" cy="396228"/>
            <a:chOff x="2521091" y="6293259"/>
            <a:chExt cx="396228" cy="396228"/>
          </a:xfrm>
          <a:solidFill>
            <a:schemeClr val="tx1"/>
          </a:solidFill>
        </p:grpSpPr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3123CA39-9EFF-49E5-8B43-5BCDA3B0E657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629325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396" name="Freeform 39">
              <a:extLst>
                <a:ext uri="{FF2B5EF4-FFF2-40B4-BE49-F238E27FC236}">
                  <a16:creationId xmlns:a16="http://schemas.microsoft.com/office/drawing/2014/main" id="{1A25A5C6-7B1D-45B1-9C1F-F3B654A13FC7}"/>
                </a:ext>
              </a:extLst>
            </p:cNvPr>
            <p:cNvSpPr>
              <a:spLocks noChangeAspect="1"/>
            </p:cNvSpPr>
            <p:nvPr userDrawn="1"/>
          </p:nvSpPr>
          <p:spPr bwMode="auto">
            <a:xfrm>
              <a:off x="2597355" y="6417573"/>
              <a:ext cx="243701" cy="147600"/>
            </a:xfrm>
            <a:custGeom>
              <a:avLst/>
              <a:gdLst>
                <a:gd name="T0" fmla="*/ 0 w 65"/>
                <a:gd name="T1" fmla="*/ 16 h 39"/>
                <a:gd name="T2" fmla="*/ 25 w 65"/>
                <a:gd name="T3" fmla="*/ 39 h 39"/>
                <a:gd name="T4" fmla="*/ 65 w 65"/>
                <a:gd name="T5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39">
                  <a:moveTo>
                    <a:pt x="0" y="16"/>
                  </a:moveTo>
                  <a:lnTo>
                    <a:pt x="25" y="39"/>
                  </a:lnTo>
                  <a:lnTo>
                    <a:pt x="65" y="0"/>
                  </a:lnTo>
                </a:path>
              </a:pathLst>
            </a:custGeom>
            <a:grpFill/>
            <a:ln w="6350" cap="rnd">
              <a:solidFill>
                <a:schemeClr val="bg1"/>
              </a:solidFill>
              <a:prstDash val="dash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0" name="X" hidden="1">
            <a:extLst>
              <a:ext uri="{FF2B5EF4-FFF2-40B4-BE49-F238E27FC236}">
                <a16:creationId xmlns:a16="http://schemas.microsoft.com/office/drawing/2014/main" id="{E0CB3199-8B88-41C4-AFDC-5D6AE5641F2F}"/>
              </a:ext>
            </a:extLst>
          </p:cNvPr>
          <p:cNvGrpSpPr/>
          <p:nvPr userDrawn="1"/>
        </p:nvGrpSpPr>
        <p:grpSpPr>
          <a:xfrm>
            <a:off x="1625999" y="4847785"/>
            <a:ext cx="188856" cy="188856"/>
            <a:chOff x="316162" y="5992979"/>
            <a:chExt cx="188856" cy="188856"/>
          </a:xfrm>
        </p:grpSpPr>
        <p:sp>
          <p:nvSpPr>
            <p:cNvPr id="271" name="Line 36">
              <a:extLst>
                <a:ext uri="{FF2B5EF4-FFF2-40B4-BE49-F238E27FC236}">
                  <a16:creationId xmlns:a16="http://schemas.microsoft.com/office/drawing/2014/main" id="{33CA4828-3A35-4C8A-9E12-883F4B7CD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72" name="Line 37">
              <a:extLst>
                <a:ext uri="{FF2B5EF4-FFF2-40B4-BE49-F238E27FC236}">
                  <a16:creationId xmlns:a16="http://schemas.microsoft.com/office/drawing/2014/main" id="{B2BDD54A-21A5-4098-A847-B11FF7E5F2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162" y="5992979"/>
              <a:ext cx="188856" cy="188856"/>
            </a:xfrm>
            <a:prstGeom prst="line">
              <a:avLst/>
            </a:prstGeom>
            <a:solidFill>
              <a:srgbClr val="C00000"/>
            </a:solidFill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2" name="XWhite" hidden="1">
            <a:extLst>
              <a:ext uri="{FF2B5EF4-FFF2-40B4-BE49-F238E27FC236}">
                <a16:creationId xmlns:a16="http://schemas.microsoft.com/office/drawing/2014/main" id="{D78505AA-B3C9-4D02-94A2-A14B6C6FE76E}"/>
              </a:ext>
            </a:extLst>
          </p:cNvPr>
          <p:cNvGrpSpPr/>
          <p:nvPr userDrawn="1"/>
        </p:nvGrpSpPr>
        <p:grpSpPr>
          <a:xfrm>
            <a:off x="2021702" y="4744099"/>
            <a:ext cx="396228" cy="396228"/>
            <a:chOff x="2021702" y="4744099"/>
            <a:chExt cx="396228" cy="396228"/>
          </a:xfrm>
          <a:solidFill>
            <a:schemeClr val="bg1"/>
          </a:solidFill>
        </p:grpSpPr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67CB00F6-8D83-4DDB-9D28-9A9E984FCEA6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D68695E2-2F6C-4984-97B3-84770AAE8461}"/>
                </a:ext>
              </a:extLst>
            </p:cNvPr>
            <p:cNvGrpSpPr/>
            <p:nvPr userDrawn="1"/>
          </p:nvGrpSpPr>
          <p:grpSpPr>
            <a:xfrm>
              <a:off x="2125388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398" name="Line 36">
                <a:extLst>
                  <a:ext uri="{FF2B5EF4-FFF2-40B4-BE49-F238E27FC236}">
                    <a16:creationId xmlns:a16="http://schemas.microsoft.com/office/drawing/2014/main" id="{549AFA66-8395-44EF-B1D0-40122F2AAC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399" name="Line 37">
                <a:extLst>
                  <a:ext uri="{FF2B5EF4-FFF2-40B4-BE49-F238E27FC236}">
                    <a16:creationId xmlns:a16="http://schemas.microsoft.com/office/drawing/2014/main" id="{932BACAB-BF4D-4B3B-9F68-4A070C57D0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 dirty="0"/>
              </a:p>
            </p:txBody>
          </p:sp>
        </p:grpSp>
      </p:grpSp>
      <p:grpSp>
        <p:nvGrpSpPr>
          <p:cNvPr id="51" name="XBlue" hidden="1">
            <a:extLst>
              <a:ext uri="{FF2B5EF4-FFF2-40B4-BE49-F238E27FC236}">
                <a16:creationId xmlns:a16="http://schemas.microsoft.com/office/drawing/2014/main" id="{76D87419-7600-4669-8612-AD69B00B998F}"/>
              </a:ext>
            </a:extLst>
          </p:cNvPr>
          <p:cNvGrpSpPr/>
          <p:nvPr userDrawn="1"/>
        </p:nvGrpSpPr>
        <p:grpSpPr>
          <a:xfrm>
            <a:off x="2521091" y="4744099"/>
            <a:ext cx="396228" cy="396228"/>
            <a:chOff x="2521091" y="4744099"/>
            <a:chExt cx="396228" cy="396228"/>
          </a:xfrm>
          <a:solidFill>
            <a:schemeClr val="tx1"/>
          </a:solidFill>
        </p:grpSpPr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BB9902CA-4422-4618-8399-530EF424A116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00" name="Group 399">
              <a:extLst>
                <a:ext uri="{FF2B5EF4-FFF2-40B4-BE49-F238E27FC236}">
                  <a16:creationId xmlns:a16="http://schemas.microsoft.com/office/drawing/2014/main" id="{FEE69EF9-A1B1-4554-AC08-9507A7FFAF0E}"/>
                </a:ext>
              </a:extLst>
            </p:cNvPr>
            <p:cNvGrpSpPr/>
            <p:nvPr userDrawn="1"/>
          </p:nvGrpSpPr>
          <p:grpSpPr>
            <a:xfrm>
              <a:off x="2624777" y="4847785"/>
              <a:ext cx="188856" cy="188856"/>
              <a:chOff x="316162" y="5992979"/>
              <a:chExt cx="188856" cy="188856"/>
            </a:xfrm>
            <a:grpFill/>
          </p:grpSpPr>
          <p:sp>
            <p:nvSpPr>
              <p:cNvPr id="401" name="Line 36">
                <a:extLst>
                  <a:ext uri="{FF2B5EF4-FFF2-40B4-BE49-F238E27FC236}">
                    <a16:creationId xmlns:a16="http://schemas.microsoft.com/office/drawing/2014/main" id="{D3DFE64B-BFEB-4977-BA46-BA408F58A0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02" name="Line 37">
                <a:extLst>
                  <a:ext uri="{FF2B5EF4-FFF2-40B4-BE49-F238E27FC236}">
                    <a16:creationId xmlns:a16="http://schemas.microsoft.com/office/drawing/2014/main" id="{47E9FAEC-0A8C-4624-809F-B10C0D72EF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6162" y="5992979"/>
                <a:ext cx="188856" cy="188856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403" name="Filter" hidden="1">
            <a:extLst>
              <a:ext uri="{FF2B5EF4-FFF2-40B4-BE49-F238E27FC236}">
                <a16:creationId xmlns:a16="http://schemas.microsoft.com/office/drawing/2014/main" id="{FCC81E52-D915-4AC6-8504-B6F39D77D2C2}"/>
              </a:ext>
            </a:extLst>
          </p:cNvPr>
          <p:cNvSpPr>
            <a:spLocks noChangeAspect="1"/>
          </p:cNvSpPr>
          <p:nvPr userDrawn="1"/>
        </p:nvSpPr>
        <p:spPr>
          <a:xfrm>
            <a:off x="1620562" y="5331802"/>
            <a:ext cx="199731" cy="219600"/>
          </a:xfrm>
          <a:custGeom>
            <a:avLst/>
            <a:gdLst>
              <a:gd name="connsiteX0" fmla="*/ 0 w 2728913"/>
              <a:gd name="connsiteY0" fmla="*/ 0 h 3000375"/>
              <a:gd name="connsiteX1" fmla="*/ 2728913 w 2728913"/>
              <a:gd name="connsiteY1" fmla="*/ 0 h 3000375"/>
              <a:gd name="connsiteX2" fmla="*/ 1662113 w 2728913"/>
              <a:gd name="connsiteY2" fmla="*/ 1662113 h 3000375"/>
              <a:gd name="connsiteX3" fmla="*/ 1662113 w 2728913"/>
              <a:gd name="connsiteY3" fmla="*/ 2633663 h 3000375"/>
              <a:gd name="connsiteX4" fmla="*/ 1104900 w 2728913"/>
              <a:gd name="connsiteY4" fmla="*/ 3000375 h 3000375"/>
              <a:gd name="connsiteX5" fmla="*/ 1104900 w 2728913"/>
              <a:gd name="connsiteY5" fmla="*/ 1652588 h 3000375"/>
              <a:gd name="connsiteX6" fmla="*/ 0 w 2728913"/>
              <a:gd name="connsiteY6" fmla="*/ 0 h 3000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28913" h="3000375">
                <a:moveTo>
                  <a:pt x="0" y="0"/>
                </a:moveTo>
                <a:lnTo>
                  <a:pt x="2728913" y="0"/>
                </a:lnTo>
                <a:lnTo>
                  <a:pt x="1662113" y="1662113"/>
                </a:lnTo>
                <a:lnTo>
                  <a:pt x="1662113" y="2633663"/>
                </a:lnTo>
                <a:lnTo>
                  <a:pt x="1104900" y="3000375"/>
                </a:lnTo>
                <a:lnTo>
                  <a:pt x="1104900" y="1652588"/>
                </a:lnTo>
                <a:lnTo>
                  <a:pt x="0" y="0"/>
                </a:lnTo>
                <a:close/>
              </a:path>
            </a:pathLst>
          </a:custGeom>
          <a:noFill/>
          <a:ln w="6350" cap="rnd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grpSp>
        <p:nvGrpSpPr>
          <p:cNvPr id="78" name="FilterWhite" hidden="1">
            <a:extLst>
              <a:ext uri="{FF2B5EF4-FFF2-40B4-BE49-F238E27FC236}">
                <a16:creationId xmlns:a16="http://schemas.microsoft.com/office/drawing/2014/main" id="{A92387E2-8902-4EF2-B95B-AF7E54C27F40}"/>
              </a:ext>
            </a:extLst>
          </p:cNvPr>
          <p:cNvGrpSpPr/>
          <p:nvPr userDrawn="1"/>
        </p:nvGrpSpPr>
        <p:grpSpPr>
          <a:xfrm>
            <a:off x="2021702" y="5243488"/>
            <a:ext cx="396228" cy="396228"/>
            <a:chOff x="2021702" y="5243488"/>
            <a:chExt cx="396228" cy="396228"/>
          </a:xfrm>
          <a:solidFill>
            <a:schemeClr val="bg1"/>
          </a:solidFill>
        </p:grpSpPr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5C14B0BF-5703-4646-A37A-812A93C873AB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B0CE3FDC-1428-4F4B-A89D-5F57D8E4EFE4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119951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77" name="FilterBlue" hidden="1">
            <a:extLst>
              <a:ext uri="{FF2B5EF4-FFF2-40B4-BE49-F238E27FC236}">
                <a16:creationId xmlns:a16="http://schemas.microsoft.com/office/drawing/2014/main" id="{17B222B6-07D0-441A-BC80-31FF13A1A259}"/>
              </a:ext>
            </a:extLst>
          </p:cNvPr>
          <p:cNvGrpSpPr/>
          <p:nvPr userDrawn="1"/>
        </p:nvGrpSpPr>
        <p:grpSpPr>
          <a:xfrm>
            <a:off x="2521091" y="5243488"/>
            <a:ext cx="396228" cy="396228"/>
            <a:chOff x="2521091" y="5243488"/>
            <a:chExt cx="396228" cy="396228"/>
          </a:xfrm>
          <a:solidFill>
            <a:schemeClr val="tx1"/>
          </a:solidFill>
        </p:grpSpPr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32B521BD-77C9-41CF-B65A-53B53C069FDE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195CEB40-859D-4652-A677-1B81120AC539}"/>
                </a:ext>
              </a:extLst>
            </p:cNvPr>
            <p:cNvSpPr>
              <a:spLocks noChangeAspect="1"/>
            </p:cNvSpPr>
            <p:nvPr userDrawn="1"/>
          </p:nvSpPr>
          <p:spPr>
            <a:xfrm>
              <a:off x="2619340" y="5331802"/>
              <a:ext cx="199731" cy="219600"/>
            </a:xfrm>
            <a:custGeom>
              <a:avLst/>
              <a:gdLst>
                <a:gd name="connsiteX0" fmla="*/ 0 w 2728913"/>
                <a:gd name="connsiteY0" fmla="*/ 0 h 3000375"/>
                <a:gd name="connsiteX1" fmla="*/ 2728913 w 2728913"/>
                <a:gd name="connsiteY1" fmla="*/ 0 h 3000375"/>
                <a:gd name="connsiteX2" fmla="*/ 1662113 w 2728913"/>
                <a:gd name="connsiteY2" fmla="*/ 1662113 h 3000375"/>
                <a:gd name="connsiteX3" fmla="*/ 1662113 w 2728913"/>
                <a:gd name="connsiteY3" fmla="*/ 2633663 h 3000375"/>
                <a:gd name="connsiteX4" fmla="*/ 1104900 w 2728913"/>
                <a:gd name="connsiteY4" fmla="*/ 3000375 h 3000375"/>
                <a:gd name="connsiteX5" fmla="*/ 1104900 w 2728913"/>
                <a:gd name="connsiteY5" fmla="*/ 1652588 h 3000375"/>
                <a:gd name="connsiteX6" fmla="*/ 0 w 2728913"/>
                <a:gd name="connsiteY6" fmla="*/ 0 h 3000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28913" h="3000375">
                  <a:moveTo>
                    <a:pt x="0" y="0"/>
                  </a:moveTo>
                  <a:lnTo>
                    <a:pt x="2728913" y="0"/>
                  </a:lnTo>
                  <a:lnTo>
                    <a:pt x="1662113" y="1662113"/>
                  </a:lnTo>
                  <a:lnTo>
                    <a:pt x="1662113" y="2633663"/>
                  </a:lnTo>
                  <a:lnTo>
                    <a:pt x="1104900" y="3000375"/>
                  </a:lnTo>
                  <a:lnTo>
                    <a:pt x="1104900" y="1652588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rnd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490" name="Chevron" hidden="1">
            <a:extLst>
              <a:ext uri="{FF2B5EF4-FFF2-40B4-BE49-F238E27FC236}">
                <a16:creationId xmlns:a16="http://schemas.microsoft.com/office/drawing/2014/main" id="{683A82B1-8416-4870-80C4-C50D2FA332BF}"/>
              </a:ext>
            </a:extLst>
          </p:cNvPr>
          <p:cNvSpPr>
            <a:spLocks/>
          </p:cNvSpPr>
          <p:nvPr userDrawn="1"/>
        </p:nvSpPr>
        <p:spPr bwMode="auto">
          <a:xfrm>
            <a:off x="3271959" y="3339382"/>
            <a:ext cx="103686" cy="209328"/>
          </a:xfrm>
          <a:custGeom>
            <a:avLst/>
            <a:gdLst>
              <a:gd name="T0" fmla="*/ 0 w 28"/>
              <a:gd name="T1" fmla="*/ 56 h 56"/>
              <a:gd name="T2" fmla="*/ 28 w 28"/>
              <a:gd name="T3" fmla="*/ 27 h 56"/>
              <a:gd name="T4" fmla="*/ 0 w 28"/>
              <a:gd name="T5" fmla="*/ 0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" h="56">
                <a:moveTo>
                  <a:pt x="0" y="56"/>
                </a:moveTo>
                <a:lnTo>
                  <a:pt x="28" y="27"/>
                </a:lnTo>
                <a:lnTo>
                  <a:pt x="0" y="0"/>
                </a:lnTo>
              </a:path>
            </a:pathLst>
          </a:custGeom>
          <a:noFill/>
          <a:ln w="635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498" name="ChevronWhite" hidden="1">
            <a:extLst>
              <a:ext uri="{FF2B5EF4-FFF2-40B4-BE49-F238E27FC236}">
                <a16:creationId xmlns:a16="http://schemas.microsoft.com/office/drawing/2014/main" id="{9A20823A-F450-4AED-A121-57216DD67FB2}"/>
              </a:ext>
            </a:extLst>
          </p:cNvPr>
          <p:cNvGrpSpPr>
            <a:grpSpLocks/>
          </p:cNvGrpSpPr>
          <p:nvPr userDrawn="1"/>
        </p:nvGrpSpPr>
        <p:grpSpPr>
          <a:xfrm>
            <a:off x="3625077" y="3245932"/>
            <a:ext cx="396228" cy="396228"/>
            <a:chOff x="5856774" y="4285094"/>
            <a:chExt cx="288000" cy="288000"/>
          </a:xfrm>
          <a:solidFill>
            <a:schemeClr val="bg1"/>
          </a:solidFill>
        </p:grpSpPr>
        <p:sp>
          <p:nvSpPr>
            <p:cNvPr id="495" name="Oval 52">
              <a:extLst>
                <a:ext uri="{FF2B5EF4-FFF2-40B4-BE49-F238E27FC236}">
                  <a16:creationId xmlns:a16="http://schemas.microsoft.com/office/drawing/2014/main" id="{17D5830D-3739-46F8-BBAB-9E6358AFE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6774" y="4285094"/>
              <a:ext cx="288000" cy="288000"/>
            </a:xfrm>
            <a:prstGeom prst="ellipse">
              <a:avLst/>
            </a:pr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96" name="Freeform 51">
              <a:extLst>
                <a:ext uri="{FF2B5EF4-FFF2-40B4-BE49-F238E27FC236}">
                  <a16:creationId xmlns:a16="http://schemas.microsoft.com/office/drawing/2014/main" id="{AE2E968F-56DB-4B61-BBC9-BCE3BA9F2C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69821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grp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97" name="ChevronBlue" hidden="1">
            <a:extLst>
              <a:ext uri="{FF2B5EF4-FFF2-40B4-BE49-F238E27FC236}">
                <a16:creationId xmlns:a16="http://schemas.microsoft.com/office/drawing/2014/main" id="{4AE2AA89-98EF-4202-B26E-A25AFCD62BA4}"/>
              </a:ext>
            </a:extLst>
          </p:cNvPr>
          <p:cNvGrpSpPr/>
          <p:nvPr userDrawn="1"/>
        </p:nvGrpSpPr>
        <p:grpSpPr>
          <a:xfrm>
            <a:off x="4677969" y="3245932"/>
            <a:ext cx="288000" cy="2366324"/>
            <a:chOff x="4677969" y="3245932"/>
            <a:chExt cx="288000" cy="2366324"/>
          </a:xfrm>
        </p:grpSpPr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1E2E238F-AD56-4762-A22C-7AFB173EEAF9}"/>
                </a:ext>
              </a:extLst>
            </p:cNvPr>
            <p:cNvCxnSpPr>
              <a:cxnSpLocks/>
            </p:cNvCxnSpPr>
            <p:nvPr/>
          </p:nvCxnSpPr>
          <p:spPr>
            <a:xfrm>
              <a:off x="4821969" y="3245932"/>
              <a:ext cx="0" cy="2366324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7" name="Rectangle 466">
              <a:extLst>
                <a:ext uri="{FF2B5EF4-FFF2-40B4-BE49-F238E27FC236}">
                  <a16:creationId xmlns:a16="http://schemas.microsoft.com/office/drawing/2014/main" id="{A95F5214-EE37-4851-B406-BCB643C3D03C}"/>
                </a:ext>
              </a:extLst>
            </p:cNvPr>
            <p:cNvSpPr/>
            <p:nvPr/>
          </p:nvSpPr>
          <p:spPr>
            <a:xfrm>
              <a:off x="4761627" y="4222887"/>
              <a:ext cx="120685" cy="412415"/>
            </a:xfrm>
            <a:prstGeom prst="rect">
              <a:avLst/>
            </a:prstGeom>
            <a:solidFill>
              <a:schemeClr val="bg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469" name="Oval 52">
              <a:extLst>
                <a:ext uri="{FF2B5EF4-FFF2-40B4-BE49-F238E27FC236}">
                  <a16:creationId xmlns:a16="http://schemas.microsoft.com/office/drawing/2014/main" id="{62F5C4BB-77E6-4C14-BFF1-493280CE03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7969" y="4285094"/>
              <a:ext cx="288000" cy="288000"/>
            </a:xfrm>
            <a:prstGeom prst="ellipse">
              <a:avLst/>
            </a:prstGeom>
            <a:solidFill>
              <a:schemeClr val="accent1"/>
            </a:solidFill>
            <a:ln w="6350" cap="rnd">
              <a:solidFill>
                <a:schemeClr val="accent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0" name="Freeform 51">
              <a:extLst>
                <a:ext uri="{FF2B5EF4-FFF2-40B4-BE49-F238E27FC236}">
                  <a16:creationId xmlns:a16="http://schemas.microsoft.com/office/drawing/2014/main" id="{4AD7068E-D77F-4C3D-A295-D393BB0FBE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1016" y="4353019"/>
              <a:ext cx="75365" cy="152151"/>
            </a:xfrm>
            <a:custGeom>
              <a:avLst/>
              <a:gdLst>
                <a:gd name="T0" fmla="*/ 0 w 28"/>
                <a:gd name="T1" fmla="*/ 56 h 56"/>
                <a:gd name="T2" fmla="*/ 28 w 28"/>
                <a:gd name="T3" fmla="*/ 27 h 56"/>
                <a:gd name="T4" fmla="*/ 0 w 28"/>
                <a:gd name="T5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" h="56">
                  <a:moveTo>
                    <a:pt x="0" y="56"/>
                  </a:moveTo>
                  <a:lnTo>
                    <a:pt x="28" y="27"/>
                  </a:lnTo>
                  <a:lnTo>
                    <a:pt x="0" y="0"/>
                  </a:lnTo>
                </a:path>
              </a:pathLst>
            </a:custGeom>
            <a:no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08" name="LineArrow" hidden="1">
            <a:extLst>
              <a:ext uri="{FF2B5EF4-FFF2-40B4-BE49-F238E27FC236}">
                <a16:creationId xmlns:a16="http://schemas.microsoft.com/office/drawing/2014/main" id="{0124A46F-FCAD-4F4A-91E4-8DD92F3D22F5}"/>
              </a:ext>
            </a:extLst>
          </p:cNvPr>
          <p:cNvGrpSpPr/>
          <p:nvPr userDrawn="1"/>
        </p:nvGrpSpPr>
        <p:grpSpPr>
          <a:xfrm rot="5400000">
            <a:off x="3266044" y="3833168"/>
            <a:ext cx="115517" cy="220533"/>
            <a:chOff x="427408" y="3815098"/>
            <a:chExt cx="312580" cy="596744"/>
          </a:xfrm>
        </p:grpSpPr>
        <p:sp>
          <p:nvSpPr>
            <p:cNvPr id="409" name="Line 56">
              <a:extLst>
                <a:ext uri="{FF2B5EF4-FFF2-40B4-BE49-F238E27FC236}">
                  <a16:creationId xmlns:a16="http://schemas.microsoft.com/office/drawing/2014/main" id="{ED21B92A-6C6B-47C5-A57E-62EA9E0206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408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0" name="Line 57">
              <a:extLst>
                <a:ext uri="{FF2B5EF4-FFF2-40B4-BE49-F238E27FC236}">
                  <a16:creationId xmlns:a16="http://schemas.microsoft.com/office/drawing/2014/main" id="{5515D700-F4F6-479D-B24F-F1CEF531A3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83697" y="3815098"/>
              <a:ext cx="156291" cy="159132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1" name="Line 59">
              <a:extLst>
                <a:ext uri="{FF2B5EF4-FFF2-40B4-BE49-F238E27FC236}">
                  <a16:creationId xmlns:a16="http://schemas.microsoft.com/office/drawing/2014/main" id="{14711298-8A19-4E9D-99C9-9EA612F115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3697" y="3815098"/>
              <a:ext cx="0" cy="596744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12" name="LineArrowWhite" hidden="1">
            <a:extLst>
              <a:ext uri="{FF2B5EF4-FFF2-40B4-BE49-F238E27FC236}">
                <a16:creationId xmlns:a16="http://schemas.microsoft.com/office/drawing/2014/main" id="{6196A327-D3F6-4130-AFA6-3D2EB29723BF}"/>
              </a:ext>
            </a:extLst>
          </p:cNvPr>
          <p:cNvGrpSpPr/>
          <p:nvPr userDrawn="1"/>
        </p:nvGrpSpPr>
        <p:grpSpPr>
          <a:xfrm rot="5400000">
            <a:off x="3625077" y="3745321"/>
            <a:ext cx="396228" cy="396228"/>
            <a:chOff x="2021702" y="3245932"/>
            <a:chExt cx="396228" cy="396228"/>
          </a:xfrm>
          <a:solidFill>
            <a:schemeClr val="bg1"/>
          </a:solidFill>
        </p:grpSpPr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57A8EBA1-9795-4C02-B553-39BA611C597A}"/>
                </a:ext>
              </a:extLst>
            </p:cNvPr>
            <p:cNvSpPr>
              <a:spLocks/>
            </p:cNvSpPr>
            <p:nvPr userDrawn="1"/>
          </p:nvSpPr>
          <p:spPr>
            <a:xfrm>
              <a:off x="2021702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5A5FCF76-A671-447E-B2CE-6832D29BDA06}"/>
                </a:ext>
              </a:extLst>
            </p:cNvPr>
            <p:cNvGrpSpPr/>
            <p:nvPr userDrawn="1"/>
          </p:nvGrpSpPr>
          <p:grpSpPr>
            <a:xfrm>
              <a:off x="2162058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15" name="Line 56">
                <a:extLst>
                  <a:ext uri="{FF2B5EF4-FFF2-40B4-BE49-F238E27FC236}">
                    <a16:creationId xmlns:a16="http://schemas.microsoft.com/office/drawing/2014/main" id="{0F85B57B-C33F-4A26-8F0E-7C9FE52B97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6" name="Line 57">
                <a:extLst>
                  <a:ext uri="{FF2B5EF4-FFF2-40B4-BE49-F238E27FC236}">
                    <a16:creationId xmlns:a16="http://schemas.microsoft.com/office/drawing/2014/main" id="{61FF35EB-0D3C-4B49-85B7-73B202B643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17" name="Line 59">
                <a:extLst>
                  <a:ext uri="{FF2B5EF4-FFF2-40B4-BE49-F238E27FC236}">
                    <a16:creationId xmlns:a16="http://schemas.microsoft.com/office/drawing/2014/main" id="{ABA825E6-D893-4500-9C8B-8B8AD01F92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18" name="LineArrowBlue" hidden="1">
            <a:extLst>
              <a:ext uri="{FF2B5EF4-FFF2-40B4-BE49-F238E27FC236}">
                <a16:creationId xmlns:a16="http://schemas.microsoft.com/office/drawing/2014/main" id="{54C013E7-3242-42AD-998E-302CC25870A5}"/>
              </a:ext>
            </a:extLst>
          </p:cNvPr>
          <p:cNvGrpSpPr/>
          <p:nvPr userDrawn="1"/>
        </p:nvGrpSpPr>
        <p:grpSpPr>
          <a:xfrm rot="5400000">
            <a:off x="4124466" y="3745320"/>
            <a:ext cx="396228" cy="396228"/>
            <a:chOff x="2521091" y="3245932"/>
            <a:chExt cx="396228" cy="396228"/>
          </a:xfrm>
          <a:solidFill>
            <a:schemeClr val="tx1"/>
          </a:solidFill>
        </p:grpSpPr>
        <p:sp>
          <p:nvSpPr>
            <p:cNvPr id="419" name="Oval 418">
              <a:extLst>
                <a:ext uri="{FF2B5EF4-FFF2-40B4-BE49-F238E27FC236}">
                  <a16:creationId xmlns:a16="http://schemas.microsoft.com/office/drawing/2014/main" id="{219C1E05-0F1B-4452-B23B-EE8E39CD486F}"/>
                </a:ext>
              </a:extLst>
            </p:cNvPr>
            <p:cNvSpPr>
              <a:spLocks/>
            </p:cNvSpPr>
            <p:nvPr userDrawn="1"/>
          </p:nvSpPr>
          <p:spPr>
            <a:xfrm>
              <a:off x="2521091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0" name="Group 419">
              <a:extLst>
                <a:ext uri="{FF2B5EF4-FFF2-40B4-BE49-F238E27FC236}">
                  <a16:creationId xmlns:a16="http://schemas.microsoft.com/office/drawing/2014/main" id="{4257B84C-50F5-4FB1-89D4-424523828643}"/>
                </a:ext>
              </a:extLst>
            </p:cNvPr>
            <p:cNvGrpSpPr/>
            <p:nvPr userDrawn="1"/>
          </p:nvGrpSpPr>
          <p:grpSpPr>
            <a:xfrm>
              <a:off x="2661447" y="3333780"/>
              <a:ext cx="115517" cy="220533"/>
              <a:chOff x="427408" y="3815098"/>
              <a:chExt cx="312580" cy="596744"/>
            </a:xfrm>
            <a:grpFill/>
          </p:grpSpPr>
          <p:sp>
            <p:nvSpPr>
              <p:cNvPr id="421" name="Line 56">
                <a:extLst>
                  <a:ext uri="{FF2B5EF4-FFF2-40B4-BE49-F238E27FC236}">
                    <a16:creationId xmlns:a16="http://schemas.microsoft.com/office/drawing/2014/main" id="{D27D2571-32AE-4429-AF3C-828A7DDF71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7408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2" name="Line 57">
                <a:extLst>
                  <a:ext uri="{FF2B5EF4-FFF2-40B4-BE49-F238E27FC236}">
                    <a16:creationId xmlns:a16="http://schemas.microsoft.com/office/drawing/2014/main" id="{4625AA99-226B-4049-8D38-1B6511BDA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83697" y="3815098"/>
                <a:ext cx="156291" cy="159132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3" name="Line 59">
                <a:extLst>
                  <a:ext uri="{FF2B5EF4-FFF2-40B4-BE49-F238E27FC236}">
                    <a16:creationId xmlns:a16="http://schemas.microsoft.com/office/drawing/2014/main" id="{E89D5AEA-948C-4B40-86B8-4833AD527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83697" y="3815098"/>
                <a:ext cx="0" cy="596744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50" name="DoubleArrow" hidden="1">
            <a:extLst>
              <a:ext uri="{FF2B5EF4-FFF2-40B4-BE49-F238E27FC236}">
                <a16:creationId xmlns:a16="http://schemas.microsoft.com/office/drawing/2014/main" id="{D8EAE1B9-242C-4245-8ABB-55AC63A710A7}"/>
              </a:ext>
            </a:extLst>
          </p:cNvPr>
          <p:cNvGrpSpPr/>
          <p:nvPr userDrawn="1"/>
        </p:nvGrpSpPr>
        <p:grpSpPr>
          <a:xfrm>
            <a:off x="3213535" y="4385066"/>
            <a:ext cx="220534" cy="115517"/>
            <a:chOff x="3213535" y="4609576"/>
            <a:chExt cx="220534" cy="115517"/>
          </a:xfrm>
        </p:grpSpPr>
        <p:sp>
          <p:nvSpPr>
            <p:cNvPr id="444" name="Line 56">
              <a:extLst>
                <a:ext uri="{FF2B5EF4-FFF2-40B4-BE49-F238E27FC236}">
                  <a16:creationId xmlns:a16="http://schemas.microsoft.com/office/drawing/2014/main" id="{6B08453B-3826-4319-AA35-9E19BE63CF3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75785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5" name="Line 57">
              <a:extLst>
                <a:ext uri="{FF2B5EF4-FFF2-40B4-BE49-F238E27FC236}">
                  <a16:creationId xmlns:a16="http://schemas.microsoft.com/office/drawing/2014/main" id="{C008B8C4-B001-4B0C-BBC1-1AB464D4710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H="1" flipV="1">
              <a:off x="3375785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6" name="Line 59">
              <a:extLst>
                <a:ext uri="{FF2B5EF4-FFF2-40B4-BE49-F238E27FC236}">
                  <a16:creationId xmlns:a16="http://schemas.microsoft.com/office/drawing/2014/main" id="{F785F36B-C4FD-4C31-B2F4-7FC7DE534E6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5400000" flipV="1">
              <a:off x="3323802" y="4557068"/>
              <a:ext cx="0" cy="220533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7" name="Line 56">
              <a:extLst>
                <a:ext uri="{FF2B5EF4-FFF2-40B4-BE49-F238E27FC236}">
                  <a16:creationId xmlns:a16="http://schemas.microsoft.com/office/drawing/2014/main" id="{31830510-8559-448A-9B32-360B3AF05B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H="1" flipV="1">
              <a:off x="3214060" y="4609051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48" name="Line 57">
              <a:extLst>
                <a:ext uri="{FF2B5EF4-FFF2-40B4-BE49-F238E27FC236}">
                  <a16:creationId xmlns:a16="http://schemas.microsoft.com/office/drawing/2014/main" id="{4AF49A31-9252-4ED3-9E98-E38D877801F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 rot="16200000" flipV="1">
              <a:off x="3214060" y="4666809"/>
              <a:ext cx="57759" cy="58809"/>
            </a:xfrm>
            <a:prstGeom prst="line">
              <a:avLst/>
            </a:prstGeom>
            <a:noFill/>
            <a:ln w="635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463" name="DoubleArrowWhite" hidden="1">
            <a:extLst>
              <a:ext uri="{FF2B5EF4-FFF2-40B4-BE49-F238E27FC236}">
                <a16:creationId xmlns:a16="http://schemas.microsoft.com/office/drawing/2014/main" id="{3ABE37EC-79A3-4E2F-8210-54E8CDD37B4C}"/>
              </a:ext>
            </a:extLst>
          </p:cNvPr>
          <p:cNvGrpSpPr/>
          <p:nvPr userDrawn="1"/>
        </p:nvGrpSpPr>
        <p:grpSpPr>
          <a:xfrm>
            <a:off x="3625077" y="4244710"/>
            <a:ext cx="396228" cy="396228"/>
            <a:chOff x="3625077" y="4244710"/>
            <a:chExt cx="396228" cy="396228"/>
          </a:xfrm>
          <a:solidFill>
            <a:schemeClr val="bg1"/>
          </a:solidFill>
        </p:grpSpPr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5918518C-8900-4C64-A92E-B5603F230788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3625077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1" name="Group 450">
              <a:extLst>
                <a:ext uri="{FF2B5EF4-FFF2-40B4-BE49-F238E27FC236}">
                  <a16:creationId xmlns:a16="http://schemas.microsoft.com/office/drawing/2014/main" id="{866C5881-5153-4E21-B013-5A516E184B2C}"/>
                </a:ext>
              </a:extLst>
            </p:cNvPr>
            <p:cNvGrpSpPr/>
            <p:nvPr userDrawn="1"/>
          </p:nvGrpSpPr>
          <p:grpSpPr>
            <a:xfrm>
              <a:off x="3712924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2" name="Line 56">
                <a:extLst>
                  <a:ext uri="{FF2B5EF4-FFF2-40B4-BE49-F238E27FC236}">
                    <a16:creationId xmlns:a16="http://schemas.microsoft.com/office/drawing/2014/main" id="{649C447E-3E71-4C7C-A62B-27CF3B2B1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3" name="Line 57">
                <a:extLst>
                  <a:ext uri="{FF2B5EF4-FFF2-40B4-BE49-F238E27FC236}">
                    <a16:creationId xmlns:a16="http://schemas.microsoft.com/office/drawing/2014/main" id="{64110E85-1561-4EDC-9916-6748492DE4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4" name="Line 59">
                <a:extLst>
                  <a:ext uri="{FF2B5EF4-FFF2-40B4-BE49-F238E27FC236}">
                    <a16:creationId xmlns:a16="http://schemas.microsoft.com/office/drawing/2014/main" id="{D39A4010-FEDF-4E0E-8492-0716F35E1D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5" name="Line 56">
                <a:extLst>
                  <a:ext uri="{FF2B5EF4-FFF2-40B4-BE49-F238E27FC236}">
                    <a16:creationId xmlns:a16="http://schemas.microsoft.com/office/drawing/2014/main" id="{4A7A158C-0EFE-4D40-9C07-A8EE811D3F47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6" name="Line 57">
                <a:extLst>
                  <a:ext uri="{FF2B5EF4-FFF2-40B4-BE49-F238E27FC236}">
                    <a16:creationId xmlns:a16="http://schemas.microsoft.com/office/drawing/2014/main" id="{7ED0904F-5940-4C51-A8C9-33147180354B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64" name="DoubleArrowBlue" hidden="1">
            <a:extLst>
              <a:ext uri="{FF2B5EF4-FFF2-40B4-BE49-F238E27FC236}">
                <a16:creationId xmlns:a16="http://schemas.microsoft.com/office/drawing/2014/main" id="{7E1DFD1E-758C-428A-9BB9-52845C1B80B4}"/>
              </a:ext>
            </a:extLst>
          </p:cNvPr>
          <p:cNvGrpSpPr/>
          <p:nvPr userDrawn="1"/>
        </p:nvGrpSpPr>
        <p:grpSpPr>
          <a:xfrm>
            <a:off x="4124466" y="4244710"/>
            <a:ext cx="396228" cy="396228"/>
            <a:chOff x="4124466" y="4244710"/>
            <a:chExt cx="396228" cy="396228"/>
          </a:xfrm>
          <a:solidFill>
            <a:schemeClr val="tx1"/>
          </a:solidFill>
        </p:grpSpPr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D43B777C-52CC-4D48-9B90-07F1C161A495}"/>
                </a:ext>
              </a:extLst>
            </p:cNvPr>
            <p:cNvSpPr>
              <a:spLocks/>
            </p:cNvSpPr>
            <p:nvPr userDrawn="1"/>
          </p:nvSpPr>
          <p:spPr>
            <a:xfrm rot="5400000">
              <a:off x="4124466" y="424471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tx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57" name="Group 456">
              <a:extLst>
                <a:ext uri="{FF2B5EF4-FFF2-40B4-BE49-F238E27FC236}">
                  <a16:creationId xmlns:a16="http://schemas.microsoft.com/office/drawing/2014/main" id="{890EED57-E244-4781-993F-B5407609B370}"/>
                </a:ext>
              </a:extLst>
            </p:cNvPr>
            <p:cNvGrpSpPr/>
            <p:nvPr userDrawn="1"/>
          </p:nvGrpSpPr>
          <p:grpSpPr>
            <a:xfrm>
              <a:off x="4212313" y="4385066"/>
              <a:ext cx="220534" cy="115517"/>
              <a:chOff x="3213535" y="4609576"/>
              <a:chExt cx="220534" cy="115517"/>
            </a:xfrm>
            <a:grpFill/>
          </p:grpSpPr>
          <p:sp>
            <p:nvSpPr>
              <p:cNvPr id="458" name="Line 56">
                <a:extLst>
                  <a:ext uri="{FF2B5EF4-FFF2-40B4-BE49-F238E27FC236}">
                    <a16:creationId xmlns:a16="http://schemas.microsoft.com/office/drawing/2014/main" id="{01DE3768-0293-42BF-AAE5-490E416657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75785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59" name="Line 57">
                <a:extLst>
                  <a:ext uri="{FF2B5EF4-FFF2-40B4-BE49-F238E27FC236}">
                    <a16:creationId xmlns:a16="http://schemas.microsoft.com/office/drawing/2014/main" id="{C8C5CC6F-6445-44D1-A181-D4AFAD3181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H="1" flipV="1">
                <a:off x="3375785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0" name="Line 59">
                <a:extLst>
                  <a:ext uri="{FF2B5EF4-FFF2-40B4-BE49-F238E27FC236}">
                    <a16:creationId xmlns:a16="http://schemas.microsoft.com/office/drawing/2014/main" id="{63C1F4BE-D7B0-47D3-A517-BEF3087A1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 flipV="1">
                <a:off x="3323802" y="4557068"/>
                <a:ext cx="0" cy="220533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1" name="Line 56">
                <a:extLst>
                  <a:ext uri="{FF2B5EF4-FFF2-40B4-BE49-F238E27FC236}">
                    <a16:creationId xmlns:a16="http://schemas.microsoft.com/office/drawing/2014/main" id="{203302A7-6AA1-42F7-8851-43C88E5B820F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H="1" flipV="1">
                <a:off x="3214060" y="4609051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62" name="Line 57">
                <a:extLst>
                  <a:ext uri="{FF2B5EF4-FFF2-40B4-BE49-F238E27FC236}">
                    <a16:creationId xmlns:a16="http://schemas.microsoft.com/office/drawing/2014/main" id="{4A80DF25-09D9-441D-B372-771EB84392F9}"/>
                  </a:ext>
                </a:extLst>
              </p:cNvPr>
              <p:cNvSpPr>
                <a:spLocks noChangeShapeType="1"/>
              </p:cNvSpPr>
              <p:nvPr userDrawn="1"/>
            </p:nvSpPr>
            <p:spPr bwMode="auto">
              <a:xfrm rot="16200000" flipV="1">
                <a:off x="3214060" y="4666809"/>
                <a:ext cx="57759" cy="58809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33" name="PlusSign" hidden="1">
            <a:extLst>
              <a:ext uri="{FF2B5EF4-FFF2-40B4-BE49-F238E27FC236}">
                <a16:creationId xmlns:a16="http://schemas.microsoft.com/office/drawing/2014/main" id="{4549EAC5-AA56-4BE0-AD79-CDF901320BAB}"/>
              </a:ext>
            </a:extLst>
          </p:cNvPr>
          <p:cNvGrpSpPr/>
          <p:nvPr userDrawn="1"/>
        </p:nvGrpSpPr>
        <p:grpSpPr>
          <a:xfrm>
            <a:off x="7194634" y="3340361"/>
            <a:ext cx="211076" cy="207370"/>
            <a:chOff x="9884922" y="4691051"/>
            <a:chExt cx="211076" cy="207370"/>
          </a:xfrm>
        </p:grpSpPr>
        <p:sp>
          <p:nvSpPr>
            <p:cNvPr id="534" name="Line 41">
              <a:extLst>
                <a:ext uri="{FF2B5EF4-FFF2-40B4-BE49-F238E27FC236}">
                  <a16:creationId xmlns:a16="http://schemas.microsoft.com/office/drawing/2014/main" id="{C0219510-C9F5-4442-B9D9-FEB0C6183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990460" y="4691051"/>
              <a:ext cx="0" cy="20737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5" name="Line 42">
              <a:extLst>
                <a:ext uri="{FF2B5EF4-FFF2-40B4-BE49-F238E27FC236}">
                  <a16:creationId xmlns:a16="http://schemas.microsoft.com/office/drawing/2014/main" id="{C9858D1D-0885-4A41-AF89-065DCD55AE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84922" y="4794736"/>
              <a:ext cx="211076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4" name="PlusSignWhite" hidden="1">
            <a:extLst>
              <a:ext uri="{FF2B5EF4-FFF2-40B4-BE49-F238E27FC236}">
                <a16:creationId xmlns:a16="http://schemas.microsoft.com/office/drawing/2014/main" id="{CF89EC44-08F5-45A1-89B2-F388346DC997}"/>
              </a:ext>
            </a:extLst>
          </p:cNvPr>
          <p:cNvGrpSpPr/>
          <p:nvPr userDrawn="1"/>
        </p:nvGrpSpPr>
        <p:grpSpPr>
          <a:xfrm>
            <a:off x="7601447" y="3245932"/>
            <a:ext cx="396228" cy="396228"/>
            <a:chOff x="7601447" y="3245932"/>
            <a:chExt cx="396228" cy="396228"/>
          </a:xfrm>
          <a:solidFill>
            <a:schemeClr val="bg1"/>
          </a:solidFill>
        </p:grpSpPr>
        <p:sp>
          <p:nvSpPr>
            <p:cNvPr id="500" name="Oval 499">
              <a:extLst>
                <a:ext uri="{FF2B5EF4-FFF2-40B4-BE49-F238E27FC236}">
                  <a16:creationId xmlns:a16="http://schemas.microsoft.com/office/drawing/2014/main" id="{1253B479-0F8F-4409-8F5F-CC7C55B8D8B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8B2BAD3B-1973-4E5B-833D-94CF707C2677}"/>
                </a:ext>
              </a:extLst>
            </p:cNvPr>
            <p:cNvGrpSpPr/>
            <p:nvPr userDrawn="1"/>
          </p:nvGrpSpPr>
          <p:grpSpPr>
            <a:xfrm>
              <a:off x="7694023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281" name="Line 41">
                <a:extLst>
                  <a:ext uri="{FF2B5EF4-FFF2-40B4-BE49-F238E27FC236}">
                    <a16:creationId xmlns:a16="http://schemas.microsoft.com/office/drawing/2014/main" id="{74DC9063-F6CF-430D-B845-F4F3EA557E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82" name="Line 42">
                <a:extLst>
                  <a:ext uri="{FF2B5EF4-FFF2-40B4-BE49-F238E27FC236}">
                    <a16:creationId xmlns:a16="http://schemas.microsoft.com/office/drawing/2014/main" id="{BFB31165-3C17-4F97-8D1B-5ABFE15799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5" name="PlusSignBlue" hidden="1">
            <a:extLst>
              <a:ext uri="{FF2B5EF4-FFF2-40B4-BE49-F238E27FC236}">
                <a16:creationId xmlns:a16="http://schemas.microsoft.com/office/drawing/2014/main" id="{0BCEA5A7-1BB1-473A-8A99-6200AC101E29}"/>
              </a:ext>
            </a:extLst>
          </p:cNvPr>
          <p:cNvGrpSpPr/>
          <p:nvPr userDrawn="1"/>
        </p:nvGrpSpPr>
        <p:grpSpPr>
          <a:xfrm>
            <a:off x="8100836" y="3245932"/>
            <a:ext cx="396228" cy="396228"/>
            <a:chOff x="8100836" y="3245932"/>
            <a:chExt cx="396228" cy="396228"/>
          </a:xfrm>
          <a:solidFill>
            <a:schemeClr val="accent2"/>
          </a:solidFill>
        </p:grpSpPr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E8FDED5E-218F-4C40-945B-37C1CDC2D20A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245932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44" name="Group 543">
              <a:extLst>
                <a:ext uri="{FF2B5EF4-FFF2-40B4-BE49-F238E27FC236}">
                  <a16:creationId xmlns:a16="http://schemas.microsoft.com/office/drawing/2014/main" id="{A85E6A96-C09A-4086-B990-56A83AB24FB7}"/>
                </a:ext>
              </a:extLst>
            </p:cNvPr>
            <p:cNvGrpSpPr/>
            <p:nvPr userDrawn="1"/>
          </p:nvGrpSpPr>
          <p:grpSpPr>
            <a:xfrm>
              <a:off x="8193412" y="3340361"/>
              <a:ext cx="211076" cy="207370"/>
              <a:chOff x="9884922" y="4691051"/>
              <a:chExt cx="211076" cy="207370"/>
            </a:xfrm>
            <a:grpFill/>
          </p:grpSpPr>
          <p:sp>
            <p:nvSpPr>
              <p:cNvPr id="545" name="Line 41">
                <a:extLst>
                  <a:ext uri="{FF2B5EF4-FFF2-40B4-BE49-F238E27FC236}">
                    <a16:creationId xmlns:a16="http://schemas.microsoft.com/office/drawing/2014/main" id="{4E697264-B730-4939-89A1-01BC954E59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990460" y="4691051"/>
                <a:ext cx="0" cy="20737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46" name="Line 42">
                <a:extLst>
                  <a:ext uri="{FF2B5EF4-FFF2-40B4-BE49-F238E27FC236}">
                    <a16:creationId xmlns:a16="http://schemas.microsoft.com/office/drawing/2014/main" id="{B8209229-F20E-47FC-BABC-7F856BE328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84922" y="4794736"/>
                <a:ext cx="211076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8" name="DivisionSign" hidden="1">
            <a:extLst>
              <a:ext uri="{FF2B5EF4-FFF2-40B4-BE49-F238E27FC236}">
                <a16:creationId xmlns:a16="http://schemas.microsoft.com/office/drawing/2014/main" id="{127E2593-2CF1-47BB-87D4-D3FC929C3BBC}"/>
              </a:ext>
            </a:extLst>
          </p:cNvPr>
          <p:cNvGrpSpPr/>
          <p:nvPr userDrawn="1"/>
        </p:nvGrpSpPr>
        <p:grpSpPr>
          <a:xfrm>
            <a:off x="7220556" y="3877065"/>
            <a:ext cx="159233" cy="132738"/>
            <a:chOff x="7220556" y="3877065"/>
            <a:chExt cx="159233" cy="132738"/>
          </a:xfrm>
        </p:grpSpPr>
        <p:sp>
          <p:nvSpPr>
            <p:cNvPr id="537" name="Line 44">
              <a:extLst>
                <a:ext uri="{FF2B5EF4-FFF2-40B4-BE49-F238E27FC236}">
                  <a16:creationId xmlns:a16="http://schemas.microsoft.com/office/drawing/2014/main" id="{040A4712-9EAE-49E5-922B-013C3B22F321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220556" y="3943435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8" name="Line 44">
              <a:extLst>
                <a:ext uri="{FF2B5EF4-FFF2-40B4-BE49-F238E27FC236}">
                  <a16:creationId xmlns:a16="http://schemas.microsoft.com/office/drawing/2014/main" id="{AA48AB3A-827F-4662-B02D-055FBFC78ECB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3877065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39" name="Line 44">
              <a:extLst>
                <a:ext uri="{FF2B5EF4-FFF2-40B4-BE49-F238E27FC236}">
                  <a16:creationId xmlns:a16="http://schemas.microsoft.com/office/drawing/2014/main" id="{E18D6863-804B-4B57-B232-BA5927AACBF3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7300173" y="4009803"/>
              <a:ext cx="0" cy="0"/>
            </a:xfrm>
            <a:prstGeom prst="line">
              <a:avLst/>
            </a:prstGeom>
            <a:solidFill>
              <a:schemeClr val="accent3"/>
            </a:solidFill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7" name="DivisionSignWhite" hidden="1">
            <a:extLst>
              <a:ext uri="{FF2B5EF4-FFF2-40B4-BE49-F238E27FC236}">
                <a16:creationId xmlns:a16="http://schemas.microsoft.com/office/drawing/2014/main" id="{2B9FFF55-19BA-4480-98EE-9D61D3BA8D1B}"/>
              </a:ext>
            </a:extLst>
          </p:cNvPr>
          <p:cNvGrpSpPr/>
          <p:nvPr userDrawn="1"/>
        </p:nvGrpSpPr>
        <p:grpSpPr>
          <a:xfrm>
            <a:off x="7601447" y="3745320"/>
            <a:ext cx="396228" cy="396228"/>
            <a:chOff x="7601447" y="3745320"/>
            <a:chExt cx="396228" cy="396228"/>
          </a:xfrm>
          <a:solidFill>
            <a:schemeClr val="bg1"/>
          </a:solidFill>
        </p:grpSpPr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EA760D56-5081-4757-BA3E-CD6AD6829783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85" name="Line 44">
              <a:extLst>
                <a:ext uri="{FF2B5EF4-FFF2-40B4-BE49-F238E27FC236}">
                  <a16:creationId xmlns:a16="http://schemas.microsoft.com/office/drawing/2014/main" id="{4B1F19ED-9100-46F3-91B0-EA130A77B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6" name="Line 44">
              <a:extLst>
                <a:ext uri="{FF2B5EF4-FFF2-40B4-BE49-F238E27FC236}">
                  <a16:creationId xmlns:a16="http://schemas.microsoft.com/office/drawing/2014/main" id="{4B170E92-24B4-4E04-8132-07F94FE9ED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287" name="Line 44">
              <a:extLst>
                <a:ext uri="{FF2B5EF4-FFF2-40B4-BE49-F238E27FC236}">
                  <a16:creationId xmlns:a16="http://schemas.microsoft.com/office/drawing/2014/main" id="{54BEADD6-EFA5-4FC3-8BCE-8C7907766F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99562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6" name="DivisionSignBlue" hidden="1">
            <a:extLst>
              <a:ext uri="{FF2B5EF4-FFF2-40B4-BE49-F238E27FC236}">
                <a16:creationId xmlns:a16="http://schemas.microsoft.com/office/drawing/2014/main" id="{5E62F941-8334-4B00-BABF-BDA2353532DA}"/>
              </a:ext>
            </a:extLst>
          </p:cNvPr>
          <p:cNvGrpSpPr/>
          <p:nvPr userDrawn="1"/>
        </p:nvGrpSpPr>
        <p:grpSpPr>
          <a:xfrm>
            <a:off x="8100836" y="3745320"/>
            <a:ext cx="396228" cy="396228"/>
            <a:chOff x="8100836" y="3745320"/>
            <a:chExt cx="396228" cy="396228"/>
          </a:xfrm>
          <a:solidFill>
            <a:schemeClr val="accent2"/>
          </a:solidFill>
        </p:grpSpPr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5E9DF3EF-B779-4E19-BA1D-FD1EC42723CF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8" name="Line 44">
              <a:extLst>
                <a:ext uri="{FF2B5EF4-FFF2-40B4-BE49-F238E27FC236}">
                  <a16:creationId xmlns:a16="http://schemas.microsoft.com/office/drawing/2014/main" id="{A7125CCC-6317-44EF-A6E0-47A36E1D4E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9334" y="3943435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9" name="Line 44">
              <a:extLst>
                <a:ext uri="{FF2B5EF4-FFF2-40B4-BE49-F238E27FC236}">
                  <a16:creationId xmlns:a16="http://schemas.microsoft.com/office/drawing/2014/main" id="{D892180A-815A-4E7C-AE22-FCAD7499E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3877065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50" name="Line 44">
              <a:extLst>
                <a:ext uri="{FF2B5EF4-FFF2-40B4-BE49-F238E27FC236}">
                  <a16:creationId xmlns:a16="http://schemas.microsoft.com/office/drawing/2014/main" id="{2E4398B0-02DF-47CC-BA42-8D8A997DE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98951" y="4009803"/>
              <a:ext cx="0" cy="0"/>
            </a:xfrm>
            <a:prstGeom prst="line">
              <a:avLst/>
            </a:prstGeom>
            <a:grp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40" name="EqualSign" hidden="1">
            <a:extLst>
              <a:ext uri="{FF2B5EF4-FFF2-40B4-BE49-F238E27FC236}">
                <a16:creationId xmlns:a16="http://schemas.microsoft.com/office/drawing/2014/main" id="{8FACBB98-73B7-47FC-BE9E-7D52815FDBB5}"/>
              </a:ext>
            </a:extLst>
          </p:cNvPr>
          <p:cNvGrpSpPr/>
          <p:nvPr userDrawn="1"/>
        </p:nvGrpSpPr>
        <p:grpSpPr>
          <a:xfrm>
            <a:off x="7220556" y="4909028"/>
            <a:ext cx="159233" cy="66370"/>
            <a:chOff x="10052352" y="5798217"/>
            <a:chExt cx="159233" cy="66370"/>
          </a:xfrm>
        </p:grpSpPr>
        <p:sp>
          <p:nvSpPr>
            <p:cNvPr id="541" name="Line 44">
              <a:extLst>
                <a:ext uri="{FF2B5EF4-FFF2-40B4-BE49-F238E27FC236}">
                  <a16:creationId xmlns:a16="http://schemas.microsoft.com/office/drawing/2014/main" id="{FBDD8AB6-8E3C-4502-993F-7E40413113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86458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542" name="Line 44">
              <a:extLst>
                <a:ext uri="{FF2B5EF4-FFF2-40B4-BE49-F238E27FC236}">
                  <a16:creationId xmlns:a16="http://schemas.microsoft.com/office/drawing/2014/main" id="{B28F13C5-BAC8-41D7-AE60-F221BACC9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52352" y="5798217"/>
              <a:ext cx="159233" cy="0"/>
            </a:xfrm>
            <a:prstGeom prst="line">
              <a:avLst/>
            </a:prstGeom>
            <a:solidFill>
              <a:schemeClr val="accent3"/>
            </a:solidFill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60" name="EqualSignWhite" hidden="1">
            <a:extLst>
              <a:ext uri="{FF2B5EF4-FFF2-40B4-BE49-F238E27FC236}">
                <a16:creationId xmlns:a16="http://schemas.microsoft.com/office/drawing/2014/main" id="{A5B0BC82-9180-4E42-A533-1C6E03F58E20}"/>
              </a:ext>
            </a:extLst>
          </p:cNvPr>
          <p:cNvGrpSpPr/>
          <p:nvPr userDrawn="1"/>
        </p:nvGrpSpPr>
        <p:grpSpPr>
          <a:xfrm>
            <a:off x="7601447" y="4744099"/>
            <a:ext cx="396228" cy="396228"/>
            <a:chOff x="7601447" y="4744099"/>
            <a:chExt cx="396228" cy="396228"/>
          </a:xfrm>
          <a:solidFill>
            <a:schemeClr val="bg1"/>
          </a:solidFill>
        </p:grpSpPr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C074CE03-7491-43AF-88DD-7C37B3EBA777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F9EFC8D0-E234-40B0-91B9-9B3BC0FB890A}"/>
                </a:ext>
              </a:extLst>
            </p:cNvPr>
            <p:cNvGrpSpPr/>
            <p:nvPr userDrawn="1"/>
          </p:nvGrpSpPr>
          <p:grpSpPr>
            <a:xfrm>
              <a:off x="7719945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294" name="Line 44">
                <a:extLst>
                  <a:ext uri="{FF2B5EF4-FFF2-40B4-BE49-F238E27FC236}">
                    <a16:creationId xmlns:a16="http://schemas.microsoft.com/office/drawing/2014/main" id="{F0F2B96D-E390-45E2-B380-D8F593FD0D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295" name="Line 44">
                <a:extLst>
                  <a:ext uri="{FF2B5EF4-FFF2-40B4-BE49-F238E27FC236}">
                    <a16:creationId xmlns:a16="http://schemas.microsoft.com/office/drawing/2014/main" id="{1949A518-178C-4A27-8258-7B1BAD8005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558" name="EqualSignBlue" hidden="1">
            <a:extLst>
              <a:ext uri="{FF2B5EF4-FFF2-40B4-BE49-F238E27FC236}">
                <a16:creationId xmlns:a16="http://schemas.microsoft.com/office/drawing/2014/main" id="{4084A8A2-730B-4CB4-BD6D-9C34AAB07CDD}"/>
              </a:ext>
            </a:extLst>
          </p:cNvPr>
          <p:cNvGrpSpPr/>
          <p:nvPr userDrawn="1"/>
        </p:nvGrpSpPr>
        <p:grpSpPr>
          <a:xfrm>
            <a:off x="8100836" y="4744099"/>
            <a:ext cx="396228" cy="396228"/>
            <a:chOff x="8100836" y="4744099"/>
            <a:chExt cx="396228" cy="396228"/>
          </a:xfrm>
          <a:solidFill>
            <a:schemeClr val="accent2"/>
          </a:solidFill>
        </p:grpSpPr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B1F8505F-6C4F-44DD-90E8-CE2EE23BC40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4744099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551" name="Group 550">
              <a:extLst>
                <a:ext uri="{FF2B5EF4-FFF2-40B4-BE49-F238E27FC236}">
                  <a16:creationId xmlns:a16="http://schemas.microsoft.com/office/drawing/2014/main" id="{A386F1C4-358C-4112-9940-F244183FD730}"/>
                </a:ext>
              </a:extLst>
            </p:cNvPr>
            <p:cNvGrpSpPr/>
            <p:nvPr userDrawn="1"/>
          </p:nvGrpSpPr>
          <p:grpSpPr>
            <a:xfrm>
              <a:off x="8219334" y="4909028"/>
              <a:ext cx="159233" cy="66370"/>
              <a:chOff x="10052352" y="5798217"/>
              <a:chExt cx="159233" cy="66370"/>
            </a:xfrm>
            <a:grpFill/>
          </p:grpSpPr>
          <p:sp>
            <p:nvSpPr>
              <p:cNvPr id="552" name="Line 44">
                <a:extLst>
                  <a:ext uri="{FF2B5EF4-FFF2-40B4-BE49-F238E27FC236}">
                    <a16:creationId xmlns:a16="http://schemas.microsoft.com/office/drawing/2014/main" id="{BC994C33-9755-4465-BAC3-8345CE3DA1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86458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553" name="Line 44">
                <a:extLst>
                  <a:ext uri="{FF2B5EF4-FFF2-40B4-BE49-F238E27FC236}">
                    <a16:creationId xmlns:a16="http://schemas.microsoft.com/office/drawing/2014/main" id="{987FB51E-5838-4460-B101-9C7951D030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052352" y="5798217"/>
                <a:ext cx="159233" cy="0"/>
              </a:xfrm>
              <a:prstGeom prst="line">
                <a:avLst/>
              </a:prstGeom>
              <a:grpFill/>
              <a:ln w="63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532" name="MinusSign" hidden="1">
            <a:extLst>
              <a:ext uri="{FF2B5EF4-FFF2-40B4-BE49-F238E27FC236}">
                <a16:creationId xmlns:a16="http://schemas.microsoft.com/office/drawing/2014/main" id="{DE06822A-4668-4996-86BA-956CB6CECE7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7220556" y="5441602"/>
            <a:ext cx="159233" cy="0"/>
          </a:xfrm>
          <a:prstGeom prst="line">
            <a:avLst/>
          </a:prstGeom>
          <a:solidFill>
            <a:schemeClr val="accent3"/>
          </a:solidFill>
          <a:ln w="6350" cap="rnd">
            <a:solidFill>
              <a:schemeClr val="accent2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pSp>
        <p:nvGrpSpPr>
          <p:cNvPr id="561" name="MinusSignWhite" hidden="1">
            <a:extLst>
              <a:ext uri="{FF2B5EF4-FFF2-40B4-BE49-F238E27FC236}">
                <a16:creationId xmlns:a16="http://schemas.microsoft.com/office/drawing/2014/main" id="{F7DA4D8C-36F2-49B8-B973-DDAFC645E476}"/>
              </a:ext>
            </a:extLst>
          </p:cNvPr>
          <p:cNvGrpSpPr/>
          <p:nvPr userDrawn="1"/>
        </p:nvGrpSpPr>
        <p:grpSpPr>
          <a:xfrm>
            <a:off x="7601447" y="5243488"/>
            <a:ext cx="396228" cy="396228"/>
            <a:chOff x="7601447" y="5243488"/>
            <a:chExt cx="396228" cy="396228"/>
          </a:xfrm>
          <a:solidFill>
            <a:schemeClr val="bg1"/>
          </a:solidFill>
        </p:grpSpPr>
        <p:sp>
          <p:nvSpPr>
            <p:cNvPr id="526" name="Oval 525">
              <a:extLst>
                <a:ext uri="{FF2B5EF4-FFF2-40B4-BE49-F238E27FC236}">
                  <a16:creationId xmlns:a16="http://schemas.microsoft.com/office/drawing/2014/main" id="{1BF6B12B-AED2-4C2F-ABCB-B2646C4D477C}"/>
                </a:ext>
              </a:extLst>
            </p:cNvPr>
            <p:cNvSpPr>
              <a:spLocks/>
            </p:cNvSpPr>
            <p:nvPr userDrawn="1"/>
          </p:nvSpPr>
          <p:spPr>
            <a:xfrm>
              <a:off x="7601447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278" name="Line 44">
              <a:extLst>
                <a:ext uri="{FF2B5EF4-FFF2-40B4-BE49-F238E27FC236}">
                  <a16:creationId xmlns:a16="http://schemas.microsoft.com/office/drawing/2014/main" id="{BAEC7FD7-DCD6-42D2-AFFF-22420FF74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9945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559" name="MinusSignBlue" hidden="1">
            <a:extLst>
              <a:ext uri="{FF2B5EF4-FFF2-40B4-BE49-F238E27FC236}">
                <a16:creationId xmlns:a16="http://schemas.microsoft.com/office/drawing/2014/main" id="{91F13460-73AA-4435-9D7C-4308BD46CC49}"/>
              </a:ext>
            </a:extLst>
          </p:cNvPr>
          <p:cNvGrpSpPr/>
          <p:nvPr userDrawn="1"/>
        </p:nvGrpSpPr>
        <p:grpSpPr>
          <a:xfrm>
            <a:off x="8100836" y="5243488"/>
            <a:ext cx="396228" cy="396228"/>
            <a:chOff x="8100836" y="5243488"/>
            <a:chExt cx="396228" cy="396228"/>
          </a:xfrm>
          <a:solidFill>
            <a:schemeClr val="accent2"/>
          </a:solidFill>
        </p:grpSpPr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361919CD-6F79-4579-9EA9-C35DC186131D}"/>
                </a:ext>
              </a:extLst>
            </p:cNvPr>
            <p:cNvSpPr>
              <a:spLocks/>
            </p:cNvSpPr>
            <p:nvPr userDrawn="1"/>
          </p:nvSpPr>
          <p:spPr>
            <a:xfrm>
              <a:off x="8100836" y="5243488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543" name="Line 44">
              <a:extLst>
                <a:ext uri="{FF2B5EF4-FFF2-40B4-BE49-F238E27FC236}">
                  <a16:creationId xmlns:a16="http://schemas.microsoft.com/office/drawing/2014/main" id="{245FAA86-00FC-4C71-8721-59C67DAB0EBD}"/>
                </a:ext>
              </a:extLst>
            </p:cNvPr>
            <p:cNvSpPr>
              <a:spLocks noChangeShapeType="1"/>
            </p:cNvSpPr>
            <p:nvPr userDrawn="1"/>
          </p:nvSpPr>
          <p:spPr bwMode="auto">
            <a:xfrm>
              <a:off x="8219334" y="5441602"/>
              <a:ext cx="159233" cy="0"/>
            </a:xfrm>
            <a:prstGeom prst="line">
              <a:avLst/>
            </a:prstGeom>
            <a:grpFill/>
            <a:ln w="6350" cap="rnd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grpSp>
        <p:nvGrpSpPr>
          <p:cNvPr id="27" name="Asterisk" hidden="1">
            <a:extLst>
              <a:ext uri="{FF2B5EF4-FFF2-40B4-BE49-F238E27FC236}">
                <a16:creationId xmlns:a16="http://schemas.microsoft.com/office/drawing/2014/main" id="{91AF7B05-5D0E-4617-9BCF-EDAAA44A450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70797" y="3817434"/>
            <a:ext cx="252000" cy="252000"/>
            <a:chOff x="4615598" y="8751036"/>
            <a:chExt cx="360000" cy="360000"/>
          </a:xfrm>
          <a:solidFill>
            <a:schemeClr val="accent2"/>
          </a:solidFill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15B22C-899F-4EF1-835C-22637613B9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07744C2D-AB2B-47CD-B7F3-FAA6646DA792}"/>
                </a:ext>
              </a:extLst>
            </p:cNvPr>
            <p:cNvCxnSpPr>
              <a:cxnSpLocks/>
            </p:cNvCxnSpPr>
            <p:nvPr userDrawn="1"/>
          </p:nvCxnSpPr>
          <p:spPr>
            <a:xfrm rot="16200000">
              <a:off x="4795598" y="8751036"/>
              <a:ext cx="0" cy="360000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0F8C6304-E54B-4868-8A58-04F035562A96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4277E7C9-4451-4291-9CD3-43D72ECF6EF2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4668319" y="8803757"/>
              <a:ext cx="254558" cy="254558"/>
            </a:xfrm>
            <a:prstGeom prst="line">
              <a:avLst/>
            </a:prstGeom>
            <a:grpFill/>
            <a:ln w="6350" cap="sq">
              <a:solidFill>
                <a:schemeClr val="accent2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AsteriskWhite" hidden="1">
            <a:extLst>
              <a:ext uri="{FF2B5EF4-FFF2-40B4-BE49-F238E27FC236}">
                <a16:creationId xmlns:a16="http://schemas.microsoft.com/office/drawing/2014/main" id="{2359EEEB-EDE0-42E9-AE4E-4905181B4C02}"/>
              </a:ext>
            </a:extLst>
          </p:cNvPr>
          <p:cNvGrpSpPr/>
          <p:nvPr userDrawn="1"/>
        </p:nvGrpSpPr>
        <p:grpSpPr>
          <a:xfrm>
            <a:off x="5998072" y="3745320"/>
            <a:ext cx="396228" cy="396228"/>
            <a:chOff x="5998072" y="3745320"/>
            <a:chExt cx="396228" cy="396228"/>
          </a:xfrm>
          <a:solidFill>
            <a:schemeClr val="bg1"/>
          </a:solidFill>
        </p:grpSpPr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6D8EFC5F-6F2A-420C-930C-58BE9326AA09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3745320"/>
              <a:ext cx="396228" cy="396228"/>
            </a:xfrm>
            <a:prstGeom prst="ellipse">
              <a:avLst/>
            </a:prstGeom>
            <a:grpFill/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94" name="Group 393">
              <a:extLst>
                <a:ext uri="{FF2B5EF4-FFF2-40B4-BE49-F238E27FC236}">
                  <a16:creationId xmlns:a16="http://schemas.microsoft.com/office/drawing/2014/main" id="{79282164-8339-4054-8C1D-AAF5C1CD0E4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70186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BFF3B25A-F787-4B97-886D-2BC4AFF04DB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2977569C-37BB-4E57-8166-E21C637BE7F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C98D1B4C-A909-4C4B-BF70-294A9E1AF9B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>
                <a:extLst>
                  <a:ext uri="{FF2B5EF4-FFF2-40B4-BE49-F238E27FC236}">
                    <a16:creationId xmlns:a16="http://schemas.microsoft.com/office/drawing/2014/main" id="{5DD1F894-22D5-4806-B1E3-0710D905B1E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accent2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AsteriskBlue" hidden="1">
            <a:extLst>
              <a:ext uri="{FF2B5EF4-FFF2-40B4-BE49-F238E27FC236}">
                <a16:creationId xmlns:a16="http://schemas.microsoft.com/office/drawing/2014/main" id="{A958E321-8D14-476D-BA45-D31EB422D889}"/>
              </a:ext>
            </a:extLst>
          </p:cNvPr>
          <p:cNvGrpSpPr/>
          <p:nvPr userDrawn="1"/>
        </p:nvGrpSpPr>
        <p:grpSpPr>
          <a:xfrm>
            <a:off x="6497461" y="3745320"/>
            <a:ext cx="396228" cy="396228"/>
            <a:chOff x="6497461" y="3745320"/>
            <a:chExt cx="396228" cy="396228"/>
          </a:xfrm>
          <a:solidFill>
            <a:schemeClr val="accent1"/>
          </a:solidFill>
        </p:grpSpPr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9EBE7062-1F2B-4D34-AF3D-ECBD9A0F870E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3745320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26" name="Group 425">
              <a:extLst>
                <a:ext uri="{FF2B5EF4-FFF2-40B4-BE49-F238E27FC236}">
                  <a16:creationId xmlns:a16="http://schemas.microsoft.com/office/drawing/2014/main" id="{B3F4CA77-10F2-4E33-A4F1-BE1EF7A85D9F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69575" y="3817434"/>
              <a:ext cx="252000" cy="252000"/>
              <a:chOff x="4615598" y="8751036"/>
              <a:chExt cx="360000" cy="360000"/>
            </a:xfrm>
            <a:grpFill/>
          </p:grpSpPr>
          <p:cxnSp>
            <p:nvCxnSpPr>
              <p:cNvPr id="427" name="Straight Connector 426">
                <a:extLst>
                  <a:ext uri="{FF2B5EF4-FFF2-40B4-BE49-F238E27FC236}">
                    <a16:creationId xmlns:a16="http://schemas.microsoft.com/office/drawing/2014/main" id="{52F87DBC-B2BF-482D-941B-E8E938CE58B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427">
                <a:extLst>
                  <a:ext uri="{FF2B5EF4-FFF2-40B4-BE49-F238E27FC236}">
                    <a16:creationId xmlns:a16="http://schemas.microsoft.com/office/drawing/2014/main" id="{7EC6B4FF-6100-42F6-B18B-CD04F7445AC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rot="16200000">
                <a:off x="4795598" y="8751036"/>
                <a:ext cx="0" cy="360000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428">
                <a:extLst>
                  <a:ext uri="{FF2B5EF4-FFF2-40B4-BE49-F238E27FC236}">
                    <a16:creationId xmlns:a16="http://schemas.microsoft.com/office/drawing/2014/main" id="{A780AD65-6D81-4E6F-A7F2-EF456D8E18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75FF65FA-96A3-4EBA-97A4-EA00F1BF77D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H="1" flipV="1">
                <a:off x="4668319" y="8803757"/>
                <a:ext cx="254558" cy="254558"/>
              </a:xfrm>
              <a:prstGeom prst="line">
                <a:avLst/>
              </a:prstGeom>
              <a:grpFill/>
              <a:ln w="6350" cap="sq">
                <a:solidFill>
                  <a:schemeClr val="bg1"/>
                </a:solidFill>
                <a:miter lim="800000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1" name="QuotationMarks" hidden="1">
            <a:extLst>
              <a:ext uri="{FF2B5EF4-FFF2-40B4-BE49-F238E27FC236}">
                <a16:creationId xmlns:a16="http://schemas.microsoft.com/office/drawing/2014/main" id="{8939EC80-B353-4EBC-9343-27DB960B0C2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552390" y="4868069"/>
            <a:ext cx="288816" cy="148288"/>
            <a:chOff x="5223110" y="5455799"/>
            <a:chExt cx="377575" cy="193859"/>
          </a:xfrm>
          <a:solidFill>
            <a:schemeClr val="accent1"/>
          </a:solidFill>
        </p:grpSpPr>
        <p:grpSp>
          <p:nvGrpSpPr>
            <p:cNvPr id="268" name="Group 267">
              <a:extLst>
                <a:ext uri="{FF2B5EF4-FFF2-40B4-BE49-F238E27FC236}">
                  <a16:creationId xmlns:a16="http://schemas.microsoft.com/office/drawing/2014/main" id="{1B794894-2187-4A03-94CE-07DF50AFC2CE}"/>
                </a:ext>
              </a:extLst>
            </p:cNvPr>
            <p:cNvGrpSpPr/>
            <p:nvPr userDrawn="1"/>
          </p:nvGrpSpPr>
          <p:grpSpPr>
            <a:xfrm>
              <a:off x="5223110" y="5455799"/>
              <a:ext cx="171228" cy="95155"/>
              <a:chOff x="3128963" y="4700588"/>
              <a:chExt cx="1068387" cy="593725"/>
            </a:xfrm>
            <a:grpFill/>
          </p:grpSpPr>
          <p:sp>
            <p:nvSpPr>
              <p:cNvPr id="269" name="Freeform 12">
                <a:extLst>
                  <a:ext uri="{FF2B5EF4-FFF2-40B4-BE49-F238E27FC236}">
                    <a16:creationId xmlns:a16="http://schemas.microsoft.com/office/drawing/2014/main" id="{54D57132-C44E-4020-9EE5-4B77AA658A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925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0" name="Freeform 13">
                <a:extLst>
                  <a:ext uri="{FF2B5EF4-FFF2-40B4-BE49-F238E27FC236}">
                    <a16:creationId xmlns:a16="http://schemas.microsoft.com/office/drawing/2014/main" id="{DDDB8164-7220-4AEC-910F-B8C0D16D0A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8963" y="4700588"/>
                <a:ext cx="479425" cy="593725"/>
              </a:xfrm>
              <a:custGeom>
                <a:avLst/>
                <a:gdLst>
                  <a:gd name="T0" fmla="*/ 302 w 302"/>
                  <a:gd name="T1" fmla="*/ 374 h 374"/>
                  <a:gd name="T2" fmla="*/ 0 w 302"/>
                  <a:gd name="T3" fmla="*/ 374 h 374"/>
                  <a:gd name="T4" fmla="*/ 0 w 302"/>
                  <a:gd name="T5" fmla="*/ 123 h 374"/>
                  <a:gd name="T6" fmla="*/ 152 w 302"/>
                  <a:gd name="T7" fmla="*/ 0 h 374"/>
                  <a:gd name="T8" fmla="*/ 152 w 302"/>
                  <a:gd name="T9" fmla="*/ 103 h 374"/>
                  <a:gd name="T10" fmla="*/ 302 w 302"/>
                  <a:gd name="T11" fmla="*/ 103 h 374"/>
                  <a:gd name="T12" fmla="*/ 302 w 302"/>
                  <a:gd name="T13" fmla="*/ 374 h 374"/>
                  <a:gd name="T14" fmla="*/ 302 w 302"/>
                  <a:gd name="T15" fmla="*/ 374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302" y="374"/>
                    </a:moveTo>
                    <a:lnTo>
                      <a:pt x="0" y="374"/>
                    </a:lnTo>
                    <a:lnTo>
                      <a:pt x="0" y="123"/>
                    </a:lnTo>
                    <a:lnTo>
                      <a:pt x="152" y="0"/>
                    </a:lnTo>
                    <a:lnTo>
                      <a:pt x="152" y="103"/>
                    </a:lnTo>
                    <a:lnTo>
                      <a:pt x="302" y="103"/>
                    </a:lnTo>
                    <a:lnTo>
                      <a:pt x="302" y="374"/>
                    </a:lnTo>
                    <a:lnTo>
                      <a:pt x="302" y="37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273" name="Group 272">
              <a:extLst>
                <a:ext uri="{FF2B5EF4-FFF2-40B4-BE49-F238E27FC236}">
                  <a16:creationId xmlns:a16="http://schemas.microsoft.com/office/drawing/2014/main" id="{1722420D-6BB8-4B94-8B0F-A8A5A3E2025B}"/>
                </a:ext>
              </a:extLst>
            </p:cNvPr>
            <p:cNvGrpSpPr/>
            <p:nvPr userDrawn="1"/>
          </p:nvGrpSpPr>
          <p:grpSpPr>
            <a:xfrm>
              <a:off x="5429457" y="5554503"/>
              <a:ext cx="171228" cy="95155"/>
              <a:chOff x="4941888" y="5127625"/>
              <a:chExt cx="1068387" cy="593725"/>
            </a:xfrm>
            <a:grpFill/>
          </p:grpSpPr>
          <p:sp>
            <p:nvSpPr>
              <p:cNvPr id="274" name="Freeform 14">
                <a:extLst>
                  <a:ext uri="{FF2B5EF4-FFF2-40B4-BE49-F238E27FC236}">
                    <a16:creationId xmlns:a16="http://schemas.microsoft.com/office/drawing/2014/main" id="{F8AE064C-4840-4D24-A05F-19D8BA77E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1888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276" name="Freeform 15">
                <a:extLst>
                  <a:ext uri="{FF2B5EF4-FFF2-40B4-BE49-F238E27FC236}">
                    <a16:creationId xmlns:a16="http://schemas.microsoft.com/office/drawing/2014/main" id="{C4FEB4BE-C09E-4C4E-B7D0-9A07162920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30850" y="5127625"/>
                <a:ext cx="479425" cy="593725"/>
              </a:xfrm>
              <a:custGeom>
                <a:avLst/>
                <a:gdLst>
                  <a:gd name="T0" fmla="*/ 0 w 302"/>
                  <a:gd name="T1" fmla="*/ 0 h 374"/>
                  <a:gd name="T2" fmla="*/ 302 w 302"/>
                  <a:gd name="T3" fmla="*/ 0 h 374"/>
                  <a:gd name="T4" fmla="*/ 302 w 302"/>
                  <a:gd name="T5" fmla="*/ 251 h 374"/>
                  <a:gd name="T6" fmla="*/ 152 w 302"/>
                  <a:gd name="T7" fmla="*/ 374 h 374"/>
                  <a:gd name="T8" fmla="*/ 152 w 302"/>
                  <a:gd name="T9" fmla="*/ 268 h 374"/>
                  <a:gd name="T10" fmla="*/ 0 w 302"/>
                  <a:gd name="T11" fmla="*/ 268 h 374"/>
                  <a:gd name="T12" fmla="*/ 0 w 302"/>
                  <a:gd name="T13" fmla="*/ 0 h 374"/>
                  <a:gd name="T14" fmla="*/ 0 w 302"/>
                  <a:gd name="T15" fmla="*/ 0 h 3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02" h="374">
                    <a:moveTo>
                      <a:pt x="0" y="0"/>
                    </a:moveTo>
                    <a:lnTo>
                      <a:pt x="302" y="0"/>
                    </a:lnTo>
                    <a:lnTo>
                      <a:pt x="302" y="251"/>
                    </a:lnTo>
                    <a:lnTo>
                      <a:pt x="152" y="374"/>
                    </a:lnTo>
                    <a:lnTo>
                      <a:pt x="152" y="268"/>
                    </a:lnTo>
                    <a:lnTo>
                      <a:pt x="0" y="268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12" name="QuotationMarksWhite" hidden="1">
            <a:extLst>
              <a:ext uri="{FF2B5EF4-FFF2-40B4-BE49-F238E27FC236}">
                <a16:creationId xmlns:a16="http://schemas.microsoft.com/office/drawing/2014/main" id="{EDDEE52E-DC3C-4D5A-8E19-06C354CFE27F}"/>
              </a:ext>
            </a:extLst>
          </p:cNvPr>
          <p:cNvGrpSpPr/>
          <p:nvPr userDrawn="1"/>
        </p:nvGrpSpPr>
        <p:grpSpPr>
          <a:xfrm>
            <a:off x="5998072" y="4744099"/>
            <a:ext cx="396228" cy="396228"/>
            <a:chOff x="5998072" y="5988699"/>
            <a:chExt cx="396228" cy="396228"/>
          </a:xfrm>
          <a:solidFill>
            <a:schemeClr val="accent1"/>
          </a:solidFill>
        </p:grpSpPr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5C5C4DC1-12D8-4A58-9AB8-3EAE82223AA2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5988699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13" name="Group 312">
              <a:extLst>
                <a:ext uri="{FF2B5EF4-FFF2-40B4-BE49-F238E27FC236}">
                  <a16:creationId xmlns:a16="http://schemas.microsoft.com/office/drawing/2014/main" id="{799C01D1-BB09-48C9-8ACD-92C9EC662173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051778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14" name="Group 313">
                <a:extLst>
                  <a:ext uri="{FF2B5EF4-FFF2-40B4-BE49-F238E27FC236}">
                    <a16:creationId xmlns:a16="http://schemas.microsoft.com/office/drawing/2014/main" id="{070882FD-1DCB-4A6E-A0DF-761D78B88145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18" name="Freeform 12">
                  <a:extLst>
                    <a:ext uri="{FF2B5EF4-FFF2-40B4-BE49-F238E27FC236}">
                      <a16:creationId xmlns:a16="http://schemas.microsoft.com/office/drawing/2014/main" id="{EBF04BDB-818E-4273-9C39-CCCC49E71C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9" name="Freeform 13">
                  <a:extLst>
                    <a:ext uri="{FF2B5EF4-FFF2-40B4-BE49-F238E27FC236}">
                      <a16:creationId xmlns:a16="http://schemas.microsoft.com/office/drawing/2014/main" id="{DAE6122D-D410-432E-B7F4-622CFA9704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15" name="Group 314">
                <a:extLst>
                  <a:ext uri="{FF2B5EF4-FFF2-40B4-BE49-F238E27FC236}">
                    <a16:creationId xmlns:a16="http://schemas.microsoft.com/office/drawing/2014/main" id="{95510E0B-1BD4-48B4-B8F5-FF97796C8C45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16" name="Freeform 14">
                  <a:extLst>
                    <a:ext uri="{FF2B5EF4-FFF2-40B4-BE49-F238E27FC236}">
                      <a16:creationId xmlns:a16="http://schemas.microsoft.com/office/drawing/2014/main" id="{5B7B918F-7300-4BCE-A794-69B5FCD53D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17" name="Freeform 15">
                  <a:extLst>
                    <a:ext uri="{FF2B5EF4-FFF2-40B4-BE49-F238E27FC236}">
                      <a16:creationId xmlns:a16="http://schemas.microsoft.com/office/drawing/2014/main" id="{7CEC0223-E431-40BA-91CF-225B0970E1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9" name="QuotationMarksBlue" hidden="1">
            <a:extLst>
              <a:ext uri="{FF2B5EF4-FFF2-40B4-BE49-F238E27FC236}">
                <a16:creationId xmlns:a16="http://schemas.microsoft.com/office/drawing/2014/main" id="{1245C9B3-33CB-4A34-BF5F-5D46BAD3DCA3}"/>
              </a:ext>
            </a:extLst>
          </p:cNvPr>
          <p:cNvGrpSpPr/>
          <p:nvPr userDrawn="1"/>
        </p:nvGrpSpPr>
        <p:grpSpPr>
          <a:xfrm>
            <a:off x="6497461" y="4744099"/>
            <a:ext cx="396228" cy="396228"/>
            <a:chOff x="6497461" y="5988699"/>
            <a:chExt cx="396228" cy="396228"/>
          </a:xfrm>
          <a:solidFill>
            <a:schemeClr val="tx2"/>
          </a:solidFill>
        </p:grpSpPr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C818CCC7-E8D5-426A-8765-3B9A4664D5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5988699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20" name="Group 319">
              <a:extLst>
                <a:ext uri="{FF2B5EF4-FFF2-40B4-BE49-F238E27FC236}">
                  <a16:creationId xmlns:a16="http://schemas.microsoft.com/office/drawing/2014/main" id="{41140103-F5E8-4744-8CE9-DC46D89D2498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551167" y="6112669"/>
              <a:ext cx="288816" cy="148288"/>
              <a:chOff x="5223110" y="5455799"/>
              <a:chExt cx="377575" cy="193859"/>
            </a:xfrm>
            <a:grpFill/>
          </p:grpSpPr>
          <p:grpSp>
            <p:nvGrpSpPr>
              <p:cNvPr id="321" name="Group 320">
                <a:extLst>
                  <a:ext uri="{FF2B5EF4-FFF2-40B4-BE49-F238E27FC236}">
                    <a16:creationId xmlns:a16="http://schemas.microsoft.com/office/drawing/2014/main" id="{B6299A89-F963-499F-AB8B-FC7D2AD32D6D}"/>
                  </a:ext>
                </a:extLst>
              </p:cNvPr>
              <p:cNvGrpSpPr/>
              <p:nvPr userDrawn="1"/>
            </p:nvGrpSpPr>
            <p:grpSpPr>
              <a:xfrm>
                <a:off x="5223110" y="5455799"/>
                <a:ext cx="171228" cy="95155"/>
                <a:chOff x="3128963" y="4700588"/>
                <a:chExt cx="1068387" cy="593725"/>
              </a:xfrm>
              <a:grpFill/>
            </p:grpSpPr>
            <p:sp>
              <p:nvSpPr>
                <p:cNvPr id="325" name="Freeform 12">
                  <a:extLst>
                    <a:ext uri="{FF2B5EF4-FFF2-40B4-BE49-F238E27FC236}">
                      <a16:creationId xmlns:a16="http://schemas.microsoft.com/office/drawing/2014/main" id="{1A0AC28B-4167-4E28-A90C-7831C27EC3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17925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6" name="Freeform 13">
                  <a:extLst>
                    <a:ext uri="{FF2B5EF4-FFF2-40B4-BE49-F238E27FC236}">
                      <a16:creationId xmlns:a16="http://schemas.microsoft.com/office/drawing/2014/main" id="{296BABD0-A473-47CE-B425-CDECA4FB04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8963" y="4700588"/>
                  <a:ext cx="479425" cy="593725"/>
                </a:xfrm>
                <a:custGeom>
                  <a:avLst/>
                  <a:gdLst>
                    <a:gd name="T0" fmla="*/ 302 w 302"/>
                    <a:gd name="T1" fmla="*/ 374 h 374"/>
                    <a:gd name="T2" fmla="*/ 0 w 302"/>
                    <a:gd name="T3" fmla="*/ 374 h 374"/>
                    <a:gd name="T4" fmla="*/ 0 w 302"/>
                    <a:gd name="T5" fmla="*/ 123 h 374"/>
                    <a:gd name="T6" fmla="*/ 152 w 302"/>
                    <a:gd name="T7" fmla="*/ 0 h 374"/>
                    <a:gd name="T8" fmla="*/ 152 w 302"/>
                    <a:gd name="T9" fmla="*/ 103 h 374"/>
                    <a:gd name="T10" fmla="*/ 302 w 302"/>
                    <a:gd name="T11" fmla="*/ 103 h 374"/>
                    <a:gd name="T12" fmla="*/ 302 w 302"/>
                    <a:gd name="T13" fmla="*/ 374 h 374"/>
                    <a:gd name="T14" fmla="*/ 302 w 302"/>
                    <a:gd name="T15" fmla="*/ 374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302" y="374"/>
                      </a:moveTo>
                      <a:lnTo>
                        <a:pt x="0" y="374"/>
                      </a:lnTo>
                      <a:lnTo>
                        <a:pt x="0" y="123"/>
                      </a:lnTo>
                      <a:lnTo>
                        <a:pt x="152" y="0"/>
                      </a:lnTo>
                      <a:lnTo>
                        <a:pt x="152" y="103"/>
                      </a:lnTo>
                      <a:lnTo>
                        <a:pt x="302" y="103"/>
                      </a:lnTo>
                      <a:lnTo>
                        <a:pt x="302" y="374"/>
                      </a:lnTo>
                      <a:lnTo>
                        <a:pt x="302" y="374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  <p:grpSp>
            <p:nvGrpSpPr>
              <p:cNvPr id="322" name="Group 321">
                <a:extLst>
                  <a:ext uri="{FF2B5EF4-FFF2-40B4-BE49-F238E27FC236}">
                    <a16:creationId xmlns:a16="http://schemas.microsoft.com/office/drawing/2014/main" id="{57D4833C-2C6C-41AB-AD96-498F11410260}"/>
                  </a:ext>
                </a:extLst>
              </p:cNvPr>
              <p:cNvGrpSpPr/>
              <p:nvPr userDrawn="1"/>
            </p:nvGrpSpPr>
            <p:grpSpPr>
              <a:xfrm>
                <a:off x="5429457" y="5554503"/>
                <a:ext cx="171228" cy="95155"/>
                <a:chOff x="4941888" y="5127625"/>
                <a:chExt cx="1068387" cy="593725"/>
              </a:xfrm>
              <a:grpFill/>
            </p:grpSpPr>
            <p:sp>
              <p:nvSpPr>
                <p:cNvPr id="323" name="Freeform 14">
                  <a:extLst>
                    <a:ext uri="{FF2B5EF4-FFF2-40B4-BE49-F238E27FC236}">
                      <a16:creationId xmlns:a16="http://schemas.microsoft.com/office/drawing/2014/main" id="{111E2EBC-C75C-4E63-BE8C-2F680D5012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41888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  <p:sp>
              <p:nvSpPr>
                <p:cNvPr id="324" name="Freeform 15">
                  <a:extLst>
                    <a:ext uri="{FF2B5EF4-FFF2-40B4-BE49-F238E27FC236}">
                      <a16:creationId xmlns:a16="http://schemas.microsoft.com/office/drawing/2014/main" id="{06DD06DB-EA2B-4F5C-BFF0-4D40EAE9C2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30850" y="5127625"/>
                  <a:ext cx="479425" cy="593725"/>
                </a:xfrm>
                <a:custGeom>
                  <a:avLst/>
                  <a:gdLst>
                    <a:gd name="T0" fmla="*/ 0 w 302"/>
                    <a:gd name="T1" fmla="*/ 0 h 374"/>
                    <a:gd name="T2" fmla="*/ 302 w 302"/>
                    <a:gd name="T3" fmla="*/ 0 h 374"/>
                    <a:gd name="T4" fmla="*/ 302 w 302"/>
                    <a:gd name="T5" fmla="*/ 251 h 374"/>
                    <a:gd name="T6" fmla="*/ 152 w 302"/>
                    <a:gd name="T7" fmla="*/ 374 h 374"/>
                    <a:gd name="T8" fmla="*/ 152 w 302"/>
                    <a:gd name="T9" fmla="*/ 268 h 374"/>
                    <a:gd name="T10" fmla="*/ 0 w 302"/>
                    <a:gd name="T11" fmla="*/ 268 h 374"/>
                    <a:gd name="T12" fmla="*/ 0 w 302"/>
                    <a:gd name="T13" fmla="*/ 0 h 374"/>
                    <a:gd name="T14" fmla="*/ 0 w 302"/>
                    <a:gd name="T15" fmla="*/ 0 h 3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302" h="374">
                      <a:moveTo>
                        <a:pt x="0" y="0"/>
                      </a:moveTo>
                      <a:lnTo>
                        <a:pt x="302" y="0"/>
                      </a:lnTo>
                      <a:lnTo>
                        <a:pt x="302" y="251"/>
                      </a:lnTo>
                      <a:lnTo>
                        <a:pt x="152" y="374"/>
                      </a:lnTo>
                      <a:lnTo>
                        <a:pt x="152" y="268"/>
                      </a:lnTo>
                      <a:lnTo>
                        <a:pt x="0" y="268"/>
                      </a:lnTo>
                      <a:lnTo>
                        <a:pt x="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/>
                </a:p>
              </p:txBody>
            </p:sp>
          </p:grpSp>
        </p:grpSp>
      </p:grpSp>
      <p:grpSp>
        <p:nvGrpSpPr>
          <p:cNvPr id="356" name="ExclamationMark" hidden="1">
            <a:extLst>
              <a:ext uri="{FF2B5EF4-FFF2-40B4-BE49-F238E27FC236}">
                <a16:creationId xmlns:a16="http://schemas.microsoft.com/office/drawing/2014/main" id="{5996886F-BB2D-43B6-9728-6FEF30AB766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81796" y="4298824"/>
            <a:ext cx="30004" cy="288000"/>
            <a:chOff x="1933545" y="4854548"/>
            <a:chExt cx="79200" cy="760220"/>
          </a:xfrm>
          <a:solidFill>
            <a:schemeClr val="accent2"/>
          </a:solidFill>
        </p:grpSpPr>
        <p:sp>
          <p:nvSpPr>
            <p:cNvPr id="357" name="Rectangle 10">
              <a:extLst>
                <a:ext uri="{FF2B5EF4-FFF2-40B4-BE49-F238E27FC236}">
                  <a16:creationId xmlns:a16="http://schemas.microsoft.com/office/drawing/2014/main" id="{F24D8822-ABEB-4892-852C-8FFB9C79E9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4854548"/>
              <a:ext cx="79200" cy="59038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58" name="Rectangle 11">
              <a:extLst>
                <a:ext uri="{FF2B5EF4-FFF2-40B4-BE49-F238E27FC236}">
                  <a16:creationId xmlns:a16="http://schemas.microsoft.com/office/drawing/2014/main" id="{C39B3A5E-EE1F-49C4-A0C1-106A094178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545" y="5535568"/>
              <a:ext cx="79200" cy="7920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28" name="ExclamationMarkWhite" hidden="1">
            <a:extLst>
              <a:ext uri="{FF2B5EF4-FFF2-40B4-BE49-F238E27FC236}">
                <a16:creationId xmlns:a16="http://schemas.microsoft.com/office/drawing/2014/main" id="{2478D324-23F7-4B48-B710-353B97917F1A}"/>
              </a:ext>
            </a:extLst>
          </p:cNvPr>
          <p:cNvGrpSpPr/>
          <p:nvPr userDrawn="1"/>
        </p:nvGrpSpPr>
        <p:grpSpPr>
          <a:xfrm>
            <a:off x="5998072" y="4244710"/>
            <a:ext cx="396228" cy="396228"/>
            <a:chOff x="5998072" y="6220531"/>
            <a:chExt cx="396228" cy="396228"/>
          </a:xfrm>
          <a:solidFill>
            <a:schemeClr val="accent1"/>
          </a:solidFill>
        </p:grpSpPr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91EC559B-3D1E-4007-923E-F2D0A1E5564D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20531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7666D6C3-FA55-4633-BCF5-B144D8033BED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81184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265" name="Rectangle 10">
                <a:extLst>
                  <a:ext uri="{FF2B5EF4-FFF2-40B4-BE49-F238E27FC236}">
                    <a16:creationId xmlns:a16="http://schemas.microsoft.com/office/drawing/2014/main" id="{3D7EE4BB-194B-48C6-83B5-542056001D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266" name="Rectangle 11">
                <a:extLst>
                  <a:ext uri="{FF2B5EF4-FFF2-40B4-BE49-F238E27FC236}">
                    <a16:creationId xmlns:a16="http://schemas.microsoft.com/office/drawing/2014/main" id="{663DA691-D0F3-48F0-A0D5-06E05EFBF5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3" name="ExclamationMarkBlue" hidden="1">
            <a:extLst>
              <a:ext uri="{FF2B5EF4-FFF2-40B4-BE49-F238E27FC236}">
                <a16:creationId xmlns:a16="http://schemas.microsoft.com/office/drawing/2014/main" id="{2237FEAE-5456-489B-BD5A-C6FAE1BADC52}"/>
              </a:ext>
            </a:extLst>
          </p:cNvPr>
          <p:cNvGrpSpPr/>
          <p:nvPr userDrawn="1"/>
        </p:nvGrpSpPr>
        <p:grpSpPr>
          <a:xfrm>
            <a:off x="6497461" y="4244710"/>
            <a:ext cx="396228" cy="396228"/>
            <a:chOff x="6497461" y="6220531"/>
            <a:chExt cx="396228" cy="396228"/>
          </a:xfrm>
          <a:solidFill>
            <a:schemeClr val="tx2"/>
          </a:solidFill>
        </p:grpSpPr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206D2F64-A5B7-4415-A0F9-00B4715792F5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20531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353" name="Group 352">
              <a:extLst>
                <a:ext uri="{FF2B5EF4-FFF2-40B4-BE49-F238E27FC236}">
                  <a16:creationId xmlns:a16="http://schemas.microsoft.com/office/drawing/2014/main" id="{B1271C48-48E4-436D-9FED-44448C4786A9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80573" y="6274645"/>
              <a:ext cx="30004" cy="288000"/>
              <a:chOff x="1933545" y="4854548"/>
              <a:chExt cx="79200" cy="760220"/>
            </a:xfrm>
            <a:grpFill/>
          </p:grpSpPr>
          <p:sp>
            <p:nvSpPr>
              <p:cNvPr id="354" name="Rectangle 10">
                <a:extLst>
                  <a:ext uri="{FF2B5EF4-FFF2-40B4-BE49-F238E27FC236}">
                    <a16:creationId xmlns:a16="http://schemas.microsoft.com/office/drawing/2014/main" id="{84564C69-435F-4A4F-B8BA-A28E609AB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4854548"/>
                <a:ext cx="79200" cy="59038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55" name="Rectangle 11">
                <a:extLst>
                  <a:ext uri="{FF2B5EF4-FFF2-40B4-BE49-F238E27FC236}">
                    <a16:creationId xmlns:a16="http://schemas.microsoft.com/office/drawing/2014/main" id="{31B8ABFF-4387-46F8-9EE2-4B55C8F2F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3545" y="5535568"/>
                <a:ext cx="79200" cy="7920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255" name="QuestionMark" hidden="1">
            <a:extLst>
              <a:ext uri="{FF2B5EF4-FFF2-40B4-BE49-F238E27FC236}">
                <a16:creationId xmlns:a16="http://schemas.microsoft.com/office/drawing/2014/main" id="{D98E8AF1-CB50-4AA1-B944-CEEA66D0DDF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624592" y="3300046"/>
            <a:ext cx="156839" cy="288000"/>
            <a:chOff x="1317303" y="4854548"/>
            <a:chExt cx="414000" cy="760220"/>
          </a:xfrm>
          <a:solidFill>
            <a:schemeClr val="accent2"/>
          </a:solidFill>
        </p:grpSpPr>
        <p:sp>
          <p:nvSpPr>
            <p:cNvPr id="262" name="Freeform 5">
              <a:extLst>
                <a:ext uri="{FF2B5EF4-FFF2-40B4-BE49-F238E27FC236}">
                  <a16:creationId xmlns:a16="http://schemas.microsoft.com/office/drawing/2014/main" id="{69ECF24A-752D-4F43-92E5-C1E8390B3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303" y="4854548"/>
              <a:ext cx="414000" cy="590382"/>
            </a:xfrm>
            <a:custGeom>
              <a:avLst/>
              <a:gdLst>
                <a:gd name="T0" fmla="*/ 54 w 125"/>
                <a:gd name="T1" fmla="*/ 178 h 178"/>
                <a:gd name="T2" fmla="*/ 30 w 125"/>
                <a:gd name="T3" fmla="*/ 178 h 178"/>
                <a:gd name="T4" fmla="*/ 30 w 125"/>
                <a:gd name="T5" fmla="*/ 95 h 178"/>
                <a:gd name="T6" fmla="*/ 42 w 125"/>
                <a:gd name="T7" fmla="*/ 83 h 178"/>
                <a:gd name="T8" fmla="*/ 101 w 125"/>
                <a:gd name="T9" fmla="*/ 83 h 178"/>
                <a:gd name="T10" fmla="*/ 101 w 125"/>
                <a:gd name="T11" fmla="*/ 24 h 178"/>
                <a:gd name="T12" fmla="*/ 0 w 125"/>
                <a:gd name="T13" fmla="*/ 24 h 178"/>
                <a:gd name="T14" fmla="*/ 0 w 125"/>
                <a:gd name="T15" fmla="*/ 0 h 178"/>
                <a:gd name="T16" fmla="*/ 113 w 125"/>
                <a:gd name="T17" fmla="*/ 0 h 178"/>
                <a:gd name="T18" fmla="*/ 125 w 125"/>
                <a:gd name="T19" fmla="*/ 12 h 178"/>
                <a:gd name="T20" fmla="*/ 125 w 125"/>
                <a:gd name="T21" fmla="*/ 95 h 178"/>
                <a:gd name="T22" fmla="*/ 113 w 125"/>
                <a:gd name="T23" fmla="*/ 107 h 178"/>
                <a:gd name="T24" fmla="*/ 54 w 125"/>
                <a:gd name="T25" fmla="*/ 107 h 178"/>
                <a:gd name="T26" fmla="*/ 54 w 125"/>
                <a:gd name="T27" fmla="*/ 178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5" h="178">
                  <a:moveTo>
                    <a:pt x="54" y="178"/>
                  </a:moveTo>
                  <a:cubicBezTo>
                    <a:pt x="30" y="178"/>
                    <a:pt x="30" y="178"/>
                    <a:pt x="30" y="178"/>
                  </a:cubicBezTo>
                  <a:cubicBezTo>
                    <a:pt x="30" y="95"/>
                    <a:pt x="30" y="95"/>
                    <a:pt x="30" y="95"/>
                  </a:cubicBezTo>
                  <a:cubicBezTo>
                    <a:pt x="30" y="88"/>
                    <a:pt x="35" y="83"/>
                    <a:pt x="42" y="83"/>
                  </a:cubicBezTo>
                  <a:cubicBezTo>
                    <a:pt x="101" y="83"/>
                    <a:pt x="101" y="83"/>
                    <a:pt x="101" y="83"/>
                  </a:cubicBezTo>
                  <a:cubicBezTo>
                    <a:pt x="101" y="24"/>
                    <a:pt x="101" y="24"/>
                    <a:pt x="101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19" y="0"/>
                    <a:pt x="125" y="5"/>
                    <a:pt x="125" y="12"/>
                  </a:cubicBezTo>
                  <a:cubicBezTo>
                    <a:pt x="125" y="95"/>
                    <a:pt x="125" y="95"/>
                    <a:pt x="125" y="95"/>
                  </a:cubicBezTo>
                  <a:cubicBezTo>
                    <a:pt x="125" y="101"/>
                    <a:pt x="119" y="107"/>
                    <a:pt x="113" y="107"/>
                  </a:cubicBezTo>
                  <a:cubicBezTo>
                    <a:pt x="54" y="107"/>
                    <a:pt x="54" y="107"/>
                    <a:pt x="54" y="107"/>
                  </a:cubicBezTo>
                  <a:lnTo>
                    <a:pt x="54" y="17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63" name="Rectangle 6">
              <a:extLst>
                <a:ext uri="{FF2B5EF4-FFF2-40B4-BE49-F238E27FC236}">
                  <a16:creationId xmlns:a16="http://schemas.microsoft.com/office/drawing/2014/main" id="{83D7B996-94E3-4D3C-99F0-56931259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16852" y="5535568"/>
              <a:ext cx="79200" cy="79200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47" name="QuestionMarkWhite" hidden="1">
            <a:extLst>
              <a:ext uri="{FF2B5EF4-FFF2-40B4-BE49-F238E27FC236}">
                <a16:creationId xmlns:a16="http://schemas.microsoft.com/office/drawing/2014/main" id="{37285DE4-7BC0-4462-9E0E-57E3E3D2C19D}"/>
              </a:ext>
            </a:extLst>
          </p:cNvPr>
          <p:cNvGrpSpPr/>
          <p:nvPr userDrawn="1"/>
        </p:nvGrpSpPr>
        <p:grpSpPr>
          <a:xfrm>
            <a:off x="5998072" y="3245932"/>
            <a:ext cx="396228" cy="396228"/>
            <a:chOff x="5998072" y="6268532"/>
            <a:chExt cx="396228" cy="396228"/>
          </a:xfrm>
          <a:solidFill>
            <a:schemeClr val="accent1"/>
          </a:solidFill>
        </p:grpSpPr>
        <p:sp>
          <p:nvSpPr>
            <p:cNvPr id="476" name="Oval 475">
              <a:extLst>
                <a:ext uri="{FF2B5EF4-FFF2-40B4-BE49-F238E27FC236}">
                  <a16:creationId xmlns:a16="http://schemas.microsoft.com/office/drawing/2014/main" id="{2E20AE16-3A2E-4904-AC01-3758A18A72C1}"/>
                </a:ext>
              </a:extLst>
            </p:cNvPr>
            <p:cNvSpPr>
              <a:spLocks/>
            </p:cNvSpPr>
            <p:nvPr userDrawn="1"/>
          </p:nvSpPr>
          <p:spPr>
            <a:xfrm>
              <a:off x="5998072" y="6268532"/>
              <a:ext cx="396228" cy="396228"/>
            </a:xfrm>
            <a:prstGeom prst="ellipse">
              <a:avLst/>
            </a:prstGeom>
            <a:solidFill>
              <a:schemeClr val="tx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5" name="Group 484">
              <a:extLst>
                <a:ext uri="{FF2B5EF4-FFF2-40B4-BE49-F238E27FC236}">
                  <a16:creationId xmlns:a16="http://schemas.microsoft.com/office/drawing/2014/main" id="{F49AB141-3134-4E65-81A6-A52812E83A41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117767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6" name="Freeform 5">
                <a:extLst>
                  <a:ext uri="{FF2B5EF4-FFF2-40B4-BE49-F238E27FC236}">
                    <a16:creationId xmlns:a16="http://schemas.microsoft.com/office/drawing/2014/main" id="{78527BD5-1610-4156-A49B-D44A080D8A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87" name="Rectangle 6">
                <a:extLst>
                  <a:ext uri="{FF2B5EF4-FFF2-40B4-BE49-F238E27FC236}">
                    <a16:creationId xmlns:a16="http://schemas.microsoft.com/office/drawing/2014/main" id="{713FB65C-8067-4DA5-BDB3-71F92EF95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8" name="QuestionMarkBlue" hidden="1">
            <a:extLst>
              <a:ext uri="{FF2B5EF4-FFF2-40B4-BE49-F238E27FC236}">
                <a16:creationId xmlns:a16="http://schemas.microsoft.com/office/drawing/2014/main" id="{F9F7A102-DC32-482B-B920-39A218EC3A97}"/>
              </a:ext>
            </a:extLst>
          </p:cNvPr>
          <p:cNvGrpSpPr/>
          <p:nvPr userDrawn="1"/>
        </p:nvGrpSpPr>
        <p:grpSpPr>
          <a:xfrm>
            <a:off x="6497461" y="3245932"/>
            <a:ext cx="396228" cy="396228"/>
            <a:chOff x="6497461" y="6268532"/>
            <a:chExt cx="396228" cy="396228"/>
          </a:xfrm>
          <a:solidFill>
            <a:schemeClr val="tx2"/>
          </a:solidFill>
        </p:grpSpPr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058784F8-3FEF-4FC2-A3F0-5DA2C766F7B0}"/>
                </a:ext>
              </a:extLst>
            </p:cNvPr>
            <p:cNvSpPr>
              <a:spLocks/>
            </p:cNvSpPr>
            <p:nvPr userDrawn="1"/>
          </p:nvSpPr>
          <p:spPr>
            <a:xfrm>
              <a:off x="6497461" y="6268532"/>
              <a:ext cx="396228" cy="396228"/>
            </a:xfrm>
            <a:prstGeom prst="ellipse">
              <a:avLst/>
            </a:prstGeom>
            <a:solidFill>
              <a:schemeClr val="accent2"/>
            </a:solidFill>
            <a:ln w="6350" cap="sq">
              <a:solidFill>
                <a:schemeClr val="accent2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 err="1">
                <a:solidFill>
                  <a:schemeClr val="bg1"/>
                </a:solidFill>
              </a:endParaRPr>
            </a:p>
          </p:txBody>
        </p:sp>
        <p:grpSp>
          <p:nvGrpSpPr>
            <p:cNvPr id="488" name="Group 487">
              <a:extLst>
                <a:ext uri="{FF2B5EF4-FFF2-40B4-BE49-F238E27FC236}">
                  <a16:creationId xmlns:a16="http://schemas.microsoft.com/office/drawing/2014/main" id="{A2C0D450-B050-4989-9E70-ABCDCEB48186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6617156" y="6322646"/>
              <a:ext cx="156839" cy="288000"/>
              <a:chOff x="1317303" y="4854548"/>
              <a:chExt cx="414000" cy="760220"/>
            </a:xfrm>
            <a:grpFill/>
          </p:grpSpPr>
          <p:sp>
            <p:nvSpPr>
              <p:cNvPr id="489" name="Freeform 5">
                <a:extLst>
                  <a:ext uri="{FF2B5EF4-FFF2-40B4-BE49-F238E27FC236}">
                    <a16:creationId xmlns:a16="http://schemas.microsoft.com/office/drawing/2014/main" id="{89EDD452-4D82-45EA-81C8-8EF2B7D8D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303" y="4854548"/>
                <a:ext cx="414000" cy="590382"/>
              </a:xfrm>
              <a:custGeom>
                <a:avLst/>
                <a:gdLst>
                  <a:gd name="T0" fmla="*/ 54 w 125"/>
                  <a:gd name="T1" fmla="*/ 178 h 178"/>
                  <a:gd name="T2" fmla="*/ 30 w 125"/>
                  <a:gd name="T3" fmla="*/ 178 h 178"/>
                  <a:gd name="T4" fmla="*/ 30 w 125"/>
                  <a:gd name="T5" fmla="*/ 95 h 178"/>
                  <a:gd name="T6" fmla="*/ 42 w 125"/>
                  <a:gd name="T7" fmla="*/ 83 h 178"/>
                  <a:gd name="T8" fmla="*/ 101 w 125"/>
                  <a:gd name="T9" fmla="*/ 83 h 178"/>
                  <a:gd name="T10" fmla="*/ 101 w 125"/>
                  <a:gd name="T11" fmla="*/ 24 h 178"/>
                  <a:gd name="T12" fmla="*/ 0 w 125"/>
                  <a:gd name="T13" fmla="*/ 24 h 178"/>
                  <a:gd name="T14" fmla="*/ 0 w 125"/>
                  <a:gd name="T15" fmla="*/ 0 h 178"/>
                  <a:gd name="T16" fmla="*/ 113 w 125"/>
                  <a:gd name="T17" fmla="*/ 0 h 178"/>
                  <a:gd name="T18" fmla="*/ 125 w 125"/>
                  <a:gd name="T19" fmla="*/ 12 h 178"/>
                  <a:gd name="T20" fmla="*/ 125 w 125"/>
                  <a:gd name="T21" fmla="*/ 95 h 178"/>
                  <a:gd name="T22" fmla="*/ 113 w 125"/>
                  <a:gd name="T23" fmla="*/ 107 h 178"/>
                  <a:gd name="T24" fmla="*/ 54 w 125"/>
                  <a:gd name="T25" fmla="*/ 107 h 178"/>
                  <a:gd name="T26" fmla="*/ 54 w 125"/>
                  <a:gd name="T27" fmla="*/ 178 h 1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5" h="178">
                    <a:moveTo>
                      <a:pt x="54" y="178"/>
                    </a:moveTo>
                    <a:cubicBezTo>
                      <a:pt x="30" y="178"/>
                      <a:pt x="30" y="178"/>
                      <a:pt x="30" y="178"/>
                    </a:cubicBezTo>
                    <a:cubicBezTo>
                      <a:pt x="30" y="95"/>
                      <a:pt x="30" y="95"/>
                      <a:pt x="30" y="95"/>
                    </a:cubicBezTo>
                    <a:cubicBezTo>
                      <a:pt x="30" y="88"/>
                      <a:pt x="35" y="83"/>
                      <a:pt x="42" y="83"/>
                    </a:cubicBezTo>
                    <a:cubicBezTo>
                      <a:pt x="101" y="83"/>
                      <a:pt x="101" y="83"/>
                      <a:pt x="101" y="83"/>
                    </a:cubicBezTo>
                    <a:cubicBezTo>
                      <a:pt x="101" y="24"/>
                      <a:pt x="101" y="24"/>
                      <a:pt x="101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3" y="0"/>
                      <a:pt x="113" y="0"/>
                      <a:pt x="113" y="0"/>
                    </a:cubicBezTo>
                    <a:cubicBezTo>
                      <a:pt x="119" y="0"/>
                      <a:pt x="125" y="5"/>
                      <a:pt x="125" y="12"/>
                    </a:cubicBezTo>
                    <a:cubicBezTo>
                      <a:pt x="125" y="95"/>
                      <a:pt x="125" y="95"/>
                      <a:pt x="125" y="95"/>
                    </a:cubicBezTo>
                    <a:cubicBezTo>
                      <a:pt x="125" y="101"/>
                      <a:pt x="119" y="107"/>
                      <a:pt x="113" y="107"/>
                    </a:cubicBezTo>
                    <a:cubicBezTo>
                      <a:pt x="54" y="107"/>
                      <a:pt x="54" y="107"/>
                      <a:pt x="54" y="107"/>
                    </a:cubicBezTo>
                    <a:lnTo>
                      <a:pt x="54" y="17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91" name="Rectangle 6">
                <a:extLst>
                  <a:ext uri="{FF2B5EF4-FFF2-40B4-BE49-F238E27FC236}">
                    <a16:creationId xmlns:a16="http://schemas.microsoft.com/office/drawing/2014/main" id="{5DA40D4E-DBEE-453E-97AD-D8188258AB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6852" y="5535568"/>
                <a:ext cx="79200" cy="792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5"/>
            </p:custDataLst>
          </p:nvPr>
        </p:nvSpPr>
        <p:spPr>
          <a:xfrm>
            <a:off x="554736" y="226624"/>
            <a:ext cx="10402821" cy="677108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pPr lvl="0"/>
            <a:r>
              <a:rPr lang="en-US" dirty="0"/>
              <a:t>Click to edit title style</a:t>
            </a:r>
            <a:endParaRPr lang="ru-R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54736" y="1837425"/>
            <a:ext cx="2856297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341" name="Рисунок 340">
            <a:extLst>
              <a:ext uri="{FF2B5EF4-FFF2-40B4-BE49-F238E27FC236}">
                <a16:creationId xmlns:a16="http://schemas.microsoft.com/office/drawing/2014/main" id="{0A670762-8003-41F1-9DDF-E85A659F17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30920" t="19524" r="30920" b="22511"/>
          <a:stretch/>
        </p:blipFill>
        <p:spPr>
          <a:xfrm>
            <a:off x="11191496" y="226624"/>
            <a:ext cx="445768" cy="67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171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3" r:id="rId1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ru-RU" sz="2200" b="1" kern="1200" spc="0" baseline="0" dirty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lang="en-US" sz="14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30396" indent="-226796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Wingdings" panose="05000000000000000000" pitchFamily="2" charset="2"/>
        <a:buChar char="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42793" indent="-215997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10000"/>
        <a:buFont typeface="Arial" panose="020B0604020202020204" pitchFamily="34" charset="0"/>
        <a:buChar char="‒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7590" indent="-1511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817187" indent="-14759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accent1"/>
        </a:buClr>
        <a:buSzPct val="100000"/>
        <a:buFont typeface="Arial" panose="020B0604020202020204" pitchFamily="34" charset="0"/>
        <a:buChar char="̶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839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394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292.xml"/><Relationship Id="rId18" Type="http://schemas.openxmlformats.org/officeDocument/2006/relationships/tags" Target="../tags/tag297.xml"/><Relationship Id="rId26" Type="http://schemas.openxmlformats.org/officeDocument/2006/relationships/tags" Target="../tags/tag305.xml"/><Relationship Id="rId39" Type="http://schemas.openxmlformats.org/officeDocument/2006/relationships/slideLayout" Target="../slideLayouts/slideLayout4.xml"/><Relationship Id="rId21" Type="http://schemas.openxmlformats.org/officeDocument/2006/relationships/tags" Target="../tags/tag300.xml"/><Relationship Id="rId34" Type="http://schemas.openxmlformats.org/officeDocument/2006/relationships/tags" Target="../tags/tag313.xml"/><Relationship Id="rId42" Type="http://schemas.openxmlformats.org/officeDocument/2006/relationships/image" Target="../media/image18.emf"/><Relationship Id="rId7" Type="http://schemas.openxmlformats.org/officeDocument/2006/relationships/tags" Target="../tags/tag286.xml"/><Relationship Id="rId2" Type="http://schemas.openxmlformats.org/officeDocument/2006/relationships/tags" Target="../tags/tag281.xml"/><Relationship Id="rId16" Type="http://schemas.openxmlformats.org/officeDocument/2006/relationships/tags" Target="../tags/tag295.xml"/><Relationship Id="rId20" Type="http://schemas.openxmlformats.org/officeDocument/2006/relationships/tags" Target="../tags/tag299.xml"/><Relationship Id="rId29" Type="http://schemas.openxmlformats.org/officeDocument/2006/relationships/tags" Target="../tags/tag308.xml"/><Relationship Id="rId41" Type="http://schemas.openxmlformats.org/officeDocument/2006/relationships/oleObject" Target="../embeddings/oleObject41.bin"/><Relationship Id="rId1" Type="http://schemas.openxmlformats.org/officeDocument/2006/relationships/vmlDrawing" Target="../drawings/vmlDrawing41.vml"/><Relationship Id="rId6" Type="http://schemas.openxmlformats.org/officeDocument/2006/relationships/tags" Target="../tags/tag285.xml"/><Relationship Id="rId11" Type="http://schemas.openxmlformats.org/officeDocument/2006/relationships/tags" Target="../tags/tag290.xml"/><Relationship Id="rId24" Type="http://schemas.openxmlformats.org/officeDocument/2006/relationships/tags" Target="../tags/tag303.xml"/><Relationship Id="rId32" Type="http://schemas.openxmlformats.org/officeDocument/2006/relationships/tags" Target="../tags/tag311.xml"/><Relationship Id="rId37" Type="http://schemas.openxmlformats.org/officeDocument/2006/relationships/tags" Target="../tags/tag316.xml"/><Relationship Id="rId40" Type="http://schemas.openxmlformats.org/officeDocument/2006/relationships/notesSlide" Target="../notesSlides/notesSlide1.xml"/><Relationship Id="rId5" Type="http://schemas.openxmlformats.org/officeDocument/2006/relationships/tags" Target="../tags/tag284.xml"/><Relationship Id="rId15" Type="http://schemas.openxmlformats.org/officeDocument/2006/relationships/tags" Target="../tags/tag294.xml"/><Relationship Id="rId23" Type="http://schemas.openxmlformats.org/officeDocument/2006/relationships/tags" Target="../tags/tag302.xml"/><Relationship Id="rId28" Type="http://schemas.openxmlformats.org/officeDocument/2006/relationships/tags" Target="../tags/tag307.xml"/><Relationship Id="rId36" Type="http://schemas.openxmlformats.org/officeDocument/2006/relationships/tags" Target="../tags/tag315.xml"/><Relationship Id="rId10" Type="http://schemas.openxmlformats.org/officeDocument/2006/relationships/tags" Target="../tags/tag289.xml"/><Relationship Id="rId19" Type="http://schemas.openxmlformats.org/officeDocument/2006/relationships/tags" Target="../tags/tag298.xml"/><Relationship Id="rId31" Type="http://schemas.openxmlformats.org/officeDocument/2006/relationships/tags" Target="../tags/tag310.xml"/><Relationship Id="rId4" Type="http://schemas.openxmlformats.org/officeDocument/2006/relationships/tags" Target="../tags/tag283.xml"/><Relationship Id="rId9" Type="http://schemas.openxmlformats.org/officeDocument/2006/relationships/tags" Target="../tags/tag288.xml"/><Relationship Id="rId14" Type="http://schemas.openxmlformats.org/officeDocument/2006/relationships/tags" Target="../tags/tag293.xml"/><Relationship Id="rId22" Type="http://schemas.openxmlformats.org/officeDocument/2006/relationships/tags" Target="../tags/tag301.xml"/><Relationship Id="rId27" Type="http://schemas.openxmlformats.org/officeDocument/2006/relationships/tags" Target="../tags/tag306.xml"/><Relationship Id="rId30" Type="http://schemas.openxmlformats.org/officeDocument/2006/relationships/tags" Target="../tags/tag309.xml"/><Relationship Id="rId35" Type="http://schemas.openxmlformats.org/officeDocument/2006/relationships/tags" Target="../tags/tag314.xml"/><Relationship Id="rId8" Type="http://schemas.openxmlformats.org/officeDocument/2006/relationships/tags" Target="../tags/tag287.xml"/><Relationship Id="rId3" Type="http://schemas.openxmlformats.org/officeDocument/2006/relationships/tags" Target="../tags/tag282.xml"/><Relationship Id="rId12" Type="http://schemas.openxmlformats.org/officeDocument/2006/relationships/tags" Target="../tags/tag291.xml"/><Relationship Id="rId17" Type="http://schemas.openxmlformats.org/officeDocument/2006/relationships/tags" Target="../tags/tag296.xml"/><Relationship Id="rId25" Type="http://schemas.openxmlformats.org/officeDocument/2006/relationships/tags" Target="../tags/tag304.xml"/><Relationship Id="rId33" Type="http://schemas.openxmlformats.org/officeDocument/2006/relationships/tags" Target="../tags/tag312.xml"/><Relationship Id="rId38" Type="http://schemas.openxmlformats.org/officeDocument/2006/relationships/tags" Target="../tags/tag31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324.xml"/><Relationship Id="rId13" Type="http://schemas.openxmlformats.org/officeDocument/2006/relationships/slideLayout" Target="../slideLayouts/slideLayout4.xml"/><Relationship Id="rId18" Type="http://schemas.openxmlformats.org/officeDocument/2006/relationships/image" Target="../media/image20.png"/><Relationship Id="rId3" Type="http://schemas.openxmlformats.org/officeDocument/2006/relationships/tags" Target="../tags/tag319.xml"/><Relationship Id="rId7" Type="http://schemas.openxmlformats.org/officeDocument/2006/relationships/tags" Target="../tags/tag323.xml"/><Relationship Id="rId12" Type="http://schemas.openxmlformats.org/officeDocument/2006/relationships/tags" Target="../tags/tag328.xml"/><Relationship Id="rId17" Type="http://schemas.openxmlformats.org/officeDocument/2006/relationships/chart" Target="../charts/chart1.xml"/><Relationship Id="rId2" Type="http://schemas.openxmlformats.org/officeDocument/2006/relationships/tags" Target="../tags/tag318.xml"/><Relationship Id="rId16" Type="http://schemas.openxmlformats.org/officeDocument/2006/relationships/image" Target="../media/image19.emf"/><Relationship Id="rId20" Type="http://schemas.openxmlformats.org/officeDocument/2006/relationships/chart" Target="../charts/chart3.xml"/><Relationship Id="rId1" Type="http://schemas.openxmlformats.org/officeDocument/2006/relationships/vmlDrawing" Target="../drawings/vmlDrawing42.vml"/><Relationship Id="rId6" Type="http://schemas.openxmlformats.org/officeDocument/2006/relationships/tags" Target="../tags/tag322.xml"/><Relationship Id="rId11" Type="http://schemas.openxmlformats.org/officeDocument/2006/relationships/tags" Target="../tags/tag327.xml"/><Relationship Id="rId5" Type="http://schemas.openxmlformats.org/officeDocument/2006/relationships/tags" Target="../tags/tag321.xml"/><Relationship Id="rId15" Type="http://schemas.openxmlformats.org/officeDocument/2006/relationships/oleObject" Target="../embeddings/oleObject42.bin"/><Relationship Id="rId10" Type="http://schemas.openxmlformats.org/officeDocument/2006/relationships/tags" Target="../tags/tag326.xml"/><Relationship Id="rId19" Type="http://schemas.openxmlformats.org/officeDocument/2006/relationships/chart" Target="../charts/chart2.xml"/><Relationship Id="rId4" Type="http://schemas.openxmlformats.org/officeDocument/2006/relationships/tags" Target="../tags/tag320.xml"/><Relationship Id="rId9" Type="http://schemas.openxmlformats.org/officeDocument/2006/relationships/tags" Target="../tags/tag325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35.xml"/><Relationship Id="rId13" Type="http://schemas.openxmlformats.org/officeDocument/2006/relationships/oleObject" Target="../embeddings/oleObject43.bin"/><Relationship Id="rId18" Type="http://schemas.openxmlformats.org/officeDocument/2006/relationships/image" Target="../media/image24.svg"/><Relationship Id="rId3" Type="http://schemas.openxmlformats.org/officeDocument/2006/relationships/tags" Target="../tags/tag330.xml"/><Relationship Id="rId7" Type="http://schemas.openxmlformats.org/officeDocument/2006/relationships/tags" Target="../tags/tag334.xml"/><Relationship Id="rId12" Type="http://schemas.openxmlformats.org/officeDocument/2006/relationships/notesSlide" Target="../notesSlides/notesSlide3.xml"/><Relationship Id="rId17" Type="http://schemas.openxmlformats.org/officeDocument/2006/relationships/image" Target="../media/image23.png"/><Relationship Id="rId2" Type="http://schemas.openxmlformats.org/officeDocument/2006/relationships/tags" Target="../tags/tag329.xml"/><Relationship Id="rId16" Type="http://schemas.openxmlformats.org/officeDocument/2006/relationships/image" Target="../media/image22.svg"/><Relationship Id="rId1" Type="http://schemas.openxmlformats.org/officeDocument/2006/relationships/vmlDrawing" Target="../drawings/vmlDrawing43.vml"/><Relationship Id="rId6" Type="http://schemas.openxmlformats.org/officeDocument/2006/relationships/tags" Target="../tags/tag333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332.xml"/><Relationship Id="rId15" Type="http://schemas.openxmlformats.org/officeDocument/2006/relationships/image" Target="../media/image21.png"/><Relationship Id="rId10" Type="http://schemas.openxmlformats.org/officeDocument/2006/relationships/tags" Target="../tags/tag337.xml"/><Relationship Id="rId4" Type="http://schemas.openxmlformats.org/officeDocument/2006/relationships/tags" Target="../tags/tag331.xml"/><Relationship Id="rId9" Type="http://schemas.openxmlformats.org/officeDocument/2006/relationships/tags" Target="../tags/tag336.xml"/><Relationship Id="rId14" Type="http://schemas.openxmlformats.org/officeDocument/2006/relationships/image" Target="../media/image19.emf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0" name="Object 6" hidden="1">
            <a:extLst>
              <a:ext uri="{FF2B5EF4-FFF2-40B4-BE49-F238E27FC236}">
                <a16:creationId xmlns:a16="http://schemas.microsoft.com/office/drawing/2014/main" id="{FC98E605-157A-45EA-905D-BDAA1D0BE204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842" name="think-cell Slide" r:id="rId41" imgW="404" imgH="405" progId="TCLayout.ActiveDocument.1">
                  <p:embed/>
                </p:oleObj>
              </mc:Choice>
              <mc:Fallback>
                <p:oleObj name="think-cell Slide" r:id="rId41" imgW="404" imgH="405" progId="TCLayout.ActiveDocument.1">
                  <p:embed/>
                  <p:pic>
                    <p:nvPicPr>
                      <p:cNvPr id="170" name="Object 6" hidden="1">
                        <a:extLst>
                          <a:ext uri="{FF2B5EF4-FFF2-40B4-BE49-F238E27FC236}">
                            <a16:creationId xmlns:a16="http://schemas.microsoft.com/office/drawing/2014/main" id="{FC98E605-157A-45EA-905D-BDAA1D0BE2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" name="Дуга 204">
            <a:extLst>
              <a:ext uri="{FF2B5EF4-FFF2-40B4-BE49-F238E27FC236}">
                <a16:creationId xmlns:a16="http://schemas.microsoft.com/office/drawing/2014/main" id="{628E397F-DC43-48B1-B0F2-58053453EC17}"/>
              </a:ext>
            </a:extLst>
          </p:cNvPr>
          <p:cNvSpPr/>
          <p:nvPr/>
        </p:nvSpPr>
        <p:spPr>
          <a:xfrm>
            <a:off x="2228735" y="4348761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5" name="Дуга 204">
            <a:extLst>
              <a:ext uri="{FF2B5EF4-FFF2-40B4-BE49-F238E27FC236}">
                <a16:creationId xmlns:a16="http://schemas.microsoft.com/office/drawing/2014/main" id="{DBF5F207-53F8-4334-9F71-D886CA867EF1}"/>
              </a:ext>
            </a:extLst>
          </p:cNvPr>
          <p:cNvSpPr/>
          <p:nvPr/>
        </p:nvSpPr>
        <p:spPr>
          <a:xfrm flipV="1">
            <a:off x="2228735" y="4276761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6" name="Дуга 204">
            <a:extLst>
              <a:ext uri="{FF2B5EF4-FFF2-40B4-BE49-F238E27FC236}">
                <a16:creationId xmlns:a16="http://schemas.microsoft.com/office/drawing/2014/main" id="{446C0872-B9B0-4A42-A2F6-77E7AB49F608}"/>
              </a:ext>
            </a:extLst>
          </p:cNvPr>
          <p:cNvSpPr/>
          <p:nvPr/>
        </p:nvSpPr>
        <p:spPr>
          <a:xfrm rot="5400000" flipH="1" flipV="1">
            <a:off x="2300735" y="3339109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68" name="Соединитель: уступ 55">
            <a:extLst>
              <a:ext uri="{FF2B5EF4-FFF2-40B4-BE49-F238E27FC236}">
                <a16:creationId xmlns:a16="http://schemas.microsoft.com/office/drawing/2014/main" id="{A1422DC3-8903-4B33-B5DD-FCE3A190C2C5}"/>
              </a:ext>
            </a:extLst>
          </p:cNvPr>
          <p:cNvCxnSpPr>
            <a:cxnSpLocks/>
            <a:stCxn id="266" idx="0"/>
            <a:endCxn id="265" idx="1"/>
          </p:cNvCxnSpPr>
          <p:nvPr>
            <p:custDataLst>
              <p:tags r:id="rId3"/>
            </p:custDataLst>
          </p:nvPr>
        </p:nvCxnSpPr>
        <p:spPr>
          <a:xfrm>
            <a:off x="2300735" y="3411109"/>
            <a:ext cx="0" cy="865652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Соединитель: уступ 55">
            <a:extLst>
              <a:ext uri="{FF2B5EF4-FFF2-40B4-BE49-F238E27FC236}">
                <a16:creationId xmlns:a16="http://schemas.microsoft.com/office/drawing/2014/main" id="{B4BF6E40-DCD2-47BE-8DAA-D0A2FB0166EF}"/>
              </a:ext>
            </a:extLst>
          </p:cNvPr>
          <p:cNvCxnSpPr>
            <a:cxnSpLocks/>
            <a:stCxn id="264" idx="1"/>
          </p:cNvCxnSpPr>
          <p:nvPr>
            <p:custDataLst>
              <p:tags r:id="rId4"/>
            </p:custDataLst>
          </p:nvPr>
        </p:nvCxnSpPr>
        <p:spPr>
          <a:xfrm>
            <a:off x="2300735" y="4420761"/>
            <a:ext cx="0" cy="865652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Соединитель: уступ 55">
            <a:extLst>
              <a:ext uri="{FF2B5EF4-FFF2-40B4-BE49-F238E27FC236}">
                <a16:creationId xmlns:a16="http://schemas.microsoft.com/office/drawing/2014/main" id="{F0D9B4C0-643E-4EA4-A26A-87230FD33DE3}"/>
              </a:ext>
            </a:extLst>
          </p:cNvPr>
          <p:cNvCxnSpPr>
            <a:cxnSpLocks/>
            <a:stCxn id="4" idx="3"/>
            <a:endCxn id="265" idx="0"/>
          </p:cNvCxnSpPr>
          <p:nvPr>
            <p:custDataLst>
              <p:tags r:id="rId5"/>
            </p:custDataLst>
          </p:nvPr>
        </p:nvCxnSpPr>
        <p:spPr>
          <a:xfrm>
            <a:off x="2210735" y="4348761"/>
            <a:ext cx="18000" cy="0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Соединитель: уступ 55">
            <a:extLst>
              <a:ext uri="{FF2B5EF4-FFF2-40B4-BE49-F238E27FC236}">
                <a16:creationId xmlns:a16="http://schemas.microsoft.com/office/drawing/2014/main" id="{85307924-4A4B-409D-8C4C-7BDE7AF32C30}"/>
              </a:ext>
            </a:extLst>
          </p:cNvPr>
          <p:cNvCxnSpPr>
            <a:cxnSpLocks/>
            <a:stCxn id="266" idx="1"/>
            <a:endCxn id="6" idx="1"/>
          </p:cNvCxnSpPr>
          <p:nvPr>
            <p:custDataLst>
              <p:tags r:id="rId6"/>
            </p:custDataLst>
          </p:nvPr>
        </p:nvCxnSpPr>
        <p:spPr>
          <a:xfrm>
            <a:off x="2372735" y="3339109"/>
            <a:ext cx="18000" cy="0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Дуга 204">
            <a:extLst>
              <a:ext uri="{FF2B5EF4-FFF2-40B4-BE49-F238E27FC236}">
                <a16:creationId xmlns:a16="http://schemas.microsoft.com/office/drawing/2014/main" id="{174842BA-479B-4038-A28B-6A9E5979689E}"/>
              </a:ext>
            </a:extLst>
          </p:cNvPr>
          <p:cNvSpPr/>
          <p:nvPr/>
        </p:nvSpPr>
        <p:spPr>
          <a:xfrm>
            <a:off x="1184735" y="4668674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2" name="Дуга 204">
            <a:extLst>
              <a:ext uri="{FF2B5EF4-FFF2-40B4-BE49-F238E27FC236}">
                <a16:creationId xmlns:a16="http://schemas.microsoft.com/office/drawing/2014/main" id="{988F1C0E-D3DD-4D8F-8EB3-D534A212D805}"/>
              </a:ext>
            </a:extLst>
          </p:cNvPr>
          <p:cNvSpPr/>
          <p:nvPr/>
        </p:nvSpPr>
        <p:spPr>
          <a:xfrm flipV="1">
            <a:off x="1184735" y="4596674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3" name="Дуга 204">
            <a:extLst>
              <a:ext uri="{FF2B5EF4-FFF2-40B4-BE49-F238E27FC236}">
                <a16:creationId xmlns:a16="http://schemas.microsoft.com/office/drawing/2014/main" id="{40B936B9-A6C7-4A06-87C5-E237FCA98D54}"/>
              </a:ext>
            </a:extLst>
          </p:cNvPr>
          <p:cNvSpPr/>
          <p:nvPr/>
        </p:nvSpPr>
        <p:spPr>
          <a:xfrm rot="5400000" flipH="1" flipV="1">
            <a:off x="1256735" y="4348761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4" name="Дуга 204">
            <a:extLst>
              <a:ext uri="{FF2B5EF4-FFF2-40B4-BE49-F238E27FC236}">
                <a16:creationId xmlns:a16="http://schemas.microsoft.com/office/drawing/2014/main" id="{D9D4027C-6063-4021-A303-A8ED367F58FE}"/>
              </a:ext>
            </a:extLst>
          </p:cNvPr>
          <p:cNvSpPr/>
          <p:nvPr/>
        </p:nvSpPr>
        <p:spPr>
          <a:xfrm rot="16200000" flipH="1">
            <a:off x="1256735" y="4916587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7" name="Соединитель: уступ 55">
            <a:extLst>
              <a:ext uri="{FF2B5EF4-FFF2-40B4-BE49-F238E27FC236}">
                <a16:creationId xmlns:a16="http://schemas.microsoft.com/office/drawing/2014/main" id="{827A2ED8-2C3F-46CF-AAC0-D8A4C8539B8E}"/>
              </a:ext>
            </a:extLst>
          </p:cNvPr>
          <p:cNvCxnSpPr>
            <a:cxnSpLocks/>
            <a:stCxn id="62" idx="3"/>
            <a:endCxn id="252" idx="0"/>
          </p:cNvCxnSpPr>
          <p:nvPr>
            <p:custDataLst>
              <p:tags r:id="rId7"/>
            </p:custDataLst>
          </p:nvPr>
        </p:nvCxnSpPr>
        <p:spPr>
          <a:xfrm>
            <a:off x="1166735" y="4668674"/>
            <a:ext cx="18000" cy="0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Соединитель: уступ 55">
            <a:extLst>
              <a:ext uri="{FF2B5EF4-FFF2-40B4-BE49-F238E27FC236}">
                <a16:creationId xmlns:a16="http://schemas.microsoft.com/office/drawing/2014/main" id="{FDB7FAB9-1C39-485D-A868-CB425B24FBC9}"/>
              </a:ext>
            </a:extLst>
          </p:cNvPr>
          <p:cNvCxnSpPr>
            <a:cxnSpLocks/>
            <a:stCxn id="254" idx="1"/>
            <a:endCxn id="61" idx="1"/>
          </p:cNvCxnSpPr>
          <p:nvPr>
            <p:custDataLst>
              <p:tags r:id="rId8"/>
            </p:custDataLst>
          </p:nvPr>
        </p:nvCxnSpPr>
        <p:spPr>
          <a:xfrm>
            <a:off x="1328735" y="4988587"/>
            <a:ext cx="18000" cy="0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Соединитель: уступ 55">
            <a:extLst>
              <a:ext uri="{FF2B5EF4-FFF2-40B4-BE49-F238E27FC236}">
                <a16:creationId xmlns:a16="http://schemas.microsoft.com/office/drawing/2014/main" id="{A78032ED-7BDD-4D7C-8051-79A3548D4783}"/>
              </a:ext>
            </a:extLst>
          </p:cNvPr>
          <p:cNvCxnSpPr>
            <a:cxnSpLocks/>
            <a:stCxn id="253" idx="1"/>
            <a:endCxn id="4" idx="1"/>
          </p:cNvCxnSpPr>
          <p:nvPr>
            <p:custDataLst>
              <p:tags r:id="rId9"/>
            </p:custDataLst>
          </p:nvPr>
        </p:nvCxnSpPr>
        <p:spPr>
          <a:xfrm>
            <a:off x="1328735" y="4348761"/>
            <a:ext cx="18000" cy="0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Соединитель: уступ 55">
            <a:extLst>
              <a:ext uri="{FF2B5EF4-FFF2-40B4-BE49-F238E27FC236}">
                <a16:creationId xmlns:a16="http://schemas.microsoft.com/office/drawing/2014/main" id="{D166EDF9-67FC-429B-BF81-4F4EA77A499D}"/>
              </a:ext>
            </a:extLst>
          </p:cNvPr>
          <p:cNvCxnSpPr>
            <a:cxnSpLocks/>
            <a:stCxn id="253" idx="0"/>
            <a:endCxn id="252" idx="1"/>
          </p:cNvCxnSpPr>
          <p:nvPr>
            <p:custDataLst>
              <p:tags r:id="rId10"/>
            </p:custDataLst>
          </p:nvPr>
        </p:nvCxnSpPr>
        <p:spPr>
          <a:xfrm>
            <a:off x="1256735" y="4420761"/>
            <a:ext cx="0" cy="175913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Соединитель: уступ 55">
            <a:extLst>
              <a:ext uri="{FF2B5EF4-FFF2-40B4-BE49-F238E27FC236}">
                <a16:creationId xmlns:a16="http://schemas.microsoft.com/office/drawing/2014/main" id="{B81D77EF-5AED-4039-A3A8-E6FAC22FF636}"/>
              </a:ext>
            </a:extLst>
          </p:cNvPr>
          <p:cNvCxnSpPr>
            <a:cxnSpLocks/>
            <a:stCxn id="205" idx="1"/>
            <a:endCxn id="254" idx="0"/>
          </p:cNvCxnSpPr>
          <p:nvPr>
            <p:custDataLst>
              <p:tags r:id="rId11"/>
            </p:custDataLst>
          </p:nvPr>
        </p:nvCxnSpPr>
        <p:spPr>
          <a:xfrm>
            <a:off x="1256735" y="4740674"/>
            <a:ext cx="0" cy="175913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Соединитель: уступ 55">
            <a:extLst>
              <a:ext uri="{FF2B5EF4-FFF2-40B4-BE49-F238E27FC236}">
                <a16:creationId xmlns:a16="http://schemas.microsoft.com/office/drawing/2014/main" id="{204E794D-AC30-4D50-A1FC-360DCAA02586}"/>
              </a:ext>
            </a:extLst>
          </p:cNvPr>
          <p:cNvCxnSpPr>
            <a:cxnSpLocks/>
            <a:stCxn id="6" idx="3"/>
            <a:endCxn id="10" idx="1"/>
          </p:cNvCxnSpPr>
          <p:nvPr>
            <p:custDataLst>
              <p:tags r:id="rId12"/>
            </p:custDataLst>
          </p:nvPr>
        </p:nvCxnSpPr>
        <p:spPr>
          <a:xfrm>
            <a:off x="3254735" y="3339109"/>
            <a:ext cx="180000" cy="0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Соединитель: уступ 55">
            <a:extLst>
              <a:ext uri="{FF2B5EF4-FFF2-40B4-BE49-F238E27FC236}">
                <a16:creationId xmlns:a16="http://schemas.microsoft.com/office/drawing/2014/main" id="{B1376C2A-6CD3-4504-AB01-FF8925AF2F47}"/>
              </a:ext>
            </a:extLst>
          </p:cNvPr>
          <p:cNvCxnSpPr>
            <a:cxnSpLocks/>
            <a:stCxn id="5" idx="3"/>
            <a:endCxn id="7" idx="1"/>
          </p:cNvCxnSpPr>
          <p:nvPr>
            <p:custDataLst>
              <p:tags r:id="rId13"/>
            </p:custDataLst>
          </p:nvPr>
        </p:nvCxnSpPr>
        <p:spPr>
          <a:xfrm>
            <a:off x="3254735" y="5358413"/>
            <a:ext cx="180000" cy="0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Дуга 204">
            <a:extLst>
              <a:ext uri="{FF2B5EF4-FFF2-40B4-BE49-F238E27FC236}">
                <a16:creationId xmlns:a16="http://schemas.microsoft.com/office/drawing/2014/main" id="{CA79C3DE-F10D-4F64-AE1C-BD9878C4F496}"/>
              </a:ext>
            </a:extLst>
          </p:cNvPr>
          <p:cNvSpPr/>
          <p:nvPr/>
        </p:nvSpPr>
        <p:spPr>
          <a:xfrm>
            <a:off x="3272735" y="3339109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4" name="Дуга 204">
            <a:extLst>
              <a:ext uri="{FF2B5EF4-FFF2-40B4-BE49-F238E27FC236}">
                <a16:creationId xmlns:a16="http://schemas.microsoft.com/office/drawing/2014/main" id="{FED3F3FB-A8D4-440D-8E43-4B1937857081}"/>
              </a:ext>
            </a:extLst>
          </p:cNvPr>
          <p:cNvSpPr/>
          <p:nvPr/>
        </p:nvSpPr>
        <p:spPr>
          <a:xfrm flipV="1">
            <a:off x="3272735" y="3267109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5" name="Дуга 204">
            <a:extLst>
              <a:ext uri="{FF2B5EF4-FFF2-40B4-BE49-F238E27FC236}">
                <a16:creationId xmlns:a16="http://schemas.microsoft.com/office/drawing/2014/main" id="{B15E4F45-11A0-403B-BD91-BAE49E8E5A13}"/>
              </a:ext>
            </a:extLst>
          </p:cNvPr>
          <p:cNvSpPr/>
          <p:nvPr/>
        </p:nvSpPr>
        <p:spPr>
          <a:xfrm rot="5400000" flipH="1" flipV="1">
            <a:off x="3344735" y="2219413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6" name="Дуга 204">
            <a:extLst>
              <a:ext uri="{FF2B5EF4-FFF2-40B4-BE49-F238E27FC236}">
                <a16:creationId xmlns:a16="http://schemas.microsoft.com/office/drawing/2014/main" id="{6B131FC6-5736-41A0-930A-A0E95323A75B}"/>
              </a:ext>
            </a:extLst>
          </p:cNvPr>
          <p:cNvSpPr/>
          <p:nvPr/>
        </p:nvSpPr>
        <p:spPr>
          <a:xfrm rot="16200000" flipH="1">
            <a:off x="3344735" y="3906935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97" name="Соединитель: уступ 55">
            <a:extLst>
              <a:ext uri="{FF2B5EF4-FFF2-40B4-BE49-F238E27FC236}">
                <a16:creationId xmlns:a16="http://schemas.microsoft.com/office/drawing/2014/main" id="{DABB9EE2-FB1E-4B77-B730-2A1EDEE47F8D}"/>
              </a:ext>
            </a:extLst>
          </p:cNvPr>
          <p:cNvCxnSpPr>
            <a:cxnSpLocks/>
            <a:stCxn id="295" idx="0"/>
            <a:endCxn id="294" idx="1"/>
          </p:cNvCxnSpPr>
          <p:nvPr>
            <p:custDataLst>
              <p:tags r:id="rId14"/>
            </p:custDataLst>
          </p:nvPr>
        </p:nvCxnSpPr>
        <p:spPr>
          <a:xfrm>
            <a:off x="3344735" y="2291413"/>
            <a:ext cx="0" cy="975696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8" name="Соединитель: уступ 55">
            <a:extLst>
              <a:ext uri="{FF2B5EF4-FFF2-40B4-BE49-F238E27FC236}">
                <a16:creationId xmlns:a16="http://schemas.microsoft.com/office/drawing/2014/main" id="{226165FE-908C-44D7-BAEB-8D998ECCD9F7}"/>
              </a:ext>
            </a:extLst>
          </p:cNvPr>
          <p:cNvCxnSpPr>
            <a:cxnSpLocks/>
            <a:stCxn id="293" idx="1"/>
            <a:endCxn id="296" idx="0"/>
          </p:cNvCxnSpPr>
          <p:nvPr>
            <p:custDataLst>
              <p:tags r:id="rId15"/>
            </p:custDataLst>
          </p:nvPr>
        </p:nvCxnSpPr>
        <p:spPr>
          <a:xfrm>
            <a:off x="3344735" y="3411109"/>
            <a:ext cx="0" cy="495826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Соединитель: уступ 55">
            <a:extLst>
              <a:ext uri="{FF2B5EF4-FFF2-40B4-BE49-F238E27FC236}">
                <a16:creationId xmlns:a16="http://schemas.microsoft.com/office/drawing/2014/main" id="{EEA7AE13-D804-4BB5-ABC1-079C5175B650}"/>
              </a:ext>
            </a:extLst>
          </p:cNvPr>
          <p:cNvCxnSpPr>
            <a:cxnSpLocks/>
            <a:stCxn id="295" idx="1"/>
            <a:endCxn id="8" idx="1"/>
          </p:cNvCxnSpPr>
          <p:nvPr>
            <p:custDataLst>
              <p:tags r:id="rId16"/>
            </p:custDataLst>
          </p:nvPr>
        </p:nvCxnSpPr>
        <p:spPr>
          <a:xfrm>
            <a:off x="3416735" y="2219413"/>
            <a:ext cx="18000" cy="2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Соединитель: уступ 55">
            <a:extLst>
              <a:ext uri="{FF2B5EF4-FFF2-40B4-BE49-F238E27FC236}">
                <a16:creationId xmlns:a16="http://schemas.microsoft.com/office/drawing/2014/main" id="{500DEAB7-2E79-4ED6-98B7-E2587B1000A8}"/>
              </a:ext>
            </a:extLst>
          </p:cNvPr>
          <p:cNvCxnSpPr>
            <a:cxnSpLocks/>
            <a:stCxn id="296" idx="1"/>
            <a:endCxn id="74" idx="1"/>
          </p:cNvCxnSpPr>
          <p:nvPr>
            <p:custDataLst>
              <p:tags r:id="rId17"/>
            </p:custDataLst>
          </p:nvPr>
        </p:nvCxnSpPr>
        <p:spPr>
          <a:xfrm>
            <a:off x="3416735" y="3978935"/>
            <a:ext cx="18000" cy="0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Дуга 204">
            <a:extLst>
              <a:ext uri="{FF2B5EF4-FFF2-40B4-BE49-F238E27FC236}">
                <a16:creationId xmlns:a16="http://schemas.microsoft.com/office/drawing/2014/main" id="{75447C6F-C0EF-432B-BDEF-A5B7A3AC8876}"/>
              </a:ext>
            </a:extLst>
          </p:cNvPr>
          <p:cNvSpPr/>
          <p:nvPr/>
        </p:nvSpPr>
        <p:spPr>
          <a:xfrm>
            <a:off x="3272735" y="5358413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2" name="Дуга 204">
            <a:extLst>
              <a:ext uri="{FF2B5EF4-FFF2-40B4-BE49-F238E27FC236}">
                <a16:creationId xmlns:a16="http://schemas.microsoft.com/office/drawing/2014/main" id="{64F32C18-7BA9-4002-A04F-E990A7051335}"/>
              </a:ext>
            </a:extLst>
          </p:cNvPr>
          <p:cNvSpPr/>
          <p:nvPr/>
        </p:nvSpPr>
        <p:spPr>
          <a:xfrm flipV="1">
            <a:off x="3272735" y="5286413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3" name="Дуга 204">
            <a:extLst>
              <a:ext uri="{FF2B5EF4-FFF2-40B4-BE49-F238E27FC236}">
                <a16:creationId xmlns:a16="http://schemas.microsoft.com/office/drawing/2014/main" id="{E99363C9-EF96-48CC-B0FC-0DC30F3071AC}"/>
              </a:ext>
            </a:extLst>
          </p:cNvPr>
          <p:cNvSpPr/>
          <p:nvPr/>
        </p:nvSpPr>
        <p:spPr>
          <a:xfrm rot="5400000" flipH="1" flipV="1">
            <a:off x="3344735" y="4718587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4" name="Дуга 204">
            <a:extLst>
              <a:ext uri="{FF2B5EF4-FFF2-40B4-BE49-F238E27FC236}">
                <a16:creationId xmlns:a16="http://schemas.microsoft.com/office/drawing/2014/main" id="{BD5BADB0-EA27-446F-A30A-4AEF4E4749A5}"/>
              </a:ext>
            </a:extLst>
          </p:cNvPr>
          <p:cNvSpPr/>
          <p:nvPr/>
        </p:nvSpPr>
        <p:spPr>
          <a:xfrm rot="16200000" flipH="1">
            <a:off x="3344735" y="5926242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15" name="Соединитель: уступ 55">
            <a:extLst>
              <a:ext uri="{FF2B5EF4-FFF2-40B4-BE49-F238E27FC236}">
                <a16:creationId xmlns:a16="http://schemas.microsoft.com/office/drawing/2014/main" id="{023AE064-B2B5-4590-87B4-143512D713A0}"/>
              </a:ext>
            </a:extLst>
          </p:cNvPr>
          <p:cNvCxnSpPr>
            <a:cxnSpLocks/>
            <a:stCxn id="313" idx="0"/>
            <a:endCxn id="312" idx="1"/>
          </p:cNvCxnSpPr>
          <p:nvPr>
            <p:custDataLst>
              <p:tags r:id="rId18"/>
            </p:custDataLst>
          </p:nvPr>
        </p:nvCxnSpPr>
        <p:spPr>
          <a:xfrm>
            <a:off x="3344735" y="4790587"/>
            <a:ext cx="0" cy="495826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Соединитель: уступ 55">
            <a:extLst>
              <a:ext uri="{FF2B5EF4-FFF2-40B4-BE49-F238E27FC236}">
                <a16:creationId xmlns:a16="http://schemas.microsoft.com/office/drawing/2014/main" id="{82E2CB45-14E4-4EA3-BC7C-B0A406783535}"/>
              </a:ext>
            </a:extLst>
          </p:cNvPr>
          <p:cNvCxnSpPr>
            <a:cxnSpLocks/>
            <a:stCxn id="311" idx="1"/>
            <a:endCxn id="314" idx="0"/>
          </p:cNvCxnSpPr>
          <p:nvPr>
            <p:custDataLst>
              <p:tags r:id="rId19"/>
            </p:custDataLst>
          </p:nvPr>
        </p:nvCxnSpPr>
        <p:spPr>
          <a:xfrm>
            <a:off x="3344735" y="5430413"/>
            <a:ext cx="0" cy="495829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Соединитель: уступ 55">
            <a:extLst>
              <a:ext uri="{FF2B5EF4-FFF2-40B4-BE49-F238E27FC236}">
                <a16:creationId xmlns:a16="http://schemas.microsoft.com/office/drawing/2014/main" id="{251B999F-782A-4015-B3C8-29547FAB5165}"/>
              </a:ext>
            </a:extLst>
          </p:cNvPr>
          <p:cNvCxnSpPr>
            <a:cxnSpLocks/>
            <a:stCxn id="314" idx="1"/>
            <a:endCxn id="17" idx="1"/>
          </p:cNvCxnSpPr>
          <p:nvPr>
            <p:custDataLst>
              <p:tags r:id="rId20"/>
            </p:custDataLst>
          </p:nvPr>
        </p:nvCxnSpPr>
        <p:spPr>
          <a:xfrm>
            <a:off x="3416735" y="5998242"/>
            <a:ext cx="18000" cy="0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Соединитель: уступ 55">
            <a:extLst>
              <a:ext uri="{FF2B5EF4-FFF2-40B4-BE49-F238E27FC236}">
                <a16:creationId xmlns:a16="http://schemas.microsoft.com/office/drawing/2014/main" id="{8A6F1555-E266-4FBE-8C83-3E864682F199}"/>
              </a:ext>
            </a:extLst>
          </p:cNvPr>
          <p:cNvCxnSpPr>
            <a:cxnSpLocks/>
            <a:stCxn id="313" idx="1"/>
            <a:endCxn id="13" idx="1"/>
          </p:cNvCxnSpPr>
          <p:nvPr>
            <p:custDataLst>
              <p:tags r:id="rId21"/>
            </p:custDataLst>
          </p:nvPr>
        </p:nvCxnSpPr>
        <p:spPr>
          <a:xfrm>
            <a:off x="3416735" y="4718587"/>
            <a:ext cx="18000" cy="0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Дуга 204">
            <a:extLst>
              <a:ext uri="{FF2B5EF4-FFF2-40B4-BE49-F238E27FC236}">
                <a16:creationId xmlns:a16="http://schemas.microsoft.com/office/drawing/2014/main" id="{A725BCD0-C17A-48E5-976C-8815625ED0EC}"/>
              </a:ext>
            </a:extLst>
          </p:cNvPr>
          <p:cNvSpPr/>
          <p:nvPr/>
        </p:nvSpPr>
        <p:spPr>
          <a:xfrm>
            <a:off x="4514735" y="2219413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0" name="Дуга 204">
            <a:extLst>
              <a:ext uri="{FF2B5EF4-FFF2-40B4-BE49-F238E27FC236}">
                <a16:creationId xmlns:a16="http://schemas.microsoft.com/office/drawing/2014/main" id="{1FA6990D-7724-4778-AD3E-D89812B15791}"/>
              </a:ext>
            </a:extLst>
          </p:cNvPr>
          <p:cNvSpPr/>
          <p:nvPr/>
        </p:nvSpPr>
        <p:spPr>
          <a:xfrm flipV="1">
            <a:off x="4514735" y="2147413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1" name="Дуга 204">
            <a:extLst>
              <a:ext uri="{FF2B5EF4-FFF2-40B4-BE49-F238E27FC236}">
                <a16:creationId xmlns:a16="http://schemas.microsoft.com/office/drawing/2014/main" id="{DEFD91B5-F263-4E02-B767-1F79033FFE90}"/>
              </a:ext>
            </a:extLst>
          </p:cNvPr>
          <p:cNvSpPr/>
          <p:nvPr/>
        </p:nvSpPr>
        <p:spPr>
          <a:xfrm rot="5400000" flipH="1" flipV="1">
            <a:off x="4586735" y="1739544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2" name="Дуга 204">
            <a:extLst>
              <a:ext uri="{FF2B5EF4-FFF2-40B4-BE49-F238E27FC236}">
                <a16:creationId xmlns:a16="http://schemas.microsoft.com/office/drawing/2014/main" id="{AC701FD5-6DC6-4D17-A478-3E4EBE270CA7}"/>
              </a:ext>
            </a:extLst>
          </p:cNvPr>
          <p:cNvSpPr/>
          <p:nvPr/>
        </p:nvSpPr>
        <p:spPr>
          <a:xfrm rot="16200000" flipH="1">
            <a:off x="4586735" y="2627283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33" name="Соединитель: уступ 55">
            <a:extLst>
              <a:ext uri="{FF2B5EF4-FFF2-40B4-BE49-F238E27FC236}">
                <a16:creationId xmlns:a16="http://schemas.microsoft.com/office/drawing/2014/main" id="{FC8B531A-C8B2-4071-90C8-56A7FBF10E70}"/>
              </a:ext>
            </a:extLst>
          </p:cNvPr>
          <p:cNvCxnSpPr>
            <a:cxnSpLocks/>
            <a:stCxn id="331" idx="0"/>
            <a:endCxn id="330" idx="1"/>
          </p:cNvCxnSpPr>
          <p:nvPr>
            <p:custDataLst>
              <p:tags r:id="rId22"/>
            </p:custDataLst>
          </p:nvPr>
        </p:nvCxnSpPr>
        <p:spPr>
          <a:xfrm>
            <a:off x="4586735" y="1811544"/>
            <a:ext cx="0" cy="335869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Соединитель: уступ 55">
            <a:extLst>
              <a:ext uri="{FF2B5EF4-FFF2-40B4-BE49-F238E27FC236}">
                <a16:creationId xmlns:a16="http://schemas.microsoft.com/office/drawing/2014/main" id="{494F63F6-AC0D-4FDD-B1AF-57A81FF2CEA4}"/>
              </a:ext>
            </a:extLst>
          </p:cNvPr>
          <p:cNvCxnSpPr>
            <a:cxnSpLocks/>
            <a:stCxn id="329" idx="1"/>
            <a:endCxn id="332" idx="0"/>
          </p:cNvCxnSpPr>
          <p:nvPr>
            <p:custDataLst>
              <p:tags r:id="rId23"/>
            </p:custDataLst>
          </p:nvPr>
        </p:nvCxnSpPr>
        <p:spPr>
          <a:xfrm>
            <a:off x="4586735" y="2291413"/>
            <a:ext cx="0" cy="335870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Дуга 204">
            <a:extLst>
              <a:ext uri="{FF2B5EF4-FFF2-40B4-BE49-F238E27FC236}">
                <a16:creationId xmlns:a16="http://schemas.microsoft.com/office/drawing/2014/main" id="{1637D67E-B74E-42B6-A588-553EEB0BBE1B}"/>
              </a:ext>
            </a:extLst>
          </p:cNvPr>
          <p:cNvSpPr/>
          <p:nvPr/>
        </p:nvSpPr>
        <p:spPr>
          <a:xfrm>
            <a:off x="5756735" y="1739544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38" name="Дуга 204">
            <a:extLst>
              <a:ext uri="{FF2B5EF4-FFF2-40B4-BE49-F238E27FC236}">
                <a16:creationId xmlns:a16="http://schemas.microsoft.com/office/drawing/2014/main" id="{C332C459-8037-4BC3-A169-B2E498E12930}"/>
              </a:ext>
            </a:extLst>
          </p:cNvPr>
          <p:cNvSpPr/>
          <p:nvPr/>
        </p:nvSpPr>
        <p:spPr>
          <a:xfrm flipV="1">
            <a:off x="5756735" y="1667544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39" name="Дуга 204">
            <a:extLst>
              <a:ext uri="{FF2B5EF4-FFF2-40B4-BE49-F238E27FC236}">
                <a16:creationId xmlns:a16="http://schemas.microsoft.com/office/drawing/2014/main" id="{94557689-9F92-4514-9465-5D67C20AAC20}"/>
              </a:ext>
            </a:extLst>
          </p:cNvPr>
          <p:cNvSpPr/>
          <p:nvPr/>
        </p:nvSpPr>
        <p:spPr>
          <a:xfrm rot="5400000" flipH="1" flipV="1">
            <a:off x="5828735" y="1419631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40" name="Дуга 204">
            <a:extLst>
              <a:ext uri="{FF2B5EF4-FFF2-40B4-BE49-F238E27FC236}">
                <a16:creationId xmlns:a16="http://schemas.microsoft.com/office/drawing/2014/main" id="{ABCDED89-50BE-4526-A51C-37AE8A3856DA}"/>
              </a:ext>
            </a:extLst>
          </p:cNvPr>
          <p:cNvSpPr/>
          <p:nvPr/>
        </p:nvSpPr>
        <p:spPr>
          <a:xfrm rot="16200000" flipH="1">
            <a:off x="5828735" y="1987457"/>
            <a:ext cx="72000" cy="72000"/>
          </a:xfrm>
          <a:custGeom>
            <a:avLst/>
            <a:gdLst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2" fmla="*/ 126000 w 252000"/>
              <a:gd name="connsiteY2" fmla="*/ 126000 h 252000"/>
              <a:gd name="connsiteX3" fmla="*/ 126000 w 252000"/>
              <a:gd name="connsiteY3" fmla="*/ 0 h 252000"/>
              <a:gd name="connsiteX0" fmla="*/ 126000 w 252000"/>
              <a:gd name="connsiteY0" fmla="*/ 0 h 252000"/>
              <a:gd name="connsiteX1" fmla="*/ 252000 w 252000"/>
              <a:gd name="connsiteY1" fmla="*/ 126000 h 252000"/>
              <a:gd name="connsiteX0" fmla="*/ 0 w 126000"/>
              <a:gd name="connsiteY0" fmla="*/ 0 h 126000"/>
              <a:gd name="connsiteX1" fmla="*/ 126000 w 126000"/>
              <a:gd name="connsiteY1" fmla="*/ 126000 h 126000"/>
              <a:gd name="connsiteX2" fmla="*/ 0 w 126000"/>
              <a:gd name="connsiteY2" fmla="*/ 0 h 126000"/>
              <a:gd name="connsiteX0" fmla="*/ 0 w 126000"/>
              <a:gd name="connsiteY0" fmla="*/ 0 h 126000"/>
              <a:gd name="connsiteX1" fmla="*/ 126000 w 126000"/>
              <a:gd name="connsiteY1" fmla="*/ 126000 h 12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6000" h="126000" stroke="0" extrusionOk="0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  <a:lnTo>
                  <a:pt x="0" y="0"/>
                </a:lnTo>
                <a:close/>
              </a:path>
              <a:path w="126000" h="126000" fill="none">
                <a:moveTo>
                  <a:pt x="0" y="0"/>
                </a:moveTo>
                <a:cubicBezTo>
                  <a:pt x="69588" y="0"/>
                  <a:pt x="126000" y="56412"/>
                  <a:pt x="126000" y="126000"/>
                </a:cubicBezTo>
              </a:path>
            </a:pathLst>
          </a:custGeom>
          <a:ln w="0" cap="flat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341" name="Соединитель: уступ 55">
            <a:extLst>
              <a:ext uri="{FF2B5EF4-FFF2-40B4-BE49-F238E27FC236}">
                <a16:creationId xmlns:a16="http://schemas.microsoft.com/office/drawing/2014/main" id="{3E8C13FB-1378-4482-8AE5-E108FB248EC1}"/>
              </a:ext>
            </a:extLst>
          </p:cNvPr>
          <p:cNvCxnSpPr>
            <a:cxnSpLocks/>
            <a:stCxn id="339" idx="0"/>
            <a:endCxn id="338" idx="1"/>
          </p:cNvCxnSpPr>
          <p:nvPr>
            <p:custDataLst>
              <p:tags r:id="rId24"/>
            </p:custDataLst>
          </p:nvPr>
        </p:nvCxnSpPr>
        <p:spPr>
          <a:xfrm>
            <a:off x="5828735" y="1491631"/>
            <a:ext cx="0" cy="175913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Соединитель: уступ 55">
            <a:extLst>
              <a:ext uri="{FF2B5EF4-FFF2-40B4-BE49-F238E27FC236}">
                <a16:creationId xmlns:a16="http://schemas.microsoft.com/office/drawing/2014/main" id="{98D3930A-98CC-4B6C-A4CF-7A430B9E15E2}"/>
              </a:ext>
            </a:extLst>
          </p:cNvPr>
          <p:cNvCxnSpPr>
            <a:cxnSpLocks/>
            <a:stCxn id="337" idx="1"/>
            <a:endCxn id="340" idx="0"/>
          </p:cNvCxnSpPr>
          <p:nvPr>
            <p:custDataLst>
              <p:tags r:id="rId25"/>
            </p:custDataLst>
          </p:nvPr>
        </p:nvCxnSpPr>
        <p:spPr>
          <a:xfrm>
            <a:off x="5828735" y="1811544"/>
            <a:ext cx="0" cy="175913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Соединитель: уступ 55">
            <a:extLst>
              <a:ext uri="{FF2B5EF4-FFF2-40B4-BE49-F238E27FC236}">
                <a16:creationId xmlns:a16="http://schemas.microsoft.com/office/drawing/2014/main" id="{949A6C49-6B98-4D81-A568-141F52D9086C}"/>
              </a:ext>
            </a:extLst>
          </p:cNvPr>
          <p:cNvCxnSpPr>
            <a:cxnSpLocks/>
            <a:stCxn id="8" idx="3"/>
            <a:endCxn id="330" idx="0"/>
          </p:cNvCxnSpPr>
          <p:nvPr>
            <p:custDataLst>
              <p:tags r:id="rId26"/>
            </p:custDataLst>
          </p:nvPr>
        </p:nvCxnSpPr>
        <p:spPr>
          <a:xfrm flipV="1">
            <a:off x="4496735" y="2219413"/>
            <a:ext cx="18000" cy="2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Соединитель: уступ 55">
            <a:extLst>
              <a:ext uri="{FF2B5EF4-FFF2-40B4-BE49-F238E27FC236}">
                <a16:creationId xmlns:a16="http://schemas.microsoft.com/office/drawing/2014/main" id="{72B3D822-67E8-4B4B-AA7D-09A5A8BCDF24}"/>
              </a:ext>
            </a:extLst>
          </p:cNvPr>
          <p:cNvCxnSpPr>
            <a:cxnSpLocks/>
            <a:stCxn id="331" idx="1"/>
            <a:endCxn id="82" idx="1"/>
          </p:cNvCxnSpPr>
          <p:nvPr>
            <p:custDataLst>
              <p:tags r:id="rId27"/>
            </p:custDataLst>
          </p:nvPr>
        </p:nvCxnSpPr>
        <p:spPr>
          <a:xfrm>
            <a:off x="4658735" y="1739544"/>
            <a:ext cx="18000" cy="0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Соединитель: уступ 55">
            <a:extLst>
              <a:ext uri="{FF2B5EF4-FFF2-40B4-BE49-F238E27FC236}">
                <a16:creationId xmlns:a16="http://schemas.microsoft.com/office/drawing/2014/main" id="{6E997F85-45A7-41EE-944D-8C5339C13D7D}"/>
              </a:ext>
            </a:extLst>
          </p:cNvPr>
          <p:cNvCxnSpPr>
            <a:cxnSpLocks/>
            <a:stCxn id="332" idx="1"/>
            <a:endCxn id="76" idx="1"/>
          </p:cNvCxnSpPr>
          <p:nvPr>
            <p:custDataLst>
              <p:tags r:id="rId28"/>
            </p:custDataLst>
          </p:nvPr>
        </p:nvCxnSpPr>
        <p:spPr>
          <a:xfrm>
            <a:off x="4658735" y="2699283"/>
            <a:ext cx="18000" cy="0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Соединитель: уступ 55">
            <a:extLst>
              <a:ext uri="{FF2B5EF4-FFF2-40B4-BE49-F238E27FC236}">
                <a16:creationId xmlns:a16="http://schemas.microsoft.com/office/drawing/2014/main" id="{EC3103CE-A13D-4C73-9130-009521E4E664}"/>
              </a:ext>
            </a:extLst>
          </p:cNvPr>
          <p:cNvCxnSpPr>
            <a:cxnSpLocks/>
            <a:stCxn id="340" idx="1"/>
            <a:endCxn id="122" idx="1"/>
          </p:cNvCxnSpPr>
          <p:nvPr>
            <p:custDataLst>
              <p:tags r:id="rId29"/>
            </p:custDataLst>
          </p:nvPr>
        </p:nvCxnSpPr>
        <p:spPr>
          <a:xfrm flipH="1">
            <a:off x="5888255" y="2059457"/>
            <a:ext cx="12480" cy="17199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Соединитель: уступ 55">
            <a:extLst>
              <a:ext uri="{FF2B5EF4-FFF2-40B4-BE49-F238E27FC236}">
                <a16:creationId xmlns:a16="http://schemas.microsoft.com/office/drawing/2014/main" id="{BCEE325E-314C-4F81-B427-B7D3A7565009}"/>
              </a:ext>
            </a:extLst>
          </p:cNvPr>
          <p:cNvCxnSpPr>
            <a:cxnSpLocks/>
            <a:stCxn id="339" idx="1"/>
            <a:endCxn id="123" idx="1"/>
          </p:cNvCxnSpPr>
          <p:nvPr>
            <p:custDataLst>
              <p:tags r:id="rId30"/>
            </p:custDataLst>
          </p:nvPr>
        </p:nvCxnSpPr>
        <p:spPr>
          <a:xfrm flipH="1" flipV="1">
            <a:off x="5888255" y="1397855"/>
            <a:ext cx="12480" cy="21776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6" name="Соединитель: уступ 55">
            <a:extLst>
              <a:ext uri="{FF2B5EF4-FFF2-40B4-BE49-F238E27FC236}">
                <a16:creationId xmlns:a16="http://schemas.microsoft.com/office/drawing/2014/main" id="{B4921D1A-A2DC-41D1-9324-60C143CFA07F}"/>
              </a:ext>
            </a:extLst>
          </p:cNvPr>
          <p:cNvCxnSpPr>
            <a:cxnSpLocks/>
            <a:stCxn id="82" idx="3"/>
            <a:endCxn id="338" idx="0"/>
          </p:cNvCxnSpPr>
          <p:nvPr>
            <p:custDataLst>
              <p:tags r:id="rId31"/>
            </p:custDataLst>
          </p:nvPr>
        </p:nvCxnSpPr>
        <p:spPr>
          <a:xfrm>
            <a:off x="5738735" y="1739544"/>
            <a:ext cx="18000" cy="0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CA1FF4D0-563B-419C-BE1C-E90C090FBE55}"/>
              </a:ext>
            </a:extLst>
          </p:cNvPr>
          <p:cNvSpPr>
            <a:spLocks/>
          </p:cNvSpPr>
          <p:nvPr/>
        </p:nvSpPr>
        <p:spPr>
          <a:xfrm>
            <a:off x="1346735" y="4078761"/>
            <a:ext cx="864000" cy="540000"/>
          </a:xfrm>
          <a:prstGeom prst="roundRect">
            <a:avLst>
              <a:gd name="adj" fmla="val 14111"/>
            </a:avLst>
          </a:prstGeom>
          <a:solidFill>
            <a:schemeClr val="tx1"/>
          </a:solidFill>
          <a:ln w="63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36000" rIns="43200" bIns="36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b="1" dirty="0">
                <a:solidFill>
                  <a:schemeClr val="bg1"/>
                </a:solidFill>
              </a:rPr>
              <a:t>Прибыль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2A2B786-DCA2-4D14-A71E-7D0574A1B8CA}"/>
              </a:ext>
            </a:extLst>
          </p:cNvPr>
          <p:cNvSpPr>
            <a:spLocks/>
          </p:cNvSpPr>
          <p:nvPr/>
        </p:nvSpPr>
        <p:spPr>
          <a:xfrm>
            <a:off x="554735" y="4398674"/>
            <a:ext cx="612000" cy="540000"/>
          </a:xfrm>
          <a:prstGeom prst="roundRect">
            <a:avLst>
              <a:gd name="adj" fmla="val 14111"/>
            </a:avLst>
          </a:prstGeom>
          <a:solidFill>
            <a:schemeClr val="tx1"/>
          </a:solidFill>
          <a:ln w="63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36000" rIns="43200" bIns="36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  <a:latin typeface="+mj-lt"/>
              </a:rPr>
              <a:t>ROE</a:t>
            </a:r>
            <a:endParaRPr lang="ru-RU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F974DC9-3BF1-4061-8AAB-3D7A62E2DBB8}"/>
              </a:ext>
            </a:extLst>
          </p:cNvPr>
          <p:cNvSpPr>
            <a:spLocks/>
          </p:cNvSpPr>
          <p:nvPr/>
        </p:nvSpPr>
        <p:spPr>
          <a:xfrm>
            <a:off x="1346735" y="4718587"/>
            <a:ext cx="864000" cy="540000"/>
          </a:xfrm>
          <a:prstGeom prst="roundRect">
            <a:avLst>
              <a:gd name="adj" fmla="val 14111"/>
            </a:avLst>
          </a:prstGeom>
          <a:solidFill>
            <a:srgbClr val="E6E6E6"/>
          </a:solidFill>
          <a:ln w="6350" cap="sq">
            <a:solidFill>
              <a:srgbClr val="E6E6E6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36000" rIns="432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</a:pPr>
            <a:r>
              <a:rPr lang="ru-RU" sz="1200" dirty="0">
                <a:solidFill>
                  <a:schemeClr val="tx1"/>
                </a:solidFill>
              </a:rPr>
              <a:t>Капитал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66BE2-F4B6-48B7-AB3E-DCAD88F43603}"/>
              </a:ext>
            </a:extLst>
          </p:cNvPr>
          <p:cNvSpPr>
            <a:spLocks/>
          </p:cNvSpPr>
          <p:nvPr/>
        </p:nvSpPr>
        <p:spPr>
          <a:xfrm>
            <a:off x="2390735" y="5088413"/>
            <a:ext cx="864000" cy="540000"/>
          </a:xfrm>
          <a:prstGeom prst="roundRect">
            <a:avLst>
              <a:gd name="adj" fmla="val 14111"/>
            </a:avLst>
          </a:prstGeom>
          <a:solidFill>
            <a:schemeClr val="tx1"/>
          </a:solidFill>
          <a:ln w="63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36000" rIns="43200" bIns="36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b="1" dirty="0">
                <a:solidFill>
                  <a:schemeClr val="bg1"/>
                </a:solidFill>
              </a:rPr>
              <a:t>Затраты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1F3E57-1E08-4BE0-A841-1A3ACBD77799}"/>
              </a:ext>
            </a:extLst>
          </p:cNvPr>
          <p:cNvSpPr>
            <a:spLocks/>
          </p:cNvSpPr>
          <p:nvPr/>
        </p:nvSpPr>
        <p:spPr>
          <a:xfrm>
            <a:off x="2390735" y="3069109"/>
            <a:ext cx="864000" cy="540000"/>
          </a:xfrm>
          <a:prstGeom prst="roundRect">
            <a:avLst>
              <a:gd name="adj" fmla="val 14111"/>
            </a:avLst>
          </a:prstGeom>
          <a:solidFill>
            <a:schemeClr val="tx1"/>
          </a:solidFill>
          <a:ln w="63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36000" rIns="43200" bIns="3600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b="1" dirty="0">
                <a:solidFill>
                  <a:schemeClr val="bg1"/>
                </a:solidFill>
              </a:rPr>
              <a:t>Доходы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473C29-68C5-4C60-992C-9FB54A6127B4}"/>
              </a:ext>
            </a:extLst>
          </p:cNvPr>
          <p:cNvSpPr>
            <a:spLocks/>
          </p:cNvSpPr>
          <p:nvPr/>
        </p:nvSpPr>
        <p:spPr>
          <a:xfrm>
            <a:off x="3434735" y="1767056"/>
            <a:ext cx="1062000" cy="904717"/>
          </a:xfrm>
          <a:prstGeom prst="roundRect">
            <a:avLst>
              <a:gd name="adj" fmla="val 8423"/>
            </a:avLst>
          </a:prstGeom>
          <a:solidFill>
            <a:schemeClr val="tx1"/>
          </a:solidFill>
          <a:ln w="6350" cap="sq">
            <a:solidFill>
              <a:schemeClr val="accent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270000" rIns="43200" bIns="36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b="1" dirty="0">
                <a:solidFill>
                  <a:schemeClr val="bg1"/>
                </a:solidFill>
              </a:rPr>
              <a:t>Доход от кредитных продуктов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F90AB276-9C9C-4A19-87A3-1D0522D1D6EB}"/>
              </a:ext>
            </a:extLst>
          </p:cNvPr>
          <p:cNvSpPr>
            <a:spLocks/>
          </p:cNvSpPr>
          <p:nvPr/>
        </p:nvSpPr>
        <p:spPr>
          <a:xfrm>
            <a:off x="5888255" y="1828432"/>
            <a:ext cx="1062000" cy="496448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36000" rIns="432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>
                <a:solidFill>
                  <a:schemeClr val="bg1">
                    <a:lumMod val="75000"/>
                  </a:schemeClr>
                </a:solidFill>
              </a:rPr>
              <a:t>Комиссии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26FEAFDC-B9C5-400C-89DE-E5CB3433104A}"/>
              </a:ext>
            </a:extLst>
          </p:cNvPr>
          <p:cNvSpPr>
            <a:spLocks/>
          </p:cNvSpPr>
          <p:nvPr/>
        </p:nvSpPr>
        <p:spPr>
          <a:xfrm>
            <a:off x="5888255" y="1149631"/>
            <a:ext cx="1062000" cy="496448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36000" rIns="432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>
                <a:solidFill>
                  <a:schemeClr val="bg1">
                    <a:lumMod val="75000"/>
                  </a:schemeClr>
                </a:solidFill>
              </a:rPr>
              <a:t>Внешняя ставка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B2111119-7FCB-4D66-A4A0-B2EAF578C903}"/>
              </a:ext>
            </a:extLst>
          </p:cNvPr>
          <p:cNvSpPr>
            <a:spLocks/>
          </p:cNvSpPr>
          <p:nvPr/>
        </p:nvSpPr>
        <p:spPr>
          <a:xfrm>
            <a:off x="4676735" y="1469544"/>
            <a:ext cx="1062000" cy="54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36000" rIns="432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 err="1">
                <a:solidFill>
                  <a:schemeClr val="bg1">
                    <a:lumMod val="75000"/>
                  </a:schemeClr>
                </a:solidFill>
              </a:rPr>
              <a:t>Цено</a:t>
            </a:r>
            <a:r>
              <a:rPr lang="ru-RU" sz="1200" dirty="0">
                <a:solidFill>
                  <a:schemeClr val="bg1">
                    <a:lumMod val="75000"/>
                  </a:schemeClr>
                </a:solidFill>
              </a:rPr>
              <a:t>-образование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34E2592-0B67-4B87-A2B2-4A1E1848607C}"/>
              </a:ext>
            </a:extLst>
          </p:cNvPr>
          <p:cNvSpPr>
            <a:spLocks/>
          </p:cNvSpPr>
          <p:nvPr/>
        </p:nvSpPr>
        <p:spPr>
          <a:xfrm>
            <a:off x="4676735" y="2429283"/>
            <a:ext cx="1062000" cy="54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36000" rIns="432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>
                <a:solidFill>
                  <a:schemeClr val="bg1">
                    <a:lumMod val="75000"/>
                  </a:schemeClr>
                </a:solidFill>
              </a:rPr>
              <a:t>Сплит по продуктам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95C44E-E6EF-45C2-A79A-647C4AB3A179}"/>
              </a:ext>
            </a:extLst>
          </p:cNvPr>
          <p:cNvSpPr>
            <a:spLocks/>
          </p:cNvSpPr>
          <p:nvPr/>
        </p:nvSpPr>
        <p:spPr>
          <a:xfrm>
            <a:off x="3434735" y="3069109"/>
            <a:ext cx="1062000" cy="54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36000" rIns="432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dirty="0">
                <a:solidFill>
                  <a:schemeClr val="tx1"/>
                </a:solidFill>
              </a:rPr>
              <a:t># </a:t>
            </a:r>
            <a:r>
              <a:rPr lang="ru-RU" sz="1200" dirty="0">
                <a:solidFill>
                  <a:schemeClr val="tx1"/>
                </a:solidFill>
              </a:rPr>
              <a:t>клиентов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1C8894-3123-49EB-B7BB-C8092145F226}"/>
              </a:ext>
            </a:extLst>
          </p:cNvPr>
          <p:cNvSpPr>
            <a:spLocks/>
          </p:cNvSpPr>
          <p:nvPr/>
        </p:nvSpPr>
        <p:spPr>
          <a:xfrm>
            <a:off x="3434735" y="5088413"/>
            <a:ext cx="1062000" cy="54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36000" rIns="432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>
                <a:solidFill>
                  <a:schemeClr val="bg1">
                    <a:lumMod val="75000"/>
                  </a:schemeClr>
                </a:solidFill>
              </a:rPr>
              <a:t>СТЦ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E6991B2-8DB8-4D14-B50A-E0ED519F650B}"/>
              </a:ext>
            </a:extLst>
          </p:cNvPr>
          <p:cNvSpPr>
            <a:spLocks/>
          </p:cNvSpPr>
          <p:nvPr/>
        </p:nvSpPr>
        <p:spPr>
          <a:xfrm>
            <a:off x="3434735" y="4448587"/>
            <a:ext cx="1062000" cy="54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36000" rIns="432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 err="1">
                <a:solidFill>
                  <a:schemeClr val="tx1"/>
                </a:solidFill>
              </a:rPr>
              <a:t>М</a:t>
            </a:r>
            <a:r>
              <a:rPr lang="ru-RU" baseline="-25000" dirty="0" err="1">
                <a:solidFill>
                  <a:schemeClr val="tx1"/>
                </a:solidFill>
              </a:rPr>
              <a:t>расх</a:t>
            </a:r>
            <a:endParaRPr lang="ru-RU" sz="1200" baseline="-25000" dirty="0">
              <a:solidFill>
                <a:schemeClr val="tx1"/>
              </a:solidFill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79D9A55-BCEA-45DF-B51F-46BA999516E6}"/>
              </a:ext>
            </a:extLst>
          </p:cNvPr>
          <p:cNvSpPr>
            <a:spLocks/>
          </p:cNvSpPr>
          <p:nvPr/>
        </p:nvSpPr>
        <p:spPr>
          <a:xfrm>
            <a:off x="3434735" y="3708935"/>
            <a:ext cx="1062000" cy="54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36000" rIns="432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>
                <a:solidFill>
                  <a:schemeClr val="tx1"/>
                </a:solidFill>
              </a:rPr>
              <a:t>Доп. доходы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C55019E-18FE-4432-A32D-DA08DB78CE62}"/>
              </a:ext>
            </a:extLst>
          </p:cNvPr>
          <p:cNvSpPr>
            <a:spLocks/>
          </p:cNvSpPr>
          <p:nvPr/>
        </p:nvSpPr>
        <p:spPr>
          <a:xfrm>
            <a:off x="3434735" y="5728242"/>
            <a:ext cx="1062000" cy="54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36000" rIns="432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>
                <a:solidFill>
                  <a:schemeClr val="tx1"/>
                </a:solidFill>
              </a:rPr>
              <a:t>М</a:t>
            </a:r>
            <a:r>
              <a:rPr lang="ru-RU" sz="1600" baseline="-25000" dirty="0">
                <a:solidFill>
                  <a:schemeClr val="tx1"/>
                </a:solidFill>
              </a:rPr>
              <a:t>риск</a:t>
            </a:r>
            <a:r>
              <a:rPr lang="ru-RU" sz="1200" baseline="30000" dirty="0">
                <a:solidFill>
                  <a:schemeClr val="tx1"/>
                </a:solidFill>
              </a:rPr>
              <a:t>1</a:t>
            </a:r>
            <a:r>
              <a:rPr lang="ru-RU" sz="1200" dirty="0">
                <a:solidFill>
                  <a:schemeClr val="tx1"/>
                </a:solidFill>
              </a:rPr>
              <a:t> </a:t>
            </a:r>
          </a:p>
        </p:txBody>
      </p: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89FD35F1-AD53-4483-9DB4-4C0394A9985D}"/>
              </a:ext>
            </a:extLst>
          </p:cNvPr>
          <p:cNvGrpSpPr>
            <a:grpSpLocks noChangeAspect="1"/>
          </p:cNvGrpSpPr>
          <p:nvPr/>
        </p:nvGrpSpPr>
        <p:grpSpPr>
          <a:xfrm>
            <a:off x="1423048" y="4155074"/>
            <a:ext cx="223927" cy="216000"/>
            <a:chOff x="-1114861" y="4120752"/>
            <a:chExt cx="809881" cy="781212"/>
          </a:xfrm>
        </p:grpSpPr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C429F3D2-45C9-4B61-BC08-962DC179FE47}"/>
                </a:ext>
              </a:extLst>
            </p:cNvPr>
            <p:cNvSpPr/>
            <p:nvPr/>
          </p:nvSpPr>
          <p:spPr>
            <a:xfrm>
              <a:off x="-1114861" y="4247838"/>
              <a:ext cx="548219" cy="654126"/>
            </a:xfrm>
            <a:custGeom>
              <a:avLst/>
              <a:gdLst>
                <a:gd name="connsiteX0" fmla="*/ 570553 w 584828"/>
                <a:gd name="connsiteY0" fmla="*/ 193725 h 697806"/>
                <a:gd name="connsiteX1" fmla="*/ 466879 w 584828"/>
                <a:gd name="connsiteY1" fmla="*/ 14953 h 697806"/>
                <a:gd name="connsiteX2" fmla="*/ 347255 w 584828"/>
                <a:gd name="connsiteY2" fmla="*/ 14953 h 697806"/>
                <a:gd name="connsiteX3" fmla="*/ 227631 w 584828"/>
                <a:gd name="connsiteY3" fmla="*/ 14953 h 697806"/>
                <a:gd name="connsiteX4" fmla="*/ 81424 w 584828"/>
                <a:gd name="connsiteY4" fmla="*/ 246226 h 697806"/>
                <a:gd name="connsiteX5" fmla="*/ 14966 w 584828"/>
                <a:gd name="connsiteY5" fmla="*/ 442277 h 697806"/>
                <a:gd name="connsiteX6" fmla="*/ 345926 w 584828"/>
                <a:gd name="connsiteY6" fmla="*/ 682854 h 697806"/>
                <a:gd name="connsiteX7" fmla="*/ 500773 w 584828"/>
                <a:gd name="connsiteY7" fmla="*/ 680860 h 697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4828" h="697806">
                  <a:moveTo>
                    <a:pt x="570553" y="193725"/>
                  </a:moveTo>
                  <a:lnTo>
                    <a:pt x="466879" y="14953"/>
                  </a:lnTo>
                  <a:lnTo>
                    <a:pt x="347255" y="14953"/>
                  </a:lnTo>
                  <a:lnTo>
                    <a:pt x="227631" y="14953"/>
                  </a:lnTo>
                  <a:lnTo>
                    <a:pt x="81424" y="246226"/>
                  </a:lnTo>
                  <a:cubicBezTo>
                    <a:pt x="38891" y="302716"/>
                    <a:pt x="14302" y="371831"/>
                    <a:pt x="14966" y="442277"/>
                  </a:cubicBezTo>
                  <a:cubicBezTo>
                    <a:pt x="14966" y="551932"/>
                    <a:pt x="72784" y="682854"/>
                    <a:pt x="345926" y="682854"/>
                  </a:cubicBezTo>
                  <a:cubicBezTo>
                    <a:pt x="455581" y="682854"/>
                    <a:pt x="500773" y="680860"/>
                    <a:pt x="500773" y="680860"/>
                  </a:cubicBezTo>
                </a:path>
              </a:pathLst>
            </a:custGeom>
            <a:noFill/>
            <a:ln w="6350" cap="flat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2FBD1F83-295A-4E70-8B2D-E9D72CCDE28C}"/>
                </a:ext>
              </a:extLst>
            </p:cNvPr>
            <p:cNvSpPr/>
            <p:nvPr/>
          </p:nvSpPr>
          <p:spPr>
            <a:xfrm>
              <a:off x="-999598" y="4120752"/>
              <a:ext cx="417394" cy="149515"/>
            </a:xfrm>
            <a:custGeom>
              <a:avLst/>
              <a:gdLst>
                <a:gd name="connsiteX0" fmla="*/ 343919 w 445267"/>
                <a:gd name="connsiteY0" fmla="*/ 150527 h 159498"/>
                <a:gd name="connsiteX1" fmla="*/ 432308 w 445267"/>
                <a:gd name="connsiteY1" fmla="*/ 64796 h 159498"/>
                <a:gd name="connsiteX2" fmla="*/ 400408 w 445267"/>
                <a:gd name="connsiteY2" fmla="*/ 32897 h 159498"/>
                <a:gd name="connsiteX3" fmla="*/ 314013 w 445267"/>
                <a:gd name="connsiteY3" fmla="*/ 32897 h 159498"/>
                <a:gd name="connsiteX4" fmla="*/ 288095 w 445267"/>
                <a:gd name="connsiteY4" fmla="*/ 58815 h 159498"/>
                <a:gd name="connsiteX5" fmla="*/ 276797 w 445267"/>
                <a:gd name="connsiteY5" fmla="*/ 47517 h 159498"/>
                <a:gd name="connsiteX6" fmla="*/ 170464 w 445267"/>
                <a:gd name="connsiteY6" fmla="*/ 47517 h 159498"/>
                <a:gd name="connsiteX7" fmla="*/ 159166 w 445267"/>
                <a:gd name="connsiteY7" fmla="*/ 58815 h 159498"/>
                <a:gd name="connsiteX8" fmla="*/ 133248 w 445267"/>
                <a:gd name="connsiteY8" fmla="*/ 32897 h 159498"/>
                <a:gd name="connsiteX9" fmla="*/ 46853 w 445267"/>
                <a:gd name="connsiteY9" fmla="*/ 32897 h 159498"/>
                <a:gd name="connsiteX10" fmla="*/ 14953 w 445267"/>
                <a:gd name="connsiteY10" fmla="*/ 64796 h 159498"/>
                <a:gd name="connsiteX11" fmla="*/ 103342 w 445267"/>
                <a:gd name="connsiteY11" fmla="*/ 150527 h 159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45267" h="159498">
                  <a:moveTo>
                    <a:pt x="343919" y="150527"/>
                  </a:moveTo>
                  <a:lnTo>
                    <a:pt x="432308" y="64796"/>
                  </a:lnTo>
                  <a:lnTo>
                    <a:pt x="400408" y="32897"/>
                  </a:lnTo>
                  <a:cubicBezTo>
                    <a:pt x="376483" y="8972"/>
                    <a:pt x="337938" y="8972"/>
                    <a:pt x="314013" y="32897"/>
                  </a:cubicBezTo>
                  <a:lnTo>
                    <a:pt x="288095" y="58815"/>
                  </a:lnTo>
                  <a:lnTo>
                    <a:pt x="276797" y="47517"/>
                  </a:lnTo>
                  <a:cubicBezTo>
                    <a:pt x="247555" y="18276"/>
                    <a:pt x="199706" y="18276"/>
                    <a:pt x="170464" y="47517"/>
                  </a:cubicBezTo>
                  <a:lnTo>
                    <a:pt x="159166" y="58815"/>
                  </a:lnTo>
                  <a:lnTo>
                    <a:pt x="133248" y="32897"/>
                  </a:lnTo>
                  <a:cubicBezTo>
                    <a:pt x="109323" y="8972"/>
                    <a:pt x="70778" y="8972"/>
                    <a:pt x="46853" y="32897"/>
                  </a:cubicBezTo>
                  <a:lnTo>
                    <a:pt x="14953" y="64796"/>
                  </a:lnTo>
                  <a:lnTo>
                    <a:pt x="103342" y="150527"/>
                  </a:lnTo>
                </a:path>
              </a:pathLst>
            </a:custGeom>
            <a:noFill/>
            <a:ln w="6350" cap="flat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99CFCFD3-D5A3-4B48-9678-D5A2A73A3522}"/>
                </a:ext>
              </a:extLst>
            </p:cNvPr>
            <p:cNvSpPr/>
            <p:nvPr/>
          </p:nvSpPr>
          <p:spPr>
            <a:xfrm>
              <a:off x="-660076" y="4415420"/>
              <a:ext cx="355096" cy="479692"/>
            </a:xfrm>
            <a:custGeom>
              <a:avLst/>
              <a:gdLst>
                <a:gd name="connsiteX0" fmla="*/ 14953 w 378809"/>
                <a:gd name="connsiteY0" fmla="*/ 14953 h 511725"/>
                <a:gd name="connsiteX1" fmla="*/ 367179 w 378809"/>
                <a:gd name="connsiteY1" fmla="*/ 14953 h 511725"/>
                <a:gd name="connsiteX2" fmla="*/ 367179 w 378809"/>
                <a:gd name="connsiteY2" fmla="*/ 502089 h 511725"/>
                <a:gd name="connsiteX3" fmla="*/ 14953 w 378809"/>
                <a:gd name="connsiteY3" fmla="*/ 502089 h 511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8809" h="511725">
                  <a:moveTo>
                    <a:pt x="14953" y="14953"/>
                  </a:moveTo>
                  <a:lnTo>
                    <a:pt x="367179" y="14953"/>
                  </a:lnTo>
                  <a:lnTo>
                    <a:pt x="367179" y="502089"/>
                  </a:lnTo>
                  <a:lnTo>
                    <a:pt x="14953" y="502089"/>
                  </a:lnTo>
                  <a:close/>
                </a:path>
              </a:pathLst>
            </a:custGeom>
            <a:noFill/>
            <a:ln w="6350" cap="flat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0EB2BC38-8F41-41EC-9E14-0A367FD4883D}"/>
                </a:ext>
              </a:extLst>
            </p:cNvPr>
            <p:cNvSpPr/>
            <p:nvPr/>
          </p:nvSpPr>
          <p:spPr>
            <a:xfrm>
              <a:off x="-604008" y="4470864"/>
              <a:ext cx="242960" cy="56068"/>
            </a:xfrm>
            <a:custGeom>
              <a:avLst/>
              <a:gdLst>
                <a:gd name="connsiteX0" fmla="*/ 4984 w 259185"/>
                <a:gd name="connsiteY0" fmla="*/ 4984 h 59812"/>
                <a:gd name="connsiteX1" fmla="*/ 258853 w 259185"/>
                <a:gd name="connsiteY1" fmla="*/ 4984 h 59812"/>
                <a:gd name="connsiteX2" fmla="*/ 258853 w 259185"/>
                <a:gd name="connsiteY2" fmla="*/ 60809 h 59812"/>
                <a:gd name="connsiteX3" fmla="*/ 4984 w 259185"/>
                <a:gd name="connsiteY3" fmla="*/ 60809 h 59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9185" h="59812">
                  <a:moveTo>
                    <a:pt x="4984" y="4984"/>
                  </a:moveTo>
                  <a:lnTo>
                    <a:pt x="258853" y="4984"/>
                  </a:lnTo>
                  <a:lnTo>
                    <a:pt x="258853" y="60809"/>
                  </a:lnTo>
                  <a:lnTo>
                    <a:pt x="4984" y="60809"/>
                  </a:lnTo>
                  <a:close/>
                </a:path>
              </a:pathLst>
            </a:custGeom>
            <a:noFill/>
            <a:ln w="6350" cap="flat">
              <a:solidFill>
                <a:schemeClr val="tx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84DE5AE3-00AD-4A72-8DE0-E845552D862B}"/>
                </a:ext>
              </a:extLst>
            </p:cNvPr>
            <p:cNvSpPr/>
            <p:nvPr/>
          </p:nvSpPr>
          <p:spPr>
            <a:xfrm>
              <a:off x="-569122" y="4659627"/>
              <a:ext cx="49838" cy="24919"/>
            </a:xfrm>
            <a:custGeom>
              <a:avLst/>
              <a:gdLst>
                <a:gd name="connsiteX0" fmla="*/ 14953 w 53166"/>
                <a:gd name="connsiteY0" fmla="*/ 14953 h 26583"/>
                <a:gd name="connsiteX1" fmla="*/ 40207 w 53166"/>
                <a:gd name="connsiteY1" fmla="*/ 14953 h 2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166" h="26583">
                  <a:moveTo>
                    <a:pt x="14953" y="14953"/>
                  </a:moveTo>
                  <a:lnTo>
                    <a:pt x="40207" y="14953"/>
                  </a:lnTo>
                </a:path>
              </a:pathLst>
            </a:custGeom>
            <a:ln w="6350" cap="flat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8B25E2EB-0671-48FC-AF58-6B6A194AAC96}"/>
                </a:ext>
              </a:extLst>
            </p:cNvPr>
            <p:cNvSpPr/>
            <p:nvPr/>
          </p:nvSpPr>
          <p:spPr>
            <a:xfrm>
              <a:off x="-506202" y="4659627"/>
              <a:ext cx="49838" cy="24919"/>
            </a:xfrm>
            <a:custGeom>
              <a:avLst/>
              <a:gdLst>
                <a:gd name="connsiteX0" fmla="*/ 14953 w 53166"/>
                <a:gd name="connsiteY0" fmla="*/ 14953 h 26583"/>
                <a:gd name="connsiteX1" fmla="*/ 40207 w 53166"/>
                <a:gd name="connsiteY1" fmla="*/ 14953 h 2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166" h="26583">
                  <a:moveTo>
                    <a:pt x="14953" y="14953"/>
                  </a:moveTo>
                  <a:lnTo>
                    <a:pt x="40207" y="14953"/>
                  </a:lnTo>
                </a:path>
              </a:pathLst>
            </a:custGeom>
            <a:ln w="6350" cap="flat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0A4388A7-67D0-4D25-B9B7-3DDAE45AD294}"/>
                </a:ext>
              </a:extLst>
            </p:cNvPr>
            <p:cNvSpPr/>
            <p:nvPr/>
          </p:nvSpPr>
          <p:spPr>
            <a:xfrm>
              <a:off x="-443904" y="4659627"/>
              <a:ext cx="49838" cy="24919"/>
            </a:xfrm>
            <a:custGeom>
              <a:avLst/>
              <a:gdLst>
                <a:gd name="connsiteX0" fmla="*/ 14953 w 53166"/>
                <a:gd name="connsiteY0" fmla="*/ 14953 h 26583"/>
                <a:gd name="connsiteX1" fmla="*/ 40207 w 53166"/>
                <a:gd name="connsiteY1" fmla="*/ 14953 h 2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166" h="26583">
                  <a:moveTo>
                    <a:pt x="14953" y="14953"/>
                  </a:moveTo>
                  <a:lnTo>
                    <a:pt x="40207" y="14953"/>
                  </a:lnTo>
                </a:path>
              </a:pathLst>
            </a:custGeom>
            <a:ln w="6350" cap="flat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CD3DAC05-4CE9-4AC3-B80D-C8A2C2C1D1CC}"/>
                </a:ext>
              </a:extLst>
            </p:cNvPr>
            <p:cNvSpPr/>
            <p:nvPr/>
          </p:nvSpPr>
          <p:spPr>
            <a:xfrm>
              <a:off x="-569122" y="4715071"/>
              <a:ext cx="49838" cy="24919"/>
            </a:xfrm>
            <a:custGeom>
              <a:avLst/>
              <a:gdLst>
                <a:gd name="connsiteX0" fmla="*/ 14953 w 53166"/>
                <a:gd name="connsiteY0" fmla="*/ 14953 h 26583"/>
                <a:gd name="connsiteX1" fmla="*/ 40207 w 53166"/>
                <a:gd name="connsiteY1" fmla="*/ 14953 h 2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166" h="26583">
                  <a:moveTo>
                    <a:pt x="14953" y="14953"/>
                  </a:moveTo>
                  <a:lnTo>
                    <a:pt x="40207" y="14953"/>
                  </a:lnTo>
                </a:path>
              </a:pathLst>
            </a:custGeom>
            <a:ln w="6350" cap="flat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849DDD64-96EB-4399-AF88-7349AD4DD5D9}"/>
                </a:ext>
              </a:extLst>
            </p:cNvPr>
            <p:cNvSpPr/>
            <p:nvPr/>
          </p:nvSpPr>
          <p:spPr>
            <a:xfrm>
              <a:off x="-506202" y="4715071"/>
              <a:ext cx="49838" cy="24919"/>
            </a:xfrm>
            <a:custGeom>
              <a:avLst/>
              <a:gdLst>
                <a:gd name="connsiteX0" fmla="*/ 14953 w 53166"/>
                <a:gd name="connsiteY0" fmla="*/ 14953 h 26583"/>
                <a:gd name="connsiteX1" fmla="*/ 40207 w 53166"/>
                <a:gd name="connsiteY1" fmla="*/ 14953 h 2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166" h="26583">
                  <a:moveTo>
                    <a:pt x="14953" y="14953"/>
                  </a:moveTo>
                  <a:lnTo>
                    <a:pt x="40207" y="14953"/>
                  </a:lnTo>
                </a:path>
              </a:pathLst>
            </a:custGeom>
            <a:ln w="6350" cap="flat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3C65B9E0-63A1-4BA6-B62A-A6E63E3CFC9A}"/>
                </a:ext>
              </a:extLst>
            </p:cNvPr>
            <p:cNvSpPr/>
            <p:nvPr/>
          </p:nvSpPr>
          <p:spPr>
            <a:xfrm>
              <a:off x="-443904" y="4715071"/>
              <a:ext cx="49838" cy="24919"/>
            </a:xfrm>
            <a:custGeom>
              <a:avLst/>
              <a:gdLst>
                <a:gd name="connsiteX0" fmla="*/ 14953 w 53166"/>
                <a:gd name="connsiteY0" fmla="*/ 14953 h 26583"/>
                <a:gd name="connsiteX1" fmla="*/ 40207 w 53166"/>
                <a:gd name="connsiteY1" fmla="*/ 14953 h 2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166" h="26583">
                  <a:moveTo>
                    <a:pt x="14953" y="14953"/>
                  </a:moveTo>
                  <a:lnTo>
                    <a:pt x="40207" y="14953"/>
                  </a:lnTo>
                </a:path>
              </a:pathLst>
            </a:custGeom>
            <a:ln w="6350" cap="flat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011FD699-3435-429E-937E-43F032FB273C}"/>
                </a:ext>
              </a:extLst>
            </p:cNvPr>
            <p:cNvSpPr/>
            <p:nvPr/>
          </p:nvSpPr>
          <p:spPr>
            <a:xfrm>
              <a:off x="-569122" y="4770516"/>
              <a:ext cx="49838" cy="24919"/>
            </a:xfrm>
            <a:custGeom>
              <a:avLst/>
              <a:gdLst>
                <a:gd name="connsiteX0" fmla="*/ 14953 w 53166"/>
                <a:gd name="connsiteY0" fmla="*/ 14953 h 26583"/>
                <a:gd name="connsiteX1" fmla="*/ 40207 w 53166"/>
                <a:gd name="connsiteY1" fmla="*/ 14953 h 2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166" h="26583">
                  <a:moveTo>
                    <a:pt x="14953" y="14953"/>
                  </a:moveTo>
                  <a:lnTo>
                    <a:pt x="40207" y="14953"/>
                  </a:lnTo>
                </a:path>
              </a:pathLst>
            </a:custGeom>
            <a:ln w="6350" cap="flat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10161ED-1B24-41C4-ACEE-804ADD25BBCA}"/>
                </a:ext>
              </a:extLst>
            </p:cNvPr>
            <p:cNvSpPr/>
            <p:nvPr/>
          </p:nvSpPr>
          <p:spPr>
            <a:xfrm>
              <a:off x="-506202" y="4770516"/>
              <a:ext cx="49838" cy="24919"/>
            </a:xfrm>
            <a:custGeom>
              <a:avLst/>
              <a:gdLst>
                <a:gd name="connsiteX0" fmla="*/ 14953 w 53166"/>
                <a:gd name="connsiteY0" fmla="*/ 14953 h 26583"/>
                <a:gd name="connsiteX1" fmla="*/ 40207 w 53166"/>
                <a:gd name="connsiteY1" fmla="*/ 14953 h 2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166" h="26583">
                  <a:moveTo>
                    <a:pt x="14953" y="14953"/>
                  </a:moveTo>
                  <a:lnTo>
                    <a:pt x="40207" y="14953"/>
                  </a:lnTo>
                </a:path>
              </a:pathLst>
            </a:custGeom>
            <a:ln w="6350" cap="flat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EE4D68A8-4F0D-47BC-A784-9538DF0AA169}"/>
                </a:ext>
              </a:extLst>
            </p:cNvPr>
            <p:cNvSpPr/>
            <p:nvPr/>
          </p:nvSpPr>
          <p:spPr>
            <a:xfrm>
              <a:off x="-443904" y="4770516"/>
              <a:ext cx="49838" cy="24919"/>
            </a:xfrm>
            <a:custGeom>
              <a:avLst/>
              <a:gdLst>
                <a:gd name="connsiteX0" fmla="*/ 14953 w 53166"/>
                <a:gd name="connsiteY0" fmla="*/ 14953 h 26583"/>
                <a:gd name="connsiteX1" fmla="*/ 40207 w 53166"/>
                <a:gd name="connsiteY1" fmla="*/ 14953 h 26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166" h="26583">
                  <a:moveTo>
                    <a:pt x="14953" y="14953"/>
                  </a:moveTo>
                  <a:lnTo>
                    <a:pt x="40207" y="14953"/>
                  </a:lnTo>
                </a:path>
              </a:pathLst>
            </a:custGeom>
            <a:ln w="6350" cap="flat">
              <a:solidFill>
                <a:schemeClr val="tx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152C132C-A01B-46B0-B265-094899EC4B6F}"/>
              </a:ext>
            </a:extLst>
          </p:cNvPr>
          <p:cNvGrpSpPr>
            <a:grpSpLocks noChangeAspect="1"/>
          </p:cNvGrpSpPr>
          <p:nvPr/>
        </p:nvGrpSpPr>
        <p:grpSpPr>
          <a:xfrm>
            <a:off x="631048" y="4474987"/>
            <a:ext cx="254088" cy="216000"/>
            <a:chOff x="2353625" y="1622222"/>
            <a:chExt cx="360142" cy="306156"/>
          </a:xfrm>
        </p:grpSpPr>
        <p:sp>
          <p:nvSpPr>
            <p:cNvPr id="417" name="Oval 699">
              <a:extLst>
                <a:ext uri="{FF2B5EF4-FFF2-40B4-BE49-F238E27FC236}">
                  <a16:creationId xmlns:a16="http://schemas.microsoft.com/office/drawing/2014/main" id="{D018DFE4-6E9F-455D-95DC-BDA16BC34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4982" y="1622222"/>
              <a:ext cx="218785" cy="78848"/>
            </a:xfrm>
            <a:prstGeom prst="ellips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8" name="Freeform 700">
              <a:extLst>
                <a:ext uri="{FF2B5EF4-FFF2-40B4-BE49-F238E27FC236}">
                  <a16:creationId xmlns:a16="http://schemas.microsoft.com/office/drawing/2014/main" id="{F88C0413-0BAD-4A08-B5ED-0DCD5996E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858" y="1661290"/>
              <a:ext cx="144909" cy="78848"/>
            </a:xfrm>
            <a:custGeom>
              <a:avLst/>
              <a:gdLst>
                <a:gd name="T0" fmla="*/ 74 w 74"/>
                <a:gd name="T1" fmla="*/ 0 h 40"/>
                <a:gd name="T2" fmla="*/ 74 w 74"/>
                <a:gd name="T3" fmla="*/ 20 h 40"/>
                <a:gd name="T4" fmla="*/ 18 w 74"/>
                <a:gd name="T5" fmla="*/ 40 h 40"/>
                <a:gd name="T6" fmla="*/ 0 w 74"/>
                <a:gd name="T7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4" h="40">
                  <a:moveTo>
                    <a:pt x="74" y="0"/>
                  </a:moveTo>
                  <a:cubicBezTo>
                    <a:pt x="74" y="20"/>
                    <a:pt x="74" y="20"/>
                    <a:pt x="74" y="20"/>
                  </a:cubicBezTo>
                  <a:cubicBezTo>
                    <a:pt x="74" y="31"/>
                    <a:pt x="49" y="40"/>
                    <a:pt x="18" y="40"/>
                  </a:cubicBezTo>
                  <a:cubicBezTo>
                    <a:pt x="12" y="40"/>
                    <a:pt x="6" y="40"/>
                    <a:pt x="0" y="39"/>
                  </a:cubicBezTo>
                </a:path>
              </a:pathLst>
            </a:custGeom>
            <a:noFill/>
            <a:ln w="6350" cap="rnd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19" name="Freeform 701">
              <a:extLst>
                <a:ext uri="{FF2B5EF4-FFF2-40B4-BE49-F238E27FC236}">
                  <a16:creationId xmlns:a16="http://schemas.microsoft.com/office/drawing/2014/main" id="{49917681-029E-406B-81EF-E1A802120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8747" y="1716697"/>
              <a:ext cx="125020" cy="62510"/>
            </a:xfrm>
            <a:custGeom>
              <a:avLst/>
              <a:gdLst>
                <a:gd name="T0" fmla="*/ 59 w 64"/>
                <a:gd name="T1" fmla="*/ 0 h 32"/>
                <a:gd name="T2" fmla="*/ 64 w 64"/>
                <a:gd name="T3" fmla="*/ 8 h 32"/>
                <a:gd name="T4" fmla="*/ 64 w 64"/>
                <a:gd name="T5" fmla="*/ 12 h 32"/>
                <a:gd name="T6" fmla="*/ 8 w 64"/>
                <a:gd name="T7" fmla="*/ 32 h 32"/>
                <a:gd name="T8" fmla="*/ 0 w 64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32">
                  <a:moveTo>
                    <a:pt x="59" y="0"/>
                  </a:moveTo>
                  <a:cubicBezTo>
                    <a:pt x="62" y="2"/>
                    <a:pt x="64" y="5"/>
                    <a:pt x="64" y="8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23"/>
                    <a:pt x="39" y="32"/>
                    <a:pt x="8" y="32"/>
                  </a:cubicBezTo>
                  <a:cubicBezTo>
                    <a:pt x="5" y="32"/>
                    <a:pt x="3" y="32"/>
                    <a:pt x="0" y="32"/>
                  </a:cubicBezTo>
                </a:path>
              </a:pathLst>
            </a:custGeom>
            <a:noFill/>
            <a:ln w="6350" cap="rnd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0" name="Freeform 702">
              <a:extLst>
                <a:ext uri="{FF2B5EF4-FFF2-40B4-BE49-F238E27FC236}">
                  <a16:creationId xmlns:a16="http://schemas.microsoft.com/office/drawing/2014/main" id="{86DCA7C7-BC5F-414F-9D05-395D58CCB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561" y="1755765"/>
              <a:ext cx="117206" cy="62510"/>
            </a:xfrm>
            <a:custGeom>
              <a:avLst/>
              <a:gdLst>
                <a:gd name="T0" fmla="*/ 55 w 60"/>
                <a:gd name="T1" fmla="*/ 0 h 32"/>
                <a:gd name="T2" fmla="*/ 60 w 60"/>
                <a:gd name="T3" fmla="*/ 8 h 32"/>
                <a:gd name="T4" fmla="*/ 60 w 60"/>
                <a:gd name="T5" fmla="*/ 12 h 32"/>
                <a:gd name="T6" fmla="*/ 4 w 60"/>
                <a:gd name="T7" fmla="*/ 32 h 32"/>
                <a:gd name="T8" fmla="*/ 0 w 60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32">
                  <a:moveTo>
                    <a:pt x="55" y="0"/>
                  </a:moveTo>
                  <a:cubicBezTo>
                    <a:pt x="58" y="2"/>
                    <a:pt x="60" y="5"/>
                    <a:pt x="60" y="8"/>
                  </a:cubicBezTo>
                  <a:cubicBezTo>
                    <a:pt x="60" y="12"/>
                    <a:pt x="60" y="12"/>
                    <a:pt x="60" y="12"/>
                  </a:cubicBezTo>
                  <a:cubicBezTo>
                    <a:pt x="60" y="23"/>
                    <a:pt x="35" y="32"/>
                    <a:pt x="4" y="32"/>
                  </a:cubicBezTo>
                  <a:cubicBezTo>
                    <a:pt x="3" y="32"/>
                    <a:pt x="1" y="32"/>
                    <a:pt x="0" y="32"/>
                  </a:cubicBezTo>
                </a:path>
              </a:pathLst>
            </a:custGeom>
            <a:noFill/>
            <a:ln w="6350" cap="rnd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1" name="Freeform 703">
              <a:extLst>
                <a:ext uri="{FF2B5EF4-FFF2-40B4-BE49-F238E27FC236}">
                  <a16:creationId xmlns:a16="http://schemas.microsoft.com/office/drawing/2014/main" id="{383F1532-1032-4C61-A044-478A96E14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0878" y="1794834"/>
              <a:ext cx="122889" cy="62510"/>
            </a:xfrm>
            <a:custGeom>
              <a:avLst/>
              <a:gdLst>
                <a:gd name="T0" fmla="*/ 58 w 63"/>
                <a:gd name="T1" fmla="*/ 0 h 32"/>
                <a:gd name="T2" fmla="*/ 63 w 63"/>
                <a:gd name="T3" fmla="*/ 8 h 32"/>
                <a:gd name="T4" fmla="*/ 63 w 63"/>
                <a:gd name="T5" fmla="*/ 12 h 32"/>
                <a:gd name="T6" fmla="*/ 7 w 63"/>
                <a:gd name="T7" fmla="*/ 32 h 32"/>
                <a:gd name="T8" fmla="*/ 0 w 63"/>
                <a:gd name="T9" fmla="*/ 3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32">
                  <a:moveTo>
                    <a:pt x="58" y="0"/>
                  </a:moveTo>
                  <a:cubicBezTo>
                    <a:pt x="61" y="2"/>
                    <a:pt x="63" y="5"/>
                    <a:pt x="63" y="8"/>
                  </a:cubicBezTo>
                  <a:cubicBezTo>
                    <a:pt x="63" y="12"/>
                    <a:pt x="63" y="12"/>
                    <a:pt x="63" y="12"/>
                  </a:cubicBezTo>
                  <a:cubicBezTo>
                    <a:pt x="63" y="23"/>
                    <a:pt x="38" y="32"/>
                    <a:pt x="7" y="32"/>
                  </a:cubicBezTo>
                  <a:cubicBezTo>
                    <a:pt x="5" y="32"/>
                    <a:pt x="2" y="32"/>
                    <a:pt x="0" y="32"/>
                  </a:cubicBezTo>
                </a:path>
              </a:pathLst>
            </a:custGeom>
            <a:noFill/>
            <a:ln w="6350" cap="rnd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2" name="Freeform 704">
              <a:extLst>
                <a:ext uri="{FF2B5EF4-FFF2-40B4-BE49-F238E27FC236}">
                  <a16:creationId xmlns:a16="http://schemas.microsoft.com/office/drawing/2014/main" id="{158FED83-4680-42E5-818E-4C798FD76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0989" y="1833903"/>
              <a:ext cx="142778" cy="62510"/>
            </a:xfrm>
            <a:custGeom>
              <a:avLst/>
              <a:gdLst>
                <a:gd name="T0" fmla="*/ 68 w 73"/>
                <a:gd name="T1" fmla="*/ 0 h 32"/>
                <a:gd name="T2" fmla="*/ 73 w 73"/>
                <a:gd name="T3" fmla="*/ 8 h 32"/>
                <a:gd name="T4" fmla="*/ 73 w 73"/>
                <a:gd name="T5" fmla="*/ 12 h 32"/>
                <a:gd name="T6" fmla="*/ 17 w 73"/>
                <a:gd name="T7" fmla="*/ 32 h 32"/>
                <a:gd name="T8" fmla="*/ 0 w 73"/>
                <a:gd name="T9" fmla="*/ 31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3" h="32">
                  <a:moveTo>
                    <a:pt x="68" y="0"/>
                  </a:moveTo>
                  <a:cubicBezTo>
                    <a:pt x="71" y="2"/>
                    <a:pt x="73" y="5"/>
                    <a:pt x="73" y="8"/>
                  </a:cubicBezTo>
                  <a:cubicBezTo>
                    <a:pt x="73" y="12"/>
                    <a:pt x="73" y="12"/>
                    <a:pt x="73" y="12"/>
                  </a:cubicBezTo>
                  <a:cubicBezTo>
                    <a:pt x="73" y="23"/>
                    <a:pt x="48" y="32"/>
                    <a:pt x="17" y="32"/>
                  </a:cubicBezTo>
                  <a:cubicBezTo>
                    <a:pt x="11" y="32"/>
                    <a:pt x="5" y="32"/>
                    <a:pt x="0" y="31"/>
                  </a:cubicBezTo>
                </a:path>
              </a:pathLst>
            </a:custGeom>
            <a:noFill/>
            <a:ln w="6350" cap="rnd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3" name="Oval 705">
              <a:extLst>
                <a:ext uri="{FF2B5EF4-FFF2-40B4-BE49-F238E27FC236}">
                  <a16:creationId xmlns:a16="http://schemas.microsoft.com/office/drawing/2014/main" id="{EFBF6904-79BF-4B99-B5C8-D547A6BF4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3625" y="1708883"/>
              <a:ext cx="219495" cy="219495"/>
            </a:xfrm>
            <a:prstGeom prst="ellips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24" name="Line 709">
              <a:extLst>
                <a:ext uri="{FF2B5EF4-FFF2-40B4-BE49-F238E27FC236}">
                  <a16:creationId xmlns:a16="http://schemas.microsoft.com/office/drawing/2014/main" id="{3BC53FD8-45DD-49C7-9C2F-E64A41EAF0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4982" y="1661290"/>
              <a:ext cx="0" cy="23441"/>
            </a:xfrm>
            <a:prstGeom prst="line">
              <a:avLst/>
            </a:prstGeom>
            <a:noFill/>
            <a:ln w="6350" cap="rnd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425" name="Group 1084">
              <a:extLst>
                <a:ext uri="{FF2B5EF4-FFF2-40B4-BE49-F238E27FC236}">
                  <a16:creationId xmlns:a16="http://schemas.microsoft.com/office/drawing/2014/main" id="{814FAF3E-DDB8-45A5-8914-C9A86A2C3A1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424266" y="1767963"/>
              <a:ext cx="80810" cy="112578"/>
              <a:chOff x="3709" y="1980"/>
              <a:chExt cx="262" cy="365"/>
            </a:xfrm>
          </p:grpSpPr>
          <p:sp>
            <p:nvSpPr>
              <p:cNvPr id="426" name="Line 1085">
                <a:extLst>
                  <a:ext uri="{FF2B5EF4-FFF2-40B4-BE49-F238E27FC236}">
                    <a16:creationId xmlns:a16="http://schemas.microsoft.com/office/drawing/2014/main" id="{86CBFF61-B176-4063-82FD-C8036FAA2A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9" y="2245"/>
                <a:ext cx="195" cy="0"/>
              </a:xfrm>
              <a:prstGeom prst="line">
                <a:avLst/>
              </a:prstGeom>
              <a:noFill/>
              <a:ln w="6350" cap="rnd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27" name="Freeform 1086">
                <a:extLst>
                  <a:ext uri="{FF2B5EF4-FFF2-40B4-BE49-F238E27FC236}">
                    <a16:creationId xmlns:a16="http://schemas.microsoft.com/office/drawing/2014/main" id="{98C6F373-F3CA-4CB9-8B99-B7B32E80EE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9" y="1980"/>
                <a:ext cx="262" cy="365"/>
              </a:xfrm>
              <a:custGeom>
                <a:avLst/>
                <a:gdLst>
                  <a:gd name="T0" fmla="*/ 25 w 109"/>
                  <a:gd name="T1" fmla="*/ 153 h 153"/>
                  <a:gd name="T2" fmla="*/ 25 w 109"/>
                  <a:gd name="T3" fmla="*/ 0 h 153"/>
                  <a:gd name="T4" fmla="*/ 73 w 109"/>
                  <a:gd name="T5" fmla="*/ 0 h 153"/>
                  <a:gd name="T6" fmla="*/ 109 w 109"/>
                  <a:gd name="T7" fmla="*/ 36 h 153"/>
                  <a:gd name="T8" fmla="*/ 109 w 109"/>
                  <a:gd name="T9" fmla="*/ 40 h 153"/>
                  <a:gd name="T10" fmla="*/ 73 w 109"/>
                  <a:gd name="T11" fmla="*/ 76 h 153"/>
                  <a:gd name="T12" fmla="*/ 0 w 109"/>
                  <a:gd name="T13" fmla="*/ 76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9" h="153">
                    <a:moveTo>
                      <a:pt x="25" y="153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93" y="0"/>
                      <a:pt x="109" y="16"/>
                      <a:pt x="109" y="36"/>
                    </a:cubicBezTo>
                    <a:cubicBezTo>
                      <a:pt x="109" y="40"/>
                      <a:pt x="109" y="40"/>
                      <a:pt x="109" y="40"/>
                    </a:cubicBezTo>
                    <a:cubicBezTo>
                      <a:pt x="109" y="60"/>
                      <a:pt x="93" y="76"/>
                      <a:pt x="73" y="76"/>
                    </a:cubicBezTo>
                    <a:cubicBezTo>
                      <a:pt x="0" y="76"/>
                      <a:pt x="0" y="76"/>
                      <a:pt x="0" y="76"/>
                    </a:cubicBezTo>
                  </a:path>
                </a:pathLst>
              </a:custGeom>
              <a:noFill/>
              <a:ln w="6350" cap="rnd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35" name="Group 434">
            <a:extLst>
              <a:ext uri="{FF2B5EF4-FFF2-40B4-BE49-F238E27FC236}">
                <a16:creationId xmlns:a16="http://schemas.microsoft.com/office/drawing/2014/main" id="{D8E5371D-3D4E-4B0B-9CF6-43ED9B9365F4}"/>
              </a:ext>
            </a:extLst>
          </p:cNvPr>
          <p:cNvGrpSpPr/>
          <p:nvPr/>
        </p:nvGrpSpPr>
        <p:grpSpPr>
          <a:xfrm>
            <a:off x="3511048" y="1843369"/>
            <a:ext cx="174350" cy="174351"/>
            <a:chOff x="3284995" y="1619404"/>
            <a:chExt cx="174350" cy="174351"/>
          </a:xfrm>
        </p:grpSpPr>
        <p:sp>
          <p:nvSpPr>
            <p:cNvPr id="430" name="Line 487">
              <a:extLst>
                <a:ext uri="{FF2B5EF4-FFF2-40B4-BE49-F238E27FC236}">
                  <a16:creationId xmlns:a16="http://schemas.microsoft.com/office/drawing/2014/main" id="{D7E68D6A-B12F-4586-9D4C-E5FF59EFCC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19703" y="1619404"/>
              <a:ext cx="104933" cy="174351"/>
            </a:xfrm>
            <a:prstGeom prst="line">
              <a:avLst/>
            </a:prstGeom>
            <a:noFill/>
            <a:ln w="6350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1" name="Oval 488">
              <a:extLst>
                <a:ext uri="{FF2B5EF4-FFF2-40B4-BE49-F238E27FC236}">
                  <a16:creationId xmlns:a16="http://schemas.microsoft.com/office/drawing/2014/main" id="{FE9E9D49-394E-4389-B7F1-B1E7B5251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4995" y="1619404"/>
              <a:ext cx="69417" cy="69417"/>
            </a:xfrm>
            <a:prstGeom prst="ellipse">
              <a:avLst/>
            </a:prstGeom>
            <a:noFill/>
            <a:ln w="6350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32" name="Oval 489">
              <a:extLst>
                <a:ext uri="{FF2B5EF4-FFF2-40B4-BE49-F238E27FC236}">
                  <a16:creationId xmlns:a16="http://schemas.microsoft.com/office/drawing/2014/main" id="{F4E9C774-B90B-4197-86C8-45E69CE20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9928" y="1723530"/>
              <a:ext cx="69417" cy="70225"/>
            </a:xfrm>
            <a:prstGeom prst="ellipse">
              <a:avLst/>
            </a:prstGeom>
            <a:noFill/>
            <a:ln w="6350" cap="rnd">
              <a:solidFill>
                <a:schemeClr val="tx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</p:grpSp>
      <p:cxnSp>
        <p:nvCxnSpPr>
          <p:cNvPr id="273" name="Соединитель: уступ 55">
            <a:extLst>
              <a:ext uri="{FF2B5EF4-FFF2-40B4-BE49-F238E27FC236}">
                <a16:creationId xmlns:a16="http://schemas.microsoft.com/office/drawing/2014/main" id="{72AED98D-8404-412E-A28B-03EAB5ED2D9E}"/>
              </a:ext>
            </a:extLst>
          </p:cNvPr>
          <p:cNvCxnSpPr>
            <a:cxnSpLocks/>
            <a:endCxn id="5" idx="1"/>
          </p:cNvCxnSpPr>
          <p:nvPr>
            <p:custDataLst>
              <p:tags r:id="rId32"/>
            </p:custDataLst>
          </p:nvPr>
        </p:nvCxnSpPr>
        <p:spPr>
          <a:xfrm>
            <a:off x="2372735" y="5358413"/>
            <a:ext cx="18000" cy="0"/>
          </a:xfrm>
          <a:prstGeom prst="straightConnector1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9E09E2DB-1F8B-4564-A80C-6597BF557D4E}"/>
              </a:ext>
            </a:extLst>
          </p:cNvPr>
          <p:cNvGrpSpPr/>
          <p:nvPr/>
        </p:nvGrpSpPr>
        <p:grpSpPr>
          <a:xfrm>
            <a:off x="2467048" y="5164726"/>
            <a:ext cx="289305" cy="216000"/>
            <a:chOff x="2387688" y="5274075"/>
            <a:chExt cx="289305" cy="216000"/>
          </a:xfrm>
        </p:grpSpPr>
        <p:sp>
          <p:nvSpPr>
            <p:cNvPr id="449" name="Freeform 806">
              <a:extLst>
                <a:ext uri="{FF2B5EF4-FFF2-40B4-BE49-F238E27FC236}">
                  <a16:creationId xmlns:a16="http://schemas.microsoft.com/office/drawing/2014/main" id="{95E06777-1EA6-4CFB-AF36-11885EAB99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1553" y="5317163"/>
              <a:ext cx="215440" cy="135979"/>
            </a:xfrm>
            <a:custGeom>
              <a:avLst/>
              <a:gdLst>
                <a:gd name="T0" fmla="*/ 0 w 385"/>
                <a:gd name="T1" fmla="*/ 165 h 243"/>
                <a:gd name="T2" fmla="*/ 0 w 385"/>
                <a:gd name="T3" fmla="*/ 243 h 243"/>
                <a:gd name="T4" fmla="*/ 385 w 385"/>
                <a:gd name="T5" fmla="*/ 243 h 243"/>
                <a:gd name="T6" fmla="*/ 385 w 385"/>
                <a:gd name="T7" fmla="*/ 0 h 243"/>
                <a:gd name="T8" fmla="*/ 0 w 385"/>
                <a:gd name="T9" fmla="*/ 0 h 243"/>
                <a:gd name="T10" fmla="*/ 0 w 385"/>
                <a:gd name="T11" fmla="*/ 132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" h="243">
                  <a:moveTo>
                    <a:pt x="0" y="165"/>
                  </a:moveTo>
                  <a:lnTo>
                    <a:pt x="0" y="243"/>
                  </a:lnTo>
                  <a:lnTo>
                    <a:pt x="385" y="243"/>
                  </a:lnTo>
                  <a:lnTo>
                    <a:pt x="385" y="0"/>
                  </a:lnTo>
                  <a:lnTo>
                    <a:pt x="0" y="0"/>
                  </a:lnTo>
                  <a:lnTo>
                    <a:pt x="0" y="132"/>
                  </a:lnTo>
                </a:path>
              </a:pathLst>
            </a:cu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4" name="Line 811">
              <a:extLst>
                <a:ext uri="{FF2B5EF4-FFF2-40B4-BE49-F238E27FC236}">
                  <a16:creationId xmlns:a16="http://schemas.microsoft.com/office/drawing/2014/main" id="{D4B49950-D471-49A3-B68E-94F5B8B0B2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24620" y="5409495"/>
              <a:ext cx="49244" cy="0"/>
            </a:xfrm>
            <a:prstGeom prst="lin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5" name="Line 812">
              <a:extLst>
                <a:ext uri="{FF2B5EF4-FFF2-40B4-BE49-F238E27FC236}">
                  <a16:creationId xmlns:a16="http://schemas.microsoft.com/office/drawing/2014/main" id="{95F05582-1D9F-4192-928D-26BA8C6DFB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0776" y="5335630"/>
              <a:ext cx="30777" cy="0"/>
            </a:xfrm>
            <a:prstGeom prst="lin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6" name="Line 813">
              <a:extLst>
                <a:ext uri="{FF2B5EF4-FFF2-40B4-BE49-F238E27FC236}">
                  <a16:creationId xmlns:a16="http://schemas.microsoft.com/office/drawing/2014/main" id="{EC7B5EDC-4008-415B-B1BC-D70E119B2D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6154" y="5335630"/>
              <a:ext cx="12310" cy="0"/>
            </a:xfrm>
            <a:prstGeom prst="lin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7" name="Line 814">
              <a:extLst>
                <a:ext uri="{FF2B5EF4-FFF2-40B4-BE49-F238E27FC236}">
                  <a16:creationId xmlns:a16="http://schemas.microsoft.com/office/drawing/2014/main" id="{B9534910-9D39-45E3-9207-638E955F5D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7688" y="5372562"/>
              <a:ext cx="55399" cy="0"/>
            </a:xfrm>
            <a:prstGeom prst="lin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8" name="Line 815">
              <a:extLst>
                <a:ext uri="{FF2B5EF4-FFF2-40B4-BE49-F238E27FC236}">
                  <a16:creationId xmlns:a16="http://schemas.microsoft.com/office/drawing/2014/main" id="{A6250C1B-A775-4573-97E8-2302388AC0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60040" y="5274075"/>
              <a:ext cx="49244" cy="0"/>
            </a:xfrm>
            <a:prstGeom prst="lin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59" name="Line 816">
              <a:extLst>
                <a:ext uri="{FF2B5EF4-FFF2-40B4-BE49-F238E27FC236}">
                  <a16:creationId xmlns:a16="http://schemas.microsoft.com/office/drawing/2014/main" id="{C550397D-281A-4DE5-9A11-1DE5477A22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04640" y="5490075"/>
              <a:ext cx="86176" cy="0"/>
            </a:xfrm>
            <a:prstGeom prst="lin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60" name="Line 817">
              <a:extLst>
                <a:ext uri="{FF2B5EF4-FFF2-40B4-BE49-F238E27FC236}">
                  <a16:creationId xmlns:a16="http://schemas.microsoft.com/office/drawing/2014/main" id="{78FF5A4A-41C0-4CAB-9DE9-4530E6FD99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35418" y="5274075"/>
              <a:ext cx="12310" cy="0"/>
            </a:xfrm>
            <a:prstGeom prst="lin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61" name="Line 818">
              <a:extLst>
                <a:ext uri="{FF2B5EF4-FFF2-40B4-BE49-F238E27FC236}">
                  <a16:creationId xmlns:a16="http://schemas.microsoft.com/office/drawing/2014/main" id="{33E58B91-5A6A-461E-ABF6-C934315169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510796" y="5274075"/>
              <a:ext cx="12310" cy="0"/>
            </a:xfrm>
            <a:prstGeom prst="lin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62" name="Line 819">
              <a:extLst>
                <a:ext uri="{FF2B5EF4-FFF2-40B4-BE49-F238E27FC236}">
                  <a16:creationId xmlns:a16="http://schemas.microsoft.com/office/drawing/2014/main" id="{E90CB998-B880-440A-93CE-BD61808973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86174" y="5274075"/>
              <a:ext cx="12310" cy="0"/>
            </a:xfrm>
            <a:prstGeom prst="lin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472" name="Group 1084">
              <a:extLst>
                <a:ext uri="{FF2B5EF4-FFF2-40B4-BE49-F238E27FC236}">
                  <a16:creationId xmlns:a16="http://schemas.microsoft.com/office/drawing/2014/main" id="{DE72C888-7991-4DD3-A7A2-63BD3ED07A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540848" y="5345552"/>
              <a:ext cx="56851" cy="79200"/>
              <a:chOff x="3709" y="1980"/>
              <a:chExt cx="262" cy="365"/>
            </a:xfrm>
          </p:grpSpPr>
          <p:sp>
            <p:nvSpPr>
              <p:cNvPr id="473" name="Line 1085">
                <a:extLst>
                  <a:ext uri="{FF2B5EF4-FFF2-40B4-BE49-F238E27FC236}">
                    <a16:creationId xmlns:a16="http://schemas.microsoft.com/office/drawing/2014/main" id="{BA427480-D623-4BF4-A12B-440733118D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9" y="2245"/>
                <a:ext cx="195" cy="0"/>
              </a:xfrm>
              <a:prstGeom prst="line">
                <a:avLst/>
              </a:prstGeom>
              <a:noFill/>
              <a:ln w="6350" cap="rnd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74" name="Freeform 1086">
                <a:extLst>
                  <a:ext uri="{FF2B5EF4-FFF2-40B4-BE49-F238E27FC236}">
                    <a16:creationId xmlns:a16="http://schemas.microsoft.com/office/drawing/2014/main" id="{859FBDF8-7E3B-4971-B6A9-97C435E31F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9" y="1980"/>
                <a:ext cx="262" cy="365"/>
              </a:xfrm>
              <a:custGeom>
                <a:avLst/>
                <a:gdLst>
                  <a:gd name="T0" fmla="*/ 25 w 109"/>
                  <a:gd name="T1" fmla="*/ 153 h 153"/>
                  <a:gd name="T2" fmla="*/ 25 w 109"/>
                  <a:gd name="T3" fmla="*/ 0 h 153"/>
                  <a:gd name="T4" fmla="*/ 73 w 109"/>
                  <a:gd name="T5" fmla="*/ 0 h 153"/>
                  <a:gd name="T6" fmla="*/ 109 w 109"/>
                  <a:gd name="T7" fmla="*/ 36 h 153"/>
                  <a:gd name="T8" fmla="*/ 109 w 109"/>
                  <a:gd name="T9" fmla="*/ 40 h 153"/>
                  <a:gd name="T10" fmla="*/ 73 w 109"/>
                  <a:gd name="T11" fmla="*/ 76 h 153"/>
                  <a:gd name="T12" fmla="*/ 0 w 109"/>
                  <a:gd name="T13" fmla="*/ 76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9" h="153">
                    <a:moveTo>
                      <a:pt x="25" y="153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93" y="0"/>
                      <a:pt x="109" y="16"/>
                      <a:pt x="109" y="36"/>
                    </a:cubicBezTo>
                    <a:cubicBezTo>
                      <a:pt x="109" y="40"/>
                      <a:pt x="109" y="40"/>
                      <a:pt x="109" y="40"/>
                    </a:cubicBezTo>
                    <a:cubicBezTo>
                      <a:pt x="109" y="60"/>
                      <a:pt x="93" y="76"/>
                      <a:pt x="73" y="76"/>
                    </a:cubicBezTo>
                    <a:cubicBezTo>
                      <a:pt x="0" y="76"/>
                      <a:pt x="0" y="76"/>
                      <a:pt x="0" y="76"/>
                    </a:cubicBezTo>
                  </a:path>
                </a:pathLst>
              </a:custGeom>
              <a:noFill/>
              <a:ln w="6350" cap="rnd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grpSp>
        <p:nvGrpSpPr>
          <p:cNvPr id="492" name="Group 491">
            <a:extLst>
              <a:ext uri="{FF2B5EF4-FFF2-40B4-BE49-F238E27FC236}">
                <a16:creationId xmlns:a16="http://schemas.microsoft.com/office/drawing/2014/main" id="{D79C84BA-3CD6-42E4-8465-BCE4C89D6277}"/>
              </a:ext>
            </a:extLst>
          </p:cNvPr>
          <p:cNvGrpSpPr/>
          <p:nvPr/>
        </p:nvGrpSpPr>
        <p:grpSpPr>
          <a:xfrm>
            <a:off x="2467048" y="3145422"/>
            <a:ext cx="289305" cy="216000"/>
            <a:chOff x="2387688" y="4365104"/>
            <a:chExt cx="289305" cy="216000"/>
          </a:xfrm>
        </p:grpSpPr>
        <p:sp>
          <p:nvSpPr>
            <p:cNvPr id="478" name="Freeform 806">
              <a:extLst>
                <a:ext uri="{FF2B5EF4-FFF2-40B4-BE49-F238E27FC236}">
                  <a16:creationId xmlns:a16="http://schemas.microsoft.com/office/drawing/2014/main" id="{13CE0FC9-4690-4A82-88D8-02C2EC8149E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2387688" y="4408192"/>
              <a:ext cx="215440" cy="135979"/>
            </a:xfrm>
            <a:custGeom>
              <a:avLst/>
              <a:gdLst>
                <a:gd name="T0" fmla="*/ 0 w 385"/>
                <a:gd name="T1" fmla="*/ 165 h 243"/>
                <a:gd name="T2" fmla="*/ 0 w 385"/>
                <a:gd name="T3" fmla="*/ 243 h 243"/>
                <a:gd name="T4" fmla="*/ 385 w 385"/>
                <a:gd name="T5" fmla="*/ 243 h 243"/>
                <a:gd name="T6" fmla="*/ 385 w 385"/>
                <a:gd name="T7" fmla="*/ 0 h 243"/>
                <a:gd name="T8" fmla="*/ 0 w 385"/>
                <a:gd name="T9" fmla="*/ 0 h 243"/>
                <a:gd name="T10" fmla="*/ 0 w 385"/>
                <a:gd name="T11" fmla="*/ 132 h 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5" h="243">
                  <a:moveTo>
                    <a:pt x="0" y="165"/>
                  </a:moveTo>
                  <a:lnTo>
                    <a:pt x="0" y="243"/>
                  </a:lnTo>
                  <a:lnTo>
                    <a:pt x="385" y="243"/>
                  </a:lnTo>
                  <a:lnTo>
                    <a:pt x="385" y="0"/>
                  </a:lnTo>
                  <a:lnTo>
                    <a:pt x="0" y="0"/>
                  </a:lnTo>
                  <a:lnTo>
                    <a:pt x="0" y="132"/>
                  </a:lnTo>
                </a:path>
              </a:pathLst>
            </a:cu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79" name="Line 811">
              <a:extLst>
                <a:ext uri="{FF2B5EF4-FFF2-40B4-BE49-F238E27FC236}">
                  <a16:creationId xmlns:a16="http://schemas.microsoft.com/office/drawing/2014/main" id="{12849CE0-9F2C-459F-9E58-645C7A2890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17" y="4500524"/>
              <a:ext cx="49244" cy="0"/>
            </a:xfrm>
            <a:prstGeom prst="lin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80" name="Line 812">
              <a:extLst>
                <a:ext uri="{FF2B5EF4-FFF2-40B4-BE49-F238E27FC236}">
                  <a16:creationId xmlns:a16="http://schemas.microsoft.com/office/drawing/2014/main" id="{A4B74684-9BBB-4358-BCDE-338EB1FFE6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3128" y="4426659"/>
              <a:ext cx="30777" cy="0"/>
            </a:xfrm>
            <a:prstGeom prst="lin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81" name="Line 813">
              <a:extLst>
                <a:ext uri="{FF2B5EF4-FFF2-40B4-BE49-F238E27FC236}">
                  <a16:creationId xmlns:a16="http://schemas.microsoft.com/office/drawing/2014/main" id="{8AC96B1D-848F-4DA7-91B8-66A8675ADD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46217" y="4426659"/>
              <a:ext cx="12310" cy="0"/>
            </a:xfrm>
            <a:prstGeom prst="lin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82" name="Line 814">
              <a:extLst>
                <a:ext uri="{FF2B5EF4-FFF2-40B4-BE49-F238E27FC236}">
                  <a16:creationId xmlns:a16="http://schemas.microsoft.com/office/drawing/2014/main" id="{8FE26534-1075-4182-B315-445849BD5E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1594" y="4463591"/>
              <a:ext cx="55399" cy="0"/>
            </a:xfrm>
            <a:prstGeom prst="lin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83" name="Line 815">
              <a:extLst>
                <a:ext uri="{FF2B5EF4-FFF2-40B4-BE49-F238E27FC236}">
                  <a16:creationId xmlns:a16="http://schemas.microsoft.com/office/drawing/2014/main" id="{64ECC6E9-C482-4B3B-A55E-78B7FA1C22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5397" y="4365104"/>
              <a:ext cx="49244" cy="0"/>
            </a:xfrm>
            <a:prstGeom prst="lin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84" name="Line 816">
              <a:extLst>
                <a:ext uri="{FF2B5EF4-FFF2-40B4-BE49-F238E27FC236}">
                  <a16:creationId xmlns:a16="http://schemas.microsoft.com/office/drawing/2014/main" id="{F3070C9C-01E0-4650-A87E-246FC03EE5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3865" y="4581104"/>
              <a:ext cx="86176" cy="0"/>
            </a:xfrm>
            <a:prstGeom prst="lin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85" name="Line 817">
              <a:extLst>
                <a:ext uri="{FF2B5EF4-FFF2-40B4-BE49-F238E27FC236}">
                  <a16:creationId xmlns:a16="http://schemas.microsoft.com/office/drawing/2014/main" id="{33C0C9D3-6B88-4D0B-BC61-8151BAB706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6953" y="4365104"/>
              <a:ext cx="12310" cy="0"/>
            </a:xfrm>
            <a:prstGeom prst="lin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86" name="Line 818">
              <a:extLst>
                <a:ext uri="{FF2B5EF4-FFF2-40B4-BE49-F238E27FC236}">
                  <a16:creationId xmlns:a16="http://schemas.microsoft.com/office/drawing/2014/main" id="{F83A8762-1A14-4C8B-BCAE-DD8B7271BC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1575" y="4365104"/>
              <a:ext cx="12310" cy="0"/>
            </a:xfrm>
            <a:prstGeom prst="lin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sp>
          <p:nvSpPr>
            <p:cNvPr id="487" name="Line 819">
              <a:extLst>
                <a:ext uri="{FF2B5EF4-FFF2-40B4-BE49-F238E27FC236}">
                  <a16:creationId xmlns:a16="http://schemas.microsoft.com/office/drawing/2014/main" id="{A06BB05B-60D3-4059-80D3-44C200248B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6197" y="4365104"/>
              <a:ext cx="12310" cy="0"/>
            </a:xfrm>
            <a:prstGeom prst="line">
              <a:avLst/>
            </a:prstGeom>
            <a:noFill/>
            <a:ln w="6350" cap="flat">
              <a:solidFill>
                <a:schemeClr val="tx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/>
            </a:p>
          </p:txBody>
        </p:sp>
        <p:grpSp>
          <p:nvGrpSpPr>
            <p:cNvPr id="488" name="Group 1084">
              <a:extLst>
                <a:ext uri="{FF2B5EF4-FFF2-40B4-BE49-F238E27FC236}">
                  <a16:creationId xmlns:a16="http://schemas.microsoft.com/office/drawing/2014/main" id="{707084F9-712C-4D3E-BE8E-D4EDCF83E7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2466983" y="4436581"/>
              <a:ext cx="56851" cy="79200"/>
              <a:chOff x="3709" y="1980"/>
              <a:chExt cx="262" cy="365"/>
            </a:xfrm>
          </p:grpSpPr>
          <p:sp>
            <p:nvSpPr>
              <p:cNvPr id="489" name="Line 1085">
                <a:extLst>
                  <a:ext uri="{FF2B5EF4-FFF2-40B4-BE49-F238E27FC236}">
                    <a16:creationId xmlns:a16="http://schemas.microsoft.com/office/drawing/2014/main" id="{01D33725-BFD7-4BCB-9DB1-9591004B4B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09" y="2245"/>
                <a:ext cx="195" cy="0"/>
              </a:xfrm>
              <a:prstGeom prst="line">
                <a:avLst/>
              </a:prstGeom>
              <a:noFill/>
              <a:ln w="6350" cap="rnd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  <p:sp>
            <p:nvSpPr>
              <p:cNvPr id="490" name="Freeform 1086">
                <a:extLst>
                  <a:ext uri="{FF2B5EF4-FFF2-40B4-BE49-F238E27FC236}">
                    <a16:creationId xmlns:a16="http://schemas.microsoft.com/office/drawing/2014/main" id="{32B223FA-5C7C-4B02-ACB0-9C60E6218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9" y="1980"/>
                <a:ext cx="262" cy="365"/>
              </a:xfrm>
              <a:custGeom>
                <a:avLst/>
                <a:gdLst>
                  <a:gd name="T0" fmla="*/ 25 w 109"/>
                  <a:gd name="T1" fmla="*/ 153 h 153"/>
                  <a:gd name="T2" fmla="*/ 25 w 109"/>
                  <a:gd name="T3" fmla="*/ 0 h 153"/>
                  <a:gd name="T4" fmla="*/ 73 w 109"/>
                  <a:gd name="T5" fmla="*/ 0 h 153"/>
                  <a:gd name="T6" fmla="*/ 109 w 109"/>
                  <a:gd name="T7" fmla="*/ 36 h 153"/>
                  <a:gd name="T8" fmla="*/ 109 w 109"/>
                  <a:gd name="T9" fmla="*/ 40 h 153"/>
                  <a:gd name="T10" fmla="*/ 73 w 109"/>
                  <a:gd name="T11" fmla="*/ 76 h 153"/>
                  <a:gd name="T12" fmla="*/ 0 w 109"/>
                  <a:gd name="T13" fmla="*/ 76 h 1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9" h="153">
                    <a:moveTo>
                      <a:pt x="25" y="153"/>
                    </a:moveTo>
                    <a:cubicBezTo>
                      <a:pt x="25" y="0"/>
                      <a:pt x="25" y="0"/>
                      <a:pt x="25" y="0"/>
                    </a:cubicBezTo>
                    <a:cubicBezTo>
                      <a:pt x="73" y="0"/>
                      <a:pt x="73" y="0"/>
                      <a:pt x="73" y="0"/>
                    </a:cubicBezTo>
                    <a:cubicBezTo>
                      <a:pt x="93" y="0"/>
                      <a:pt x="109" y="16"/>
                      <a:pt x="109" y="36"/>
                    </a:cubicBezTo>
                    <a:cubicBezTo>
                      <a:pt x="109" y="40"/>
                      <a:pt x="109" y="40"/>
                      <a:pt x="109" y="40"/>
                    </a:cubicBezTo>
                    <a:cubicBezTo>
                      <a:pt x="109" y="60"/>
                      <a:pt x="93" y="76"/>
                      <a:pt x="73" y="76"/>
                    </a:cubicBezTo>
                    <a:cubicBezTo>
                      <a:pt x="0" y="76"/>
                      <a:pt x="0" y="76"/>
                      <a:pt x="0" y="76"/>
                    </a:cubicBezTo>
                  </a:path>
                </a:pathLst>
              </a:custGeom>
              <a:noFill/>
              <a:ln w="6350" cap="rnd">
                <a:solidFill>
                  <a:schemeClr val="tx2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ru-RU"/>
              </a:p>
            </p:txBody>
          </p:sp>
        </p:grpSp>
      </p:grpSp>
      <p:sp>
        <p:nvSpPr>
          <p:cNvPr id="11" name="Title 10">
            <a:extLst>
              <a:ext uri="{FF2B5EF4-FFF2-40B4-BE49-F238E27FC236}">
                <a16:creationId xmlns:a16="http://schemas.microsoft.com/office/drawing/2014/main" id="{A8D7B5C4-8A51-46D8-B523-6B1DC0ABF649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rIns="0"/>
          <a:lstStyle/>
          <a:p>
            <a:r>
              <a:rPr lang="ru-RU" dirty="0">
                <a:solidFill>
                  <a:schemeClr val="accent1"/>
                </a:solidFill>
              </a:rPr>
              <a:t>Кредитные продукты: </a:t>
            </a:r>
            <a:r>
              <a:rPr lang="ru-RU" dirty="0"/>
              <a:t>для достижения амбиции необходимо разработать инициативы, адресующие все драйверы прибыли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126320DA-17E2-4BE3-ACCE-CB91C33223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D4D4441-A313-45E6-A5CE-88F34A652F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01" name="Node E2B"/>
          <p:cNvSpPr>
            <a:spLocks/>
          </p:cNvSpPr>
          <p:nvPr/>
        </p:nvSpPr>
        <p:spPr>
          <a:xfrm>
            <a:off x="4673600" y="3280000"/>
            <a:ext cx="1230000" cy="38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21600" rIns="43200" bIns="21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900" dirty="0">
                <a:solidFill>
                  <a:schemeClr val="tx1"/>
                </a:solidFill>
              </a:rPr>
              <a:t>Текущие (E2B)</a:t>
            </a:r>
          </a:p>
        </p:txBody>
      </p:sp>
      <p:sp>
        <p:nvSpPr>
          <p:cNvPr id="602" name="Node N2B"/>
          <p:cNvSpPr>
            <a:spLocks/>
          </p:cNvSpPr>
          <p:nvPr/>
        </p:nvSpPr>
        <p:spPr>
          <a:xfrm>
            <a:off x="4673600" y="3970000"/>
            <a:ext cx="1230000" cy="38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21600" rIns="43200" bIns="21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900" dirty="0">
                <a:solidFill>
                  <a:schemeClr val="tx1"/>
                </a:solidFill>
              </a:rPr>
              <a:t>Новые (N2B)</a:t>
            </a:r>
          </a:p>
        </p:txBody>
      </p:sp>
      <p:sp>
        <p:nvSpPr>
          <p:cNvPr id="603" name="Node E2B offer"/>
          <p:cNvSpPr>
            <a:spLocks/>
          </p:cNvSpPr>
          <p:nvPr/>
        </p:nvSpPr>
        <p:spPr>
          <a:xfrm>
            <a:off x="6000000" y="3050000"/>
            <a:ext cx="1700000" cy="38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21600" rIns="300000" bIns="21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00" dirty="0">
                <a:solidFill>
                  <a:schemeClr val="tx1"/>
                </a:solidFill>
              </a:rPr>
              <a:t>Офферный поток: покрытие базы предодобрениями</a:t>
            </a:r>
          </a:p>
        </p:txBody>
      </p:sp>
      <p:sp>
        <p:nvSpPr>
          <p:cNvPr id="604" name="Node E2B offer conv"/>
          <p:cNvSpPr>
            <a:spLocks/>
          </p:cNvSpPr>
          <p:nvPr/>
        </p:nvSpPr>
        <p:spPr>
          <a:xfrm>
            <a:off x="7930000" y="3050000"/>
            <a:ext cx="1700000" cy="38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21600" rIns="300000" bIns="21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00" dirty="0">
                <a:solidFill>
                  <a:schemeClr val="tx1"/>
                </a:solidFill>
              </a:rPr>
              <a:t>Отклик на оффер — конверсия в выдачу (TR)</a:t>
            </a:r>
          </a:p>
        </p:txBody>
      </p:sp>
      <p:sp>
        <p:nvSpPr>
          <p:cNvPr id="614" name="Node E2B apps"/>
          <p:cNvSpPr>
            <a:spLocks/>
          </p:cNvSpPr>
          <p:nvPr/>
        </p:nvSpPr>
        <p:spPr>
          <a:xfrm>
            <a:off x="6000000" y="3530000"/>
            <a:ext cx="1700000" cy="38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21600" rIns="300000" bIns="21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00" dirty="0">
                <a:solidFill>
                  <a:schemeClr val="tx1"/>
                </a:solidFill>
              </a:rPr>
              <a:t>Заявочный поток: входящие заявки базы</a:t>
            </a:r>
          </a:p>
        </p:txBody>
      </p:sp>
      <p:sp>
        <p:nvSpPr>
          <p:cNvPr id="615" name="Node E2B apps conv"/>
          <p:cNvSpPr>
            <a:spLocks/>
          </p:cNvSpPr>
          <p:nvPr/>
        </p:nvSpPr>
        <p:spPr>
          <a:xfrm>
            <a:off x="7930000" y="3530000"/>
            <a:ext cx="1700000" cy="38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21600" rIns="300000" bIns="21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00" dirty="0">
                <a:solidFill>
                  <a:schemeClr val="tx1"/>
                </a:solidFill>
              </a:rPr>
              <a:t>Одобрение и выдача (AR, TR)</a:t>
            </a:r>
          </a:p>
        </p:txBody>
      </p:sp>
      <p:sp>
        <p:nvSpPr>
          <p:cNvPr id="605" name="Node N2B flow"/>
          <p:cNvSpPr>
            <a:spLocks/>
          </p:cNvSpPr>
          <p:nvPr/>
        </p:nvSpPr>
        <p:spPr>
          <a:xfrm>
            <a:off x="6000000" y="3970000"/>
            <a:ext cx="1700000" cy="38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21600" rIns="300000" bIns="21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00" dirty="0">
                <a:solidFill>
                  <a:schemeClr val="tx1"/>
                </a:solidFill>
              </a:rPr>
              <a:t>Входящий поток лидов по каналам</a:t>
            </a:r>
          </a:p>
        </p:txBody>
      </p:sp>
      <p:sp>
        <p:nvSpPr>
          <p:cNvPr id="606" name="Node N2B conv"/>
          <p:cNvSpPr>
            <a:spLocks/>
          </p:cNvSpPr>
          <p:nvPr/>
        </p:nvSpPr>
        <p:spPr>
          <a:xfrm>
            <a:off x="7930000" y="3970000"/>
            <a:ext cx="1700000" cy="38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21600" rIns="300000" bIns="21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00" dirty="0">
                <a:solidFill>
                  <a:schemeClr val="tx1"/>
                </a:solidFill>
              </a:rPr>
              <a:t>Конверсии по этапам (…, AR, TR)</a:t>
            </a:r>
          </a:p>
        </p:txBody>
      </p:sp>
      <p:sp>
        <p:nvSpPr>
          <p:cNvPr id="607" name="Node LTV time"/>
          <p:cNvSpPr>
            <a:spLocks/>
          </p:cNvSpPr>
          <p:nvPr/>
        </p:nvSpPr>
        <p:spPr>
          <a:xfrm>
            <a:off x="4673600" y="4430000"/>
            <a:ext cx="1700000" cy="38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21600" rIns="300000" bIns="21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00" dirty="0">
                <a:solidFill>
                  <a:schemeClr val="tx1"/>
                </a:solidFill>
              </a:rPr>
              <a:t>Срок жизни клиента с кредитом</a:t>
            </a:r>
          </a:p>
        </p:txBody>
      </p:sp>
      <p:sp>
        <p:nvSpPr>
          <p:cNvPr id="608" name="Node LTV trx"/>
          <p:cNvSpPr>
            <a:spLocks/>
          </p:cNvSpPr>
          <p:nvPr/>
        </p:nvSpPr>
        <p:spPr>
          <a:xfrm>
            <a:off x="6600000" y="4430000"/>
            <a:ext cx="1700000" cy="38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21600" rIns="300000" bIns="21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00" dirty="0">
                <a:solidFill>
                  <a:schemeClr val="tx1"/>
                </a:solidFill>
              </a:rPr>
              <a:t>Транзакц. доход на клиента</a:t>
            </a:r>
          </a:p>
        </p:txBody>
      </p:sp>
      <p:sp>
        <p:nvSpPr>
          <p:cNvPr id="609" name="Node cost mix"/>
          <p:cNvSpPr>
            <a:spLocks/>
          </p:cNvSpPr>
          <p:nvPr/>
        </p:nvSpPr>
        <p:spPr>
          <a:xfrm>
            <a:off x="4673600" y="4890000"/>
            <a:ext cx="1700000" cy="38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21600" rIns="300000" bIns="21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00" dirty="0">
                <a:solidFill>
                  <a:schemeClr val="tx1"/>
                </a:solidFill>
              </a:rPr>
              <a:t>Микс каналов продаж (доля E2E)</a:t>
            </a:r>
          </a:p>
        </p:txBody>
      </p:sp>
      <p:sp>
        <p:nvSpPr>
          <p:cNvPr id="610" name="Node cost unit"/>
          <p:cNvSpPr>
            <a:spLocks/>
          </p:cNvSpPr>
          <p:nvPr/>
        </p:nvSpPr>
        <p:spPr>
          <a:xfrm>
            <a:off x="6600000" y="4890000"/>
            <a:ext cx="1700000" cy="38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21600" rIns="300000" bIns="21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00" dirty="0">
                <a:solidFill>
                  <a:schemeClr val="tx1"/>
                </a:solidFill>
              </a:rPr>
              <a:t>Unit-cost выдачи и сопровождения</a:t>
            </a:r>
          </a:p>
        </p:txBody>
      </p:sp>
      <p:sp>
        <p:nvSpPr>
          <p:cNvPr id="611" name="Node risk data"/>
          <p:cNvSpPr>
            <a:spLocks/>
          </p:cNvSpPr>
          <p:nvPr/>
        </p:nvSpPr>
        <p:spPr>
          <a:xfrm>
            <a:off x="4673600" y="5570000"/>
            <a:ext cx="2000000" cy="37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21600" rIns="300000" bIns="21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00" dirty="0">
                <a:solidFill>
                  <a:schemeClr val="tx1"/>
                </a:solidFill>
              </a:rPr>
              <a:t>Точность отбора (PD): риск-модели, кол-во и кач-во данных</a:t>
            </a:r>
          </a:p>
        </p:txBody>
      </p:sp>
      <p:sp>
        <p:nvSpPr>
          <p:cNvPr id="612" name="Node risk ews"/>
          <p:cNvSpPr>
            <a:spLocks/>
          </p:cNvSpPr>
          <p:nvPr/>
        </p:nvSpPr>
        <p:spPr>
          <a:xfrm>
            <a:off x="4673600" y="5995000"/>
            <a:ext cx="2000000" cy="37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21600" rIns="300000" bIns="21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00" dirty="0">
                <a:solidFill>
                  <a:schemeClr val="tx1"/>
                </a:solidFill>
              </a:rPr>
              <a:t>Потери при дефолте (LGD): обеспечение, EWS, взыскание</a:t>
            </a:r>
          </a:p>
        </p:txBody>
      </p:sp>
      <p:sp>
        <p:nvSpPr>
          <p:cNvPr id="613" name="Node risk mix"/>
          <p:cNvSpPr>
            <a:spLocks/>
          </p:cNvSpPr>
          <p:nvPr/>
        </p:nvSpPr>
        <p:spPr>
          <a:xfrm>
            <a:off x="4673600" y="6420000"/>
            <a:ext cx="2000000" cy="370000"/>
          </a:xfrm>
          <a:prstGeom prst="roundRect">
            <a:avLst>
              <a:gd name="adj" fmla="val 14111"/>
            </a:avLst>
          </a:prstGeom>
          <a:solidFill>
            <a:srgbClr val="F2F2F2"/>
          </a:solidFill>
          <a:ln w="6350" cap="sq">
            <a:solidFill>
              <a:srgbClr val="F2F2F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3200" tIns="21600" rIns="300000" bIns="216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00" dirty="0">
                <a:solidFill>
                  <a:schemeClr val="tx1"/>
                </a:solidFill>
              </a:rPr>
              <a:t>Риск-аппетит и структура притока (сегменты, винтажи)</a:t>
            </a:r>
          </a:p>
        </p:txBody>
      </p:sp>
      <p:sp>
        <p:nvSpPr>
          <p:cNvPr id="662" name="MulSign"/>
          <p:cNvSpPr txBox="1"/>
          <p:nvPr/>
        </p:nvSpPr>
        <p:spPr>
          <a:xfrm>
            <a:off x="7700000" y="3100000"/>
            <a:ext cx="230000" cy="28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1000" b="1" dirty="0">
                <a:solidFill>
                  <a:schemeClr val="tx1"/>
                </a:solidFill>
              </a:rPr>
              <a:t>×</a:t>
            </a:r>
          </a:p>
        </p:txBody>
      </p:sp>
      <p:sp>
        <p:nvSpPr>
          <p:cNvPr id="663" name="MulSign"/>
          <p:cNvSpPr txBox="1"/>
          <p:nvPr/>
        </p:nvSpPr>
        <p:spPr>
          <a:xfrm>
            <a:off x="7700000" y="3580000"/>
            <a:ext cx="230000" cy="28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1000" b="1" dirty="0">
                <a:solidFill>
                  <a:schemeClr val="tx1"/>
                </a:solidFill>
              </a:rPr>
              <a:t>×</a:t>
            </a:r>
          </a:p>
        </p:txBody>
      </p:sp>
      <p:sp>
        <p:nvSpPr>
          <p:cNvPr id="664" name="MulSign"/>
          <p:cNvSpPr txBox="1"/>
          <p:nvPr/>
        </p:nvSpPr>
        <p:spPr>
          <a:xfrm>
            <a:off x="7700000" y="4020000"/>
            <a:ext cx="230000" cy="28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1000" b="1" dirty="0">
                <a:solidFill>
                  <a:schemeClr val="tx1"/>
                </a:solidFill>
              </a:rPr>
              <a:t>×</a:t>
            </a:r>
          </a:p>
        </p:txBody>
      </p:sp>
      <p:sp>
        <p:nvSpPr>
          <p:cNvPr id="665" name="MulSign"/>
          <p:cNvSpPr txBox="1"/>
          <p:nvPr/>
        </p:nvSpPr>
        <p:spPr>
          <a:xfrm>
            <a:off x="6373600" y="4480000"/>
            <a:ext cx="230000" cy="28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1000" b="1" dirty="0">
                <a:solidFill>
                  <a:schemeClr val="tx1"/>
                </a:solidFill>
              </a:rPr>
              <a:t>×</a:t>
            </a:r>
          </a:p>
        </p:txBody>
      </p:sp>
      <p:sp>
        <p:nvSpPr>
          <p:cNvPr id="666" name="MulSign"/>
          <p:cNvSpPr txBox="1"/>
          <p:nvPr/>
        </p:nvSpPr>
        <p:spPr>
          <a:xfrm>
            <a:off x="6373600" y="4940000"/>
            <a:ext cx="230000" cy="28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1000" b="1" dirty="0">
                <a:solidFill>
                  <a:schemeClr val="tx1"/>
                </a:solidFill>
              </a:rPr>
              <a:t>×</a:t>
            </a:r>
          </a:p>
        </p:txBody>
      </p:sp>
      <p:sp>
        <p:nvSpPr>
          <p:cNvPr id="660" name="RiskHypo"/>
          <p:cNvSpPr txBox="1"/>
          <p:nvPr/>
        </p:nvSpPr>
        <p:spPr>
          <a:xfrm>
            <a:off x="4673600" y="5330000"/>
            <a:ext cx="2000000" cy="20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750" i="1" dirty="0">
                <a:solidFill>
                  <a:srgbClr val="595959"/>
                </a:solidFill>
              </a:rPr>
              <a:t>Гипотеза — для обсуждения</a:t>
            </a:r>
          </a:p>
        </p:txBody>
      </p:sp>
      <p:sp>
        <p:nvSpPr>
          <p:cNvPr id="661" name="ChipLegend"/>
          <p:cNvSpPr txBox="1"/>
          <p:nvPr/>
        </p:nvSpPr>
        <p:spPr>
          <a:xfrm>
            <a:off x="502920" y="6420000"/>
            <a:ext cx="3700000" cy="40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750" dirty="0">
                <a:solidFill>
                  <a:srgbClr val="595959"/>
                </a:solidFill>
              </a:rPr>
              <a:t>01–10 — инициативы целевой концепции ММБ; показаны основные связи, полная калибровка — на след. слайде</a:t>
            </a:r>
          </a:p>
        </p:txBody>
      </p:sp>
      <p:sp>
        <p:nvSpPr>
          <p:cNvPr id="668" name="OpenQuestions"/>
          <p:cNvSpPr>
            <a:spLocks/>
          </p:cNvSpPr>
          <p:nvPr/>
        </p:nvSpPr>
        <p:spPr>
          <a:xfrm>
            <a:off x="8700000" y="4450000"/>
            <a:ext cx="3100000" cy="2280000"/>
          </a:xfrm>
          <a:prstGeom prst="roundRect">
            <a:avLst>
              <a:gd name="adj" fmla="val 6000"/>
            </a:avLst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square" lIns="108000" tIns="86400" rIns="108000" bIns="864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lang="ru-RU" sz="850" b="1" dirty="0">
                <a:solidFill>
                  <a:schemeClr val="tx1"/>
                </a:solidFill>
              </a:rPr>
              <a:t>Открытые вопросы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ru-RU" sz="750" dirty="0">
                <a:solidFill>
                  <a:srgbClr val="595959"/>
                </a:solidFill>
              </a:rPr>
              <a:t>•  Объём кредита на клиента (утилизация единого лимита) — кандидат в драйверы дохода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ru-RU" sz="750" dirty="0">
                <a:solidFill>
                  <a:srgbClr val="595959"/>
                </a:solidFill>
              </a:rPr>
              <a:t>•  Метрика зрелости full approve — доля выдач E2B из предодобренных офферов (миграция заявочного потока в офферный)</a:t>
            </a:r>
          </a:p>
          <a:p>
            <a:pPr>
              <a:spcBef>
                <a:spcPts val="0"/>
              </a:spcBef>
              <a:spcAft>
                <a:spcPts val="300"/>
              </a:spcAft>
            </a:pPr>
            <a:r>
              <a:rPr lang="ru-RU" sz="750" dirty="0">
                <a:solidFill>
                  <a:srgbClr val="595959"/>
                </a:solidFill>
              </a:rPr>
              <a:t>•  Отток и удержание: влияют на # клиентов, а не только на доп. доходы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750" dirty="0">
                <a:solidFill>
                  <a:srgbClr val="595959"/>
                </a:solidFill>
              </a:rPr>
              <a:t>•  Мриск ← качество притока: винтажи full approve и новых сегментов (02)</a:t>
            </a:r>
          </a:p>
        </p:txBody>
      </p:sp>
      <p:cxnSp>
        <p:nvCxnSpPr>
          <p:cNvPr id="620" name="Connector 620"/>
          <p:cNvCxnSpPr>
            <a:cxnSpLocks/>
            <a:stCxn id="10" idx="3"/>
            <a:endCxn id="601" idx="1"/>
          </p:cNvCxnSpPr>
          <p:nvPr/>
        </p:nvCxnSpPr>
        <p:spPr>
          <a:xfrm>
            <a:off x="4496735" y="3339109"/>
            <a:ext cx="176865" cy="130891"/>
          </a:xfrm>
          <a:prstGeom prst="bentConnector3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1" name="Connector 621"/>
          <p:cNvCxnSpPr>
            <a:cxnSpLocks/>
            <a:stCxn id="10" idx="3"/>
            <a:endCxn id="602" idx="1"/>
          </p:cNvCxnSpPr>
          <p:nvPr/>
        </p:nvCxnSpPr>
        <p:spPr>
          <a:xfrm>
            <a:off x="4496735" y="3339109"/>
            <a:ext cx="176865" cy="820891"/>
          </a:xfrm>
          <a:prstGeom prst="bentConnector3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2" name="Connector 622"/>
          <p:cNvCxnSpPr>
            <a:cxnSpLocks/>
            <a:stCxn id="601" idx="3"/>
            <a:endCxn id="603" idx="1"/>
          </p:cNvCxnSpPr>
          <p:nvPr/>
        </p:nvCxnSpPr>
        <p:spPr>
          <a:xfrm flipV="1">
            <a:off x="5903600" y="3240000"/>
            <a:ext cx="96400" cy="230000"/>
          </a:xfrm>
          <a:prstGeom prst="bentConnector3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9" name="Connector 629"/>
          <p:cNvCxnSpPr>
            <a:cxnSpLocks/>
            <a:stCxn id="601" idx="3"/>
            <a:endCxn id="614" idx="1"/>
          </p:cNvCxnSpPr>
          <p:nvPr/>
        </p:nvCxnSpPr>
        <p:spPr>
          <a:xfrm>
            <a:off x="5903600" y="3470000"/>
            <a:ext cx="96400" cy="250000"/>
          </a:xfrm>
          <a:prstGeom prst="bentConnector3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Connector 623"/>
          <p:cNvCxnSpPr>
            <a:cxnSpLocks/>
            <a:stCxn id="602" idx="3"/>
            <a:endCxn id="605" idx="1"/>
          </p:cNvCxnSpPr>
          <p:nvPr/>
        </p:nvCxnSpPr>
        <p:spPr>
          <a:xfrm>
            <a:off x="5903600" y="4160000"/>
            <a:ext cx="96400" cy="0"/>
          </a:xfrm>
          <a:prstGeom prst="bentConnector3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4" name="Connector 624"/>
          <p:cNvCxnSpPr>
            <a:cxnSpLocks/>
            <a:stCxn id="74" idx="3"/>
            <a:endCxn id="607" idx="1"/>
          </p:cNvCxnSpPr>
          <p:nvPr/>
        </p:nvCxnSpPr>
        <p:spPr>
          <a:xfrm>
            <a:off x="4496735" y="3978935"/>
            <a:ext cx="176865" cy="641065"/>
          </a:xfrm>
          <a:prstGeom prst="bentConnector3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5" name="Connector 625"/>
          <p:cNvCxnSpPr>
            <a:cxnSpLocks/>
            <a:stCxn id="13" idx="3"/>
            <a:endCxn id="609" idx="1"/>
          </p:cNvCxnSpPr>
          <p:nvPr/>
        </p:nvCxnSpPr>
        <p:spPr>
          <a:xfrm>
            <a:off x="4496735" y="4718587"/>
            <a:ext cx="176865" cy="361413"/>
          </a:xfrm>
          <a:prstGeom prst="bentConnector3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6" name="Connector 626"/>
          <p:cNvCxnSpPr>
            <a:cxnSpLocks/>
            <a:stCxn id="17" idx="3"/>
            <a:endCxn id="611" idx="1"/>
          </p:cNvCxnSpPr>
          <p:nvPr/>
        </p:nvCxnSpPr>
        <p:spPr>
          <a:xfrm flipV="1">
            <a:off x="4496735" y="5755000"/>
            <a:ext cx="176865" cy="243242"/>
          </a:xfrm>
          <a:prstGeom prst="bentConnector3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7" name="Connector 627"/>
          <p:cNvCxnSpPr>
            <a:cxnSpLocks/>
            <a:stCxn id="17" idx="3"/>
            <a:endCxn id="612" idx="1"/>
          </p:cNvCxnSpPr>
          <p:nvPr/>
        </p:nvCxnSpPr>
        <p:spPr>
          <a:xfrm>
            <a:off x="4496735" y="5998242"/>
            <a:ext cx="176865" cy="181758"/>
          </a:xfrm>
          <a:prstGeom prst="bentConnector3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8" name="Connector 628"/>
          <p:cNvCxnSpPr>
            <a:cxnSpLocks/>
            <a:stCxn id="17" idx="3"/>
            <a:endCxn id="613" idx="1"/>
          </p:cNvCxnSpPr>
          <p:nvPr/>
        </p:nvCxnSpPr>
        <p:spPr>
          <a:xfrm>
            <a:off x="4496735" y="5998242"/>
            <a:ext cx="176865" cy="606758"/>
          </a:xfrm>
          <a:prstGeom prst="bentConnector3">
            <a:avLst/>
          </a:prstGeom>
          <a:ln w="0" cap="rnd" cmpd="sng">
            <a:solidFill>
              <a:srgbClr val="7F7F7F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0" name="InitChip 02"/>
          <p:cNvSpPr>
            <a:spLocks/>
          </p:cNvSpPr>
          <p:nvPr/>
        </p:nvSpPr>
        <p:spPr>
          <a:xfrm>
            <a:off x="7440000" y="31725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641" name="InitChip 05"/>
          <p:cNvSpPr>
            <a:spLocks/>
          </p:cNvSpPr>
          <p:nvPr/>
        </p:nvSpPr>
        <p:spPr>
          <a:xfrm>
            <a:off x="9370000" y="30870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642" name="InitChip 10"/>
          <p:cNvSpPr>
            <a:spLocks/>
          </p:cNvSpPr>
          <p:nvPr/>
        </p:nvSpPr>
        <p:spPr>
          <a:xfrm>
            <a:off x="9370000" y="32580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43" name="InitChip 05"/>
          <p:cNvSpPr>
            <a:spLocks/>
          </p:cNvSpPr>
          <p:nvPr/>
        </p:nvSpPr>
        <p:spPr>
          <a:xfrm>
            <a:off x="7440000" y="36525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644" name="InitChip 01"/>
          <p:cNvSpPr>
            <a:spLocks/>
          </p:cNvSpPr>
          <p:nvPr/>
        </p:nvSpPr>
        <p:spPr>
          <a:xfrm>
            <a:off x="9370000" y="35670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45" name="InitChip 08"/>
          <p:cNvSpPr>
            <a:spLocks/>
          </p:cNvSpPr>
          <p:nvPr/>
        </p:nvSpPr>
        <p:spPr>
          <a:xfrm>
            <a:off x="9370000" y="37380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646" name="InitChip 02"/>
          <p:cNvSpPr>
            <a:spLocks/>
          </p:cNvSpPr>
          <p:nvPr/>
        </p:nvSpPr>
        <p:spPr>
          <a:xfrm>
            <a:off x="7440000" y="40070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647" name="InitChip 05"/>
          <p:cNvSpPr>
            <a:spLocks/>
          </p:cNvSpPr>
          <p:nvPr/>
        </p:nvSpPr>
        <p:spPr>
          <a:xfrm>
            <a:off x="7440000" y="41780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648" name="InitChip 01"/>
          <p:cNvSpPr>
            <a:spLocks/>
          </p:cNvSpPr>
          <p:nvPr/>
        </p:nvSpPr>
        <p:spPr>
          <a:xfrm>
            <a:off x="9370000" y="40070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49" name="InitChip 08"/>
          <p:cNvSpPr>
            <a:spLocks/>
          </p:cNvSpPr>
          <p:nvPr/>
        </p:nvSpPr>
        <p:spPr>
          <a:xfrm>
            <a:off x="9370000" y="41780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650" name="InitChip 04"/>
          <p:cNvSpPr>
            <a:spLocks/>
          </p:cNvSpPr>
          <p:nvPr/>
        </p:nvSpPr>
        <p:spPr>
          <a:xfrm>
            <a:off x="6113600" y="45525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651" name="InitChip 07"/>
          <p:cNvSpPr>
            <a:spLocks/>
          </p:cNvSpPr>
          <p:nvPr/>
        </p:nvSpPr>
        <p:spPr>
          <a:xfrm>
            <a:off x="8040000" y="45525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652" name="InitChip 03"/>
          <p:cNvSpPr>
            <a:spLocks/>
          </p:cNvSpPr>
          <p:nvPr/>
        </p:nvSpPr>
        <p:spPr>
          <a:xfrm>
            <a:off x="6113600" y="50125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653" name="InitChip 04"/>
          <p:cNvSpPr>
            <a:spLocks/>
          </p:cNvSpPr>
          <p:nvPr/>
        </p:nvSpPr>
        <p:spPr>
          <a:xfrm>
            <a:off x="8040000" y="49270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654" name="InitChip 08"/>
          <p:cNvSpPr>
            <a:spLocks/>
          </p:cNvSpPr>
          <p:nvPr/>
        </p:nvSpPr>
        <p:spPr>
          <a:xfrm>
            <a:off x="8040000" y="50980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655" name="InitChip 09"/>
          <p:cNvSpPr>
            <a:spLocks/>
          </p:cNvSpPr>
          <p:nvPr/>
        </p:nvSpPr>
        <p:spPr>
          <a:xfrm>
            <a:off x="6413600" y="56875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656" name="InitChip 04"/>
          <p:cNvSpPr>
            <a:spLocks/>
          </p:cNvSpPr>
          <p:nvPr/>
        </p:nvSpPr>
        <p:spPr>
          <a:xfrm>
            <a:off x="6413600" y="61125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657" name="InitChip 02"/>
          <p:cNvSpPr>
            <a:spLocks/>
          </p:cNvSpPr>
          <p:nvPr/>
        </p:nvSpPr>
        <p:spPr>
          <a:xfrm>
            <a:off x="6413600" y="64520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658" name="InitChip 06"/>
          <p:cNvSpPr>
            <a:spLocks/>
          </p:cNvSpPr>
          <p:nvPr/>
        </p:nvSpPr>
        <p:spPr>
          <a:xfrm>
            <a:off x="6413600" y="6623000"/>
            <a:ext cx="230000" cy="135000"/>
          </a:xfrm>
          <a:prstGeom prst="roundRect">
            <a:avLst>
              <a:gd name="adj" fmla="val 30000"/>
            </a:avLst>
          </a:prstGeom>
          <a:solidFill>
            <a:srgbClr val="ED3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vert="horz" wrap="none" lIns="0" tIns="0" rIns="0" bIns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700" b="1" dirty="0">
                <a:solidFill>
                  <a:srgbClr val="FFFFF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38641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" name="Object 6" hidden="1">
            <a:extLst>
              <a:ext uri="{FF2B5EF4-FFF2-40B4-BE49-F238E27FC236}">
                <a16:creationId xmlns:a16="http://schemas.microsoft.com/office/drawing/2014/main" id="{0A05336C-B484-4AD5-8027-2DB707084528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239" name="think-cell Slide" r:id="rId15" imgW="473" imgH="476" progId="TCLayout.ActiveDocument.1">
                  <p:embed/>
                </p:oleObj>
              </mc:Choice>
              <mc:Fallback>
                <p:oleObj name="think-cell Slide" r:id="rId15" imgW="473" imgH="47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A05336C-B484-4AD5-8027-2DB7070845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Скругленный прямоугольник 12">
            <a:extLst>
              <a:ext uri="{FF2B5EF4-FFF2-40B4-BE49-F238E27FC236}">
                <a16:creationId xmlns:a16="http://schemas.microsoft.com/office/drawing/2014/main" id="{98CF3945-AC4E-49D8-A918-2EE0CAF79E28}"/>
              </a:ext>
            </a:extLst>
          </p:cNvPr>
          <p:cNvSpPr>
            <a:spLocks/>
          </p:cNvSpPr>
          <p:nvPr/>
        </p:nvSpPr>
        <p:spPr>
          <a:xfrm>
            <a:off x="9719670" y="1338100"/>
            <a:ext cx="1917591" cy="4933160"/>
          </a:xfrm>
          <a:prstGeom prst="roundRect">
            <a:avLst>
              <a:gd name="adj" fmla="val 3252"/>
            </a:avLst>
          </a:prstGeom>
          <a:gradFill>
            <a:gsLst>
              <a:gs pos="0">
                <a:schemeClr val="accent1"/>
              </a:gs>
              <a:gs pos="100000">
                <a:srgbClr val="FE4E43"/>
              </a:gs>
            </a:gsLst>
            <a:lin ang="5400000" scaled="1"/>
          </a:gra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3" name="2. Slide Title"/>
          <p:cNvSpPr>
            <a:spLocks noGrp="1"/>
          </p:cNvSpPr>
          <p:nvPr>
            <p:ph type="title"/>
          </p:nvPr>
        </p:nvSpPr>
        <p:spPr bwMode="auto">
          <a:xfrm>
            <a:off x="554735" y="217615"/>
            <a:ext cx="11081138" cy="987202"/>
          </a:xfrm>
          <a:solidFill>
            <a:schemeClr val="bg1"/>
          </a:solidFill>
        </p:spPr>
        <p:txBody>
          <a:bodyPr vert="horz" rIns="0"/>
          <a:lstStyle/>
          <a:p>
            <a:pPr>
              <a:defRPr/>
            </a:pPr>
            <a:r>
              <a:rPr lang="en-US" sz="2200" b="1" dirty="0">
                <a:solidFill>
                  <a:srgbClr val="EF31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E2E</a:t>
            </a:r>
            <a:r>
              <a:rPr lang="ru-RU" sz="2200" b="1" dirty="0">
                <a:solidFill>
                  <a:srgbClr val="EF31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-продажи</a:t>
            </a:r>
            <a:r>
              <a:rPr lang="en-US" sz="2200" b="1" dirty="0">
                <a:solidFill>
                  <a:srgbClr val="EF3124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: </a:t>
            </a:r>
            <a:r>
              <a:rPr lang="ru-RU" sz="2200" b="1" dirty="0">
                <a:latin typeface="Verdana" pitchFamily="34" charset="0"/>
                <a:ea typeface="Verdana" pitchFamily="34" charset="-122"/>
                <a:cs typeface="Verdana" pitchFamily="34" charset="-120"/>
              </a:rPr>
              <a:t>при этом </a:t>
            </a:r>
            <a:r>
              <a:rPr lang="ru-RU" dirty="0"/>
              <a:t>E2E имеет наименьшие расходы на выдачу,  что делает его важнейшим каналом для повышения доходности низких чеков</a:t>
            </a:r>
            <a:endParaRPr lang="en-US" dirty="0"/>
          </a:p>
        </p:txBody>
      </p:sp>
      <p:sp>
        <p:nvSpPr>
          <p:cNvPr id="4" name="3. Subtitle">
            <a:extLst>
              <a:ext uri="{FF2B5EF4-FFF2-40B4-BE49-F238E27FC236}">
                <a16:creationId xmlns:a16="http://schemas.microsoft.com/office/drawing/2014/main" id="{4A1C52D7-95D2-402D-A2A2-C617F7E4CA9C}"/>
              </a:ext>
            </a:extLst>
          </p:cNvPr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54736" y="958596"/>
            <a:ext cx="11082528" cy="24622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BF8B2FFB-2CF1-4054-950A-DEF0E3DB7A49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4"/>
            </p:custDataLst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TextBox 4"/>
          <p:cNvSpPr txBox="1"/>
          <p:nvPr/>
        </p:nvSpPr>
        <p:spPr bwMode="auto">
          <a:xfrm>
            <a:off x="629335" y="1552048"/>
            <a:ext cx="4703763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cs typeface="Arial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9pPr>
          </a:lstStyle>
          <a:p>
            <a:pPr>
              <a:buNone/>
              <a:defRPr/>
            </a:pPr>
            <a:r>
              <a:rPr lang="ru-RU" b="1"/>
              <a:t>Средние расходы на продажу по каналам, тыс. руб.</a:t>
            </a:r>
            <a:endParaRPr lang="en-US" b="1"/>
          </a:p>
        </p:txBody>
      </p:sp>
      <p:graphicFrame>
        <p:nvGraphicFramePr>
          <p:cNvPr id="76" name="Chart 75"/>
          <p:cNvGraphicFramePr>
            <a:graphicFrameLocks/>
          </p:cNvGraphicFramePr>
          <p:nvPr/>
        </p:nvGraphicFramePr>
        <p:xfrm>
          <a:off x="1778592" y="1900597"/>
          <a:ext cx="2994025" cy="43164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cxnSp>
        <p:nvCxnSpPr>
          <p:cNvPr id="13" name="Straight Connector 12"/>
          <p:cNvCxnSpPr>
            <a:cxnSpLocks/>
          </p:cNvCxnSpPr>
          <p:nvPr/>
        </p:nvCxnSpPr>
        <p:spPr bwMode="auto">
          <a:xfrm flipH="1" flipV="1">
            <a:off x="1861142" y="5239109"/>
            <a:ext cx="139700" cy="66675"/>
          </a:xfrm>
          <a:prstGeom prst="line">
            <a:avLst/>
          </a:prstGeom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9" name="Text Placeholder 4"/>
          <p:cNvSpPr>
            <a:spLocks noGrp="1"/>
          </p:cNvSpPr>
          <p:nvPr/>
        </p:nvSpPr>
        <p:spPr bwMode="gray">
          <a:xfrm>
            <a:off x="4367804" y="2243497"/>
            <a:ext cx="3048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fld id="{8C987E70-DAFC-42FA-8BE4-B1C244E28523}" type="datetime'''''1''''''''''''''2''''%'''''''''''''''''''''''''''">
              <a:rPr lang="en-US" sz="1100">
                <a:solidFill>
                  <a:schemeClr val="tx2"/>
                </a:solidFill>
                <a:cs typeface="Arial"/>
              </a:rPr>
              <a:t>12%</a:t>
            </a:fld>
            <a:endParaRPr lang="en-US" sz="1100">
              <a:solidFill>
                <a:schemeClr val="tx2"/>
              </a:solidFill>
              <a:cs typeface="Arial"/>
            </a:endParaRPr>
          </a:p>
        </p:txBody>
      </p:sp>
      <p:sp>
        <p:nvSpPr>
          <p:cNvPr id="134" name="Text Placeholder 4"/>
          <p:cNvSpPr>
            <a:spLocks noGrp="1"/>
          </p:cNvSpPr>
          <p:nvPr/>
        </p:nvSpPr>
        <p:spPr bwMode="gray">
          <a:xfrm>
            <a:off x="3894729" y="2243497"/>
            <a:ext cx="3048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fld id="{8482D0B5-2860-4080-9C23-BE61D70CA02B}" type="datetime'''''''''''''2''''''''''2''''''''''''''''''''''''%'''''''''''''">
              <a:rPr lang="en-US" sz="1100">
                <a:solidFill>
                  <a:schemeClr val="tx2"/>
                </a:solidFill>
                <a:cs typeface="Arial"/>
              </a:rPr>
              <a:t>22%</a:t>
            </a:fld>
            <a:endParaRPr lang="en-US" sz="1100">
              <a:solidFill>
                <a:schemeClr val="tx2"/>
              </a:solidFill>
              <a:cs typeface="Arial"/>
            </a:endParaRPr>
          </a:p>
        </p:txBody>
      </p:sp>
      <p:sp>
        <p:nvSpPr>
          <p:cNvPr id="135" name="Text Placeholder 4"/>
          <p:cNvSpPr>
            <a:spLocks noGrp="1"/>
          </p:cNvSpPr>
          <p:nvPr/>
        </p:nvSpPr>
        <p:spPr bwMode="gray">
          <a:xfrm>
            <a:off x="2648542" y="2243497"/>
            <a:ext cx="3048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fld id="{E2A9D901-70F9-4FC8-8A55-D5FD61AAACB0}" type="datetime'''''''''67''''%'''''''">
              <a:rPr lang="en-US" sz="1100">
                <a:solidFill>
                  <a:schemeClr val="tx2"/>
                </a:solidFill>
                <a:cs typeface="Arial"/>
              </a:rPr>
              <a:t>67%</a:t>
            </a:fld>
            <a:endParaRPr lang="en-US" sz="1100">
              <a:solidFill>
                <a:schemeClr val="tx2"/>
              </a:solidFill>
              <a:cs typeface="Arial"/>
            </a:endParaRPr>
          </a:p>
        </p:txBody>
      </p:sp>
      <p:sp>
        <p:nvSpPr>
          <p:cNvPr id="6" name="Text Placeholder 4"/>
          <p:cNvSpPr>
            <a:spLocks noGrp="1"/>
          </p:cNvSpPr>
          <p:nvPr/>
        </p:nvSpPr>
        <p:spPr bwMode="auto">
          <a:xfrm>
            <a:off x="683217" y="2237147"/>
            <a:ext cx="779463" cy="1825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fld id="{C4F4280A-BAB8-4F9A-AB9C-3DA13B8E5DF7}" type="datetime'''''C''''''''re''''''d''it'''''''''''' fo''''''''rce'''''''">
              <a:rPr lang="en-US" sz="1200">
                <a:cs typeface="Arial"/>
              </a:rPr>
              <a:t>Credit force</a:t>
            </a:fld>
            <a:endParaRPr lang="en-US" sz="1200">
              <a:cs typeface="Arial"/>
            </a:endParaRPr>
          </a:p>
        </p:txBody>
      </p:sp>
      <p:sp>
        <p:nvSpPr>
          <p:cNvPr id="136" name="Text Placeholder 4"/>
          <p:cNvSpPr>
            <a:spLocks noGrp="1"/>
          </p:cNvSpPr>
          <p:nvPr/>
        </p:nvSpPr>
        <p:spPr bwMode="gray">
          <a:xfrm>
            <a:off x="2835867" y="2935647"/>
            <a:ext cx="3048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fld id="{9A90DEAF-5A1A-4123-98DC-DCE8DDBCC1F6}" type="datetime'''''''''2''''''''''''''''''''''''''''''3%'''''''''''''">
              <a:rPr lang="en-US" sz="1100">
                <a:solidFill>
                  <a:schemeClr val="tx2"/>
                </a:solidFill>
                <a:cs typeface="Arial"/>
              </a:rPr>
              <a:t>23%</a:t>
            </a:fld>
            <a:endParaRPr lang="en-US" sz="1100">
              <a:solidFill>
                <a:schemeClr val="tx2"/>
              </a:solidFill>
              <a:cs typeface="Arial"/>
            </a:endParaRPr>
          </a:p>
        </p:txBody>
      </p:sp>
      <p:sp>
        <p:nvSpPr>
          <p:cNvPr id="137" name="Text Placeholder 4"/>
          <p:cNvSpPr>
            <a:spLocks noGrp="1"/>
          </p:cNvSpPr>
          <p:nvPr/>
        </p:nvSpPr>
        <p:spPr bwMode="gray">
          <a:xfrm>
            <a:off x="2513604" y="2935647"/>
            <a:ext cx="3048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fld id="{CB1B6FD5-B91B-4A80-9A02-228028A6B881}" type="datetime'''''''''''''''2''''''7''%'''''''''''''''''''''''">
              <a:rPr lang="en-US" sz="1100">
                <a:solidFill>
                  <a:schemeClr val="tx2"/>
                </a:solidFill>
                <a:cs typeface="Arial"/>
              </a:rPr>
              <a:t>27%</a:t>
            </a:fld>
            <a:endParaRPr lang="en-US" sz="1100">
              <a:solidFill>
                <a:schemeClr val="tx2"/>
              </a:solidFill>
              <a:cs typeface="Arial"/>
            </a:endParaRPr>
          </a:p>
        </p:txBody>
      </p:sp>
      <p:sp>
        <p:nvSpPr>
          <p:cNvPr id="138" name="Text Placeholder 4"/>
          <p:cNvSpPr>
            <a:spLocks noGrp="1"/>
          </p:cNvSpPr>
          <p:nvPr/>
        </p:nvSpPr>
        <p:spPr bwMode="gray">
          <a:xfrm>
            <a:off x="2024654" y="2935647"/>
            <a:ext cx="3048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fld id="{5120D6DD-DA69-4FF1-B909-9654DB775DD5}" type="datetime'''''''''''''''''''''''''5''''''0''''''''%'''''''">
              <a:rPr lang="en-US" sz="1100">
                <a:solidFill>
                  <a:schemeClr val="tx2"/>
                </a:solidFill>
                <a:cs typeface="Arial"/>
              </a:rPr>
              <a:t>50%</a:t>
            </a:fld>
            <a:endParaRPr lang="en-US" sz="1100">
              <a:solidFill>
                <a:schemeClr val="tx2"/>
              </a:solidFill>
              <a:cs typeface="Arial"/>
            </a:endParaRPr>
          </a:p>
        </p:txBody>
      </p:sp>
      <p:sp>
        <p:nvSpPr>
          <p:cNvPr id="8" name="Text Placeholder 4"/>
          <p:cNvSpPr>
            <a:spLocks noGrp="1"/>
          </p:cNvSpPr>
          <p:nvPr/>
        </p:nvSpPr>
        <p:spPr bwMode="auto">
          <a:xfrm>
            <a:off x="683217" y="2929297"/>
            <a:ext cx="847725" cy="1825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fld id="{7D07282B-B869-4A02-B89A-035D5633F946}" type="datetime'''Р''а''з''в''ит''''''и''е'''' ''''''''''''''''''''Б''''С'">
              <a:rPr lang="ru-RU" sz="1200">
                <a:cs typeface="Arial"/>
              </a:rPr>
              <a:t>Развитие БС</a:t>
            </a:fld>
            <a:endParaRPr lang="en-US" sz="1200" dirty="0">
              <a:cs typeface="Arial"/>
            </a:endParaRPr>
          </a:p>
        </p:txBody>
      </p:sp>
      <p:sp>
        <p:nvSpPr>
          <p:cNvPr id="139" name="Text Placeholder 4"/>
          <p:cNvSpPr>
            <a:spLocks noGrp="1"/>
          </p:cNvSpPr>
          <p:nvPr/>
        </p:nvSpPr>
        <p:spPr bwMode="gray">
          <a:xfrm>
            <a:off x="2472329" y="3532547"/>
            <a:ext cx="3048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fld id="{C8EC482A-9C8A-4C8A-AC52-0E00754AF230}" type="datetime'''''''''''''3''''''''''''1%'''''''''''''''''''''''''''''''">
              <a:rPr lang="en-US" sz="1100">
                <a:solidFill>
                  <a:schemeClr val="tx2"/>
                </a:solidFill>
                <a:cs typeface="Arial"/>
              </a:rPr>
              <a:t>31%</a:t>
            </a:fld>
            <a:endParaRPr lang="en-US" sz="1100">
              <a:solidFill>
                <a:schemeClr val="tx2"/>
              </a:solidFill>
              <a:cs typeface="Arial"/>
            </a:endParaRPr>
          </a:p>
        </p:txBody>
      </p:sp>
      <p:sp>
        <p:nvSpPr>
          <p:cNvPr id="140" name="Text Placeholder 4"/>
          <p:cNvSpPr>
            <a:spLocks noGrp="1"/>
          </p:cNvSpPr>
          <p:nvPr/>
        </p:nvSpPr>
        <p:spPr bwMode="gray">
          <a:xfrm>
            <a:off x="2208804" y="3724634"/>
            <a:ext cx="304800" cy="168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fld id="{62AFCBFF-58C5-46E4-AE2F-FCF01BEBE63D}" type="datetime'''''''''27''''''''''%'''''''''''''''''''''''''''''''''''''''">
              <a:rPr lang="en-US" sz="1100">
                <a:solidFill>
                  <a:schemeClr val="tx2"/>
                </a:solidFill>
                <a:cs typeface="Arial"/>
              </a:rPr>
              <a:t>27%</a:t>
            </a:fld>
            <a:endParaRPr lang="en-US" sz="1100">
              <a:solidFill>
                <a:schemeClr val="tx2"/>
              </a:solidFill>
              <a:cs typeface="Arial"/>
            </a:endParaRPr>
          </a:p>
        </p:txBody>
      </p:sp>
      <p:sp>
        <p:nvSpPr>
          <p:cNvPr id="141" name="Text Placeholder 4"/>
          <p:cNvSpPr>
            <a:spLocks noGrp="1"/>
          </p:cNvSpPr>
          <p:nvPr/>
        </p:nvSpPr>
        <p:spPr bwMode="gray">
          <a:xfrm>
            <a:off x="1896067" y="3627797"/>
            <a:ext cx="3048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fld id="{73618C94-7383-4CF5-9ED3-54DC8EC8E49A}" type="datetime'''''''''4''2''''''''''''''%'''''''''''''''''''''">
              <a:rPr lang="en-US" sz="1100">
                <a:solidFill>
                  <a:schemeClr val="tx2"/>
                </a:solidFill>
                <a:cs typeface="Arial"/>
              </a:rPr>
              <a:t>42%</a:t>
            </a:fld>
            <a:endParaRPr lang="en-US" sz="1100">
              <a:solidFill>
                <a:schemeClr val="tx2"/>
              </a:solidFill>
              <a:cs typeface="Arial"/>
            </a:endParaRPr>
          </a:p>
        </p:txBody>
      </p:sp>
      <p:sp>
        <p:nvSpPr>
          <p:cNvPr id="303" name="Text Placeholder 4"/>
          <p:cNvSpPr>
            <a:spLocks noGrp="1"/>
          </p:cNvSpPr>
          <p:nvPr/>
        </p:nvSpPr>
        <p:spPr bwMode="auto">
          <a:xfrm>
            <a:off x="683217" y="3621447"/>
            <a:ext cx="933450" cy="1825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fld id="{396E0286-D519-499B-88E7-999C22715BE4}" type="datetime'''Раз''в''и''''''''''''т''''''''и''''''е'' У''Б''''''''''С'">
              <a:rPr lang="ru-RU" sz="1200">
                <a:cs typeface="Arial"/>
              </a:rPr>
              <a:t>Развитие УБС</a:t>
            </a:fld>
            <a:endParaRPr lang="en-US" sz="1200" dirty="0">
              <a:cs typeface="Arial"/>
            </a:endParaRPr>
          </a:p>
        </p:txBody>
      </p:sp>
      <p:sp>
        <p:nvSpPr>
          <p:cNvPr id="97" name="Text Placeholder 4"/>
          <p:cNvSpPr>
            <a:spLocks noGrp="1"/>
          </p:cNvSpPr>
          <p:nvPr/>
        </p:nvSpPr>
        <p:spPr bwMode="gray">
          <a:xfrm>
            <a:off x="2364379" y="4224697"/>
            <a:ext cx="304800" cy="1682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fld id="{E0B1D64C-666C-460E-9CE7-7074A3E50BC7}" type="datetime'''''''''''''''3''''4%'''''''''''''''''''''''''''''''''''''''">
              <a:rPr lang="en-US" sz="1100">
                <a:solidFill>
                  <a:schemeClr val="tx2"/>
                </a:solidFill>
                <a:cs typeface="Arial"/>
              </a:rPr>
              <a:t>34%</a:t>
            </a:fld>
            <a:endParaRPr lang="en-US" sz="1100">
              <a:solidFill>
                <a:schemeClr val="tx2"/>
              </a:solidFill>
              <a:cs typeface="Arial"/>
            </a:endParaRPr>
          </a:p>
        </p:txBody>
      </p:sp>
      <p:sp>
        <p:nvSpPr>
          <p:cNvPr id="142" name="Text Placeholder 4"/>
          <p:cNvSpPr>
            <a:spLocks noGrp="1"/>
          </p:cNvSpPr>
          <p:nvPr/>
        </p:nvSpPr>
        <p:spPr bwMode="gray">
          <a:xfrm>
            <a:off x="2134192" y="4416784"/>
            <a:ext cx="304800" cy="168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fld id="{21DB15AC-47C5-41AF-A1F4-BCFD40CCE444}" type="datetime'''''''''''''24''''''''''''''''''''''''''''''''%'''''''">
              <a:rPr lang="en-US" sz="1100">
                <a:solidFill>
                  <a:schemeClr val="tx2"/>
                </a:solidFill>
                <a:cs typeface="Arial"/>
              </a:rPr>
              <a:t>24%</a:t>
            </a:fld>
            <a:endParaRPr lang="en-US" sz="1100">
              <a:solidFill>
                <a:schemeClr val="tx2"/>
              </a:solidFill>
              <a:cs typeface="Arial"/>
            </a:endParaRPr>
          </a:p>
        </p:txBody>
      </p:sp>
      <p:sp>
        <p:nvSpPr>
          <p:cNvPr id="143" name="Text Placeholder 4"/>
          <p:cNvSpPr>
            <a:spLocks noGrp="1"/>
          </p:cNvSpPr>
          <p:nvPr/>
        </p:nvSpPr>
        <p:spPr bwMode="gray">
          <a:xfrm>
            <a:off x="1873842" y="4224697"/>
            <a:ext cx="3048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fld id="{78442A7E-9F70-4C71-9C89-149834F128F7}" type="datetime'''''''4''''''2''''''''''''''''''''''''''''%'''''''''''">
              <a:rPr lang="en-US" sz="1100">
                <a:solidFill>
                  <a:schemeClr val="tx2"/>
                </a:solidFill>
                <a:cs typeface="Arial"/>
              </a:rPr>
              <a:t>42%</a:t>
            </a:fld>
            <a:endParaRPr lang="en-US" sz="1100">
              <a:solidFill>
                <a:schemeClr val="tx2"/>
              </a:solidFill>
              <a:cs typeface="Arial"/>
            </a:endParaRPr>
          </a:p>
        </p:txBody>
      </p:sp>
      <p:sp>
        <p:nvSpPr>
          <p:cNvPr id="191" name="Text Placeholder 4"/>
          <p:cNvSpPr>
            <a:spLocks noGrp="1"/>
          </p:cNvSpPr>
          <p:nvPr/>
        </p:nvSpPr>
        <p:spPr bwMode="auto">
          <a:xfrm>
            <a:off x="683217" y="4313597"/>
            <a:ext cx="752475" cy="1825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fld id="{1FADA1AF-990D-4170-8561-AA61F330EE70}" type="datetime'''''От''д''''е''''''л''''''''''''е''''''''н''и''''''''е'''">
              <a:rPr lang="ru-RU" sz="1200">
                <a:cs typeface="Arial"/>
              </a:rPr>
              <a:t>Отделение</a:t>
            </a:fld>
            <a:endParaRPr lang="en-US" sz="1200" dirty="0">
              <a:cs typeface="Arial"/>
            </a:endParaRPr>
          </a:p>
        </p:txBody>
      </p:sp>
      <p:sp>
        <p:nvSpPr>
          <p:cNvPr id="117" name="Text Placeholder 4"/>
          <p:cNvSpPr>
            <a:spLocks noGrp="1"/>
          </p:cNvSpPr>
          <p:nvPr/>
        </p:nvSpPr>
        <p:spPr bwMode="gray">
          <a:xfrm>
            <a:off x="1889717" y="4915259"/>
            <a:ext cx="304800" cy="1682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fld id="{684E6642-5BFF-4503-9CFE-28D740D1105F}" type="datetime'''''''8''''''''''''''''''''1%'''''''''''''''''''''''">
              <a:rPr lang="en-US" sz="1100">
                <a:solidFill>
                  <a:schemeClr val="tx2"/>
                </a:solidFill>
                <a:cs typeface="Arial"/>
              </a:rPr>
              <a:t>81%</a:t>
            </a:fld>
            <a:endParaRPr lang="en-US" sz="1100">
              <a:solidFill>
                <a:schemeClr val="tx2"/>
              </a:solidFill>
              <a:cs typeface="Arial"/>
            </a:endParaRPr>
          </a:p>
        </p:txBody>
      </p:sp>
      <p:sp>
        <p:nvSpPr>
          <p:cNvPr id="144" name="Text Placeholder 4"/>
          <p:cNvSpPr>
            <a:spLocks noGrp="1"/>
          </p:cNvSpPr>
          <p:nvPr/>
        </p:nvSpPr>
        <p:spPr bwMode="gray">
          <a:xfrm>
            <a:off x="1737317" y="5107347"/>
            <a:ext cx="304800" cy="16827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fld id="{B76431F0-7EDC-47A4-A020-A21C919C1B78}" type="datetime'1''''''''''''9''''%'''''''''''''''''''''''">
              <a:rPr lang="en-US" sz="1100">
                <a:solidFill>
                  <a:schemeClr val="tx2"/>
                </a:solidFill>
                <a:cs typeface="Arial"/>
              </a:rPr>
              <a:t>19%</a:t>
            </a:fld>
            <a:endParaRPr lang="en-US" sz="1100">
              <a:solidFill>
                <a:schemeClr val="tx2"/>
              </a:solidFill>
              <a:cs typeface="Arial"/>
            </a:endParaRPr>
          </a:p>
        </p:txBody>
      </p:sp>
      <p:sp>
        <p:nvSpPr>
          <p:cNvPr id="114" name="Text Placeholder 4"/>
          <p:cNvSpPr>
            <a:spLocks noGrp="1"/>
          </p:cNvSpPr>
          <p:nvPr/>
        </p:nvSpPr>
        <p:spPr bwMode="gray">
          <a:xfrm>
            <a:off x="1886542" y="5305784"/>
            <a:ext cx="230188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t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fld id="{7DE0CA15-850D-4398-AC2B-CB258ED80094}" type="datetime'''0''%'">
              <a:rPr lang="en-US" sz="1100">
                <a:cs typeface="Arial"/>
              </a:rPr>
              <a:t>0%</a:t>
            </a:fld>
            <a:endParaRPr lang="en-US" sz="1100">
              <a:cs typeface="Arial"/>
            </a:endParaRPr>
          </a:p>
        </p:txBody>
      </p:sp>
      <p:sp>
        <p:nvSpPr>
          <p:cNvPr id="35" name="Text Placeholder 4"/>
          <p:cNvSpPr>
            <a:spLocks noGrp="1"/>
          </p:cNvSpPr>
          <p:nvPr/>
        </p:nvSpPr>
        <p:spPr bwMode="auto">
          <a:xfrm>
            <a:off x="683217" y="5004159"/>
            <a:ext cx="238125" cy="1825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fld id="{E00052D9-C538-4034-9E16-3F29627AB0A6}" type="datetime'''''''''''''''''''''E''2''''''''''E'''''">
              <a:rPr lang="en-US" sz="1200">
                <a:cs typeface="Arial"/>
              </a:rPr>
              <a:t>E2E</a:t>
            </a:fld>
            <a:endParaRPr lang="en-US" sz="1200">
              <a:cs typeface="Arial"/>
            </a:endParaRPr>
          </a:p>
        </p:txBody>
      </p:sp>
      <p:sp>
        <p:nvSpPr>
          <p:cNvPr id="147" name="Text Placeholder 4"/>
          <p:cNvSpPr>
            <a:spLocks noGrp="1"/>
          </p:cNvSpPr>
          <p:nvPr/>
        </p:nvSpPr>
        <p:spPr bwMode="gray">
          <a:xfrm>
            <a:off x="2656479" y="5702659"/>
            <a:ext cx="3048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fld id="{964D3851-0C02-4315-85BC-E594D50180B8}" type="datetime'2''''''''''''''''''''''6''''''''''''''''''%'''''''''">
              <a:rPr lang="en-US" sz="1100">
                <a:solidFill>
                  <a:schemeClr val="tx2"/>
                </a:solidFill>
                <a:cs typeface="Arial"/>
              </a:rPr>
              <a:t>26%</a:t>
            </a:fld>
            <a:endParaRPr lang="en-US" sz="1100">
              <a:solidFill>
                <a:schemeClr val="tx2"/>
              </a:solidFill>
              <a:cs typeface="Arial"/>
            </a:endParaRPr>
          </a:p>
        </p:txBody>
      </p:sp>
      <p:sp>
        <p:nvSpPr>
          <p:cNvPr id="148" name="Text Placeholder 4"/>
          <p:cNvSpPr>
            <a:spLocks noGrp="1"/>
          </p:cNvSpPr>
          <p:nvPr/>
        </p:nvSpPr>
        <p:spPr bwMode="gray">
          <a:xfrm>
            <a:off x="2375492" y="5702659"/>
            <a:ext cx="3048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fld id="{67F3FFC4-D3A9-4D4E-8737-BB74DEB857EF}" type="datetime'''''''''''''''2''''5''%'''''''''''''''''''''''''''''''''">
              <a:rPr lang="en-US" sz="1100">
                <a:solidFill>
                  <a:schemeClr val="tx2"/>
                </a:solidFill>
                <a:cs typeface="Arial"/>
              </a:rPr>
              <a:t>25%</a:t>
            </a:fld>
            <a:endParaRPr lang="en-US" sz="1100">
              <a:solidFill>
                <a:schemeClr val="tx2"/>
              </a:solidFill>
              <a:cs typeface="Arial"/>
            </a:endParaRPr>
          </a:p>
        </p:txBody>
      </p:sp>
      <p:sp>
        <p:nvSpPr>
          <p:cNvPr id="152" name="Text Placeholder 4"/>
          <p:cNvSpPr>
            <a:spLocks noGrp="1"/>
          </p:cNvSpPr>
          <p:nvPr/>
        </p:nvSpPr>
        <p:spPr bwMode="gray">
          <a:xfrm>
            <a:off x="1972267" y="5702659"/>
            <a:ext cx="3048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fld id="{4F908E32-171A-41C7-89E4-3F918BDF3649}" type="datetime'''''''''4''''''9''''''''''%'''''''''''''''">
              <a:rPr lang="en-US" sz="1100">
                <a:solidFill>
                  <a:schemeClr val="tx2"/>
                </a:solidFill>
                <a:cs typeface="Arial"/>
              </a:rPr>
              <a:t>49%</a:t>
            </a:fld>
            <a:endParaRPr lang="en-US" sz="1100">
              <a:solidFill>
                <a:schemeClr val="tx2"/>
              </a:solidFill>
              <a:cs typeface="Arial"/>
            </a:endParaRPr>
          </a:p>
        </p:txBody>
      </p:sp>
      <p:sp>
        <p:nvSpPr>
          <p:cNvPr id="133" name="Text Placeholder 4"/>
          <p:cNvSpPr>
            <a:spLocks noGrp="1"/>
          </p:cNvSpPr>
          <p:nvPr/>
        </p:nvSpPr>
        <p:spPr bwMode="auto">
          <a:xfrm>
            <a:off x="683217" y="5696309"/>
            <a:ext cx="434975" cy="1825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fld id="{E82AC2EF-9370-4AE4-9724-2FC914F5CECD}" type="datetime'''''''''''''И''''''''''''''''''''то''''''''''''г''о'">
              <a:rPr lang="ru-RU" sz="1200" b="1">
                <a:cs typeface="Arial"/>
              </a:rPr>
              <a:t>Итого</a:t>
            </a:fld>
            <a:endParaRPr lang="en-US" sz="1200" b="1">
              <a:cs typeface="Arial"/>
            </a:endParaRPr>
          </a:p>
        </p:txBody>
      </p:sp>
      <p:sp>
        <p:nvSpPr>
          <p:cNvPr id="72" name="Text Placeholder 4"/>
          <p:cNvSpPr>
            <a:spLocks noGrp="1"/>
          </p:cNvSpPr>
          <p:nvPr/>
        </p:nvSpPr>
        <p:spPr bwMode="gray">
          <a:xfrm>
            <a:off x="4715468" y="2243497"/>
            <a:ext cx="265113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fld id="{CBD275BB-471A-4F41-806B-781FEB718BDD}" type="datetime'1''''''''''''''''3''''''8'">
              <a:rPr lang="en-US" sz="1100">
                <a:cs typeface="Arial"/>
              </a:rPr>
              <a:t>138</a:t>
            </a:fld>
            <a:endParaRPr lang="en-US" sz="1100">
              <a:cs typeface="Arial"/>
            </a:endParaRPr>
          </a:p>
        </p:txBody>
      </p:sp>
      <p:sp>
        <p:nvSpPr>
          <p:cNvPr id="75" name="Text Placeholder 4"/>
          <p:cNvSpPr>
            <a:spLocks noGrp="1"/>
          </p:cNvSpPr>
          <p:nvPr/>
        </p:nvSpPr>
        <p:spPr bwMode="gray">
          <a:xfrm>
            <a:off x="3164479" y="2935647"/>
            <a:ext cx="1905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fld id="{AC1EA808-A4DD-4AFF-910D-8DE6A1983497}" type="datetime'''''''''''''6''''''''''''''3'''''''''''''">
              <a:rPr lang="en-US" sz="1100">
                <a:cs typeface="Arial"/>
              </a:rPr>
              <a:t>63</a:t>
            </a:fld>
            <a:endParaRPr lang="en-US" sz="1100">
              <a:cs typeface="Arial"/>
            </a:endParaRPr>
          </a:p>
        </p:txBody>
      </p:sp>
      <p:sp>
        <p:nvSpPr>
          <p:cNvPr id="78" name="Text Placeholder 4"/>
          <p:cNvSpPr>
            <a:spLocks noGrp="1"/>
          </p:cNvSpPr>
          <p:nvPr/>
        </p:nvSpPr>
        <p:spPr bwMode="gray">
          <a:xfrm>
            <a:off x="2789829" y="3627797"/>
            <a:ext cx="1905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fld id="{1B9A22F1-A3C7-4E1C-89CB-0BB7BFF8C68E}" type="datetime'''4''''''''''''''''4'''''''''''''''''''''''''''''''''''''''">
              <a:rPr lang="en-US" sz="1100">
                <a:cs typeface="Arial"/>
              </a:rPr>
              <a:t>44</a:t>
            </a:fld>
            <a:endParaRPr lang="en-US" sz="1100">
              <a:cs typeface="Arial"/>
            </a:endParaRPr>
          </a:p>
        </p:txBody>
      </p:sp>
      <p:sp>
        <p:nvSpPr>
          <p:cNvPr id="81" name="Text Placeholder 4"/>
          <p:cNvSpPr>
            <a:spLocks noGrp="1"/>
          </p:cNvSpPr>
          <p:nvPr/>
        </p:nvSpPr>
        <p:spPr bwMode="gray">
          <a:xfrm>
            <a:off x="2688229" y="4319947"/>
            <a:ext cx="1905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fld id="{B161DD47-C5F6-45FA-A98E-C94C4D1DCCF6}" type="datetime'''''''3''''''''''''''''''''''''''''9'''''''''''''''''">
              <a:rPr lang="en-US" sz="1100">
                <a:cs typeface="Arial"/>
              </a:rPr>
              <a:t>39</a:t>
            </a:fld>
            <a:endParaRPr lang="en-US" sz="1100">
              <a:cs typeface="Arial"/>
            </a:endParaRPr>
          </a:p>
        </p:txBody>
      </p:sp>
      <p:sp>
        <p:nvSpPr>
          <p:cNvPr id="37" name="Text Placeholder 4"/>
          <p:cNvSpPr>
            <a:spLocks noGrp="1"/>
          </p:cNvSpPr>
          <p:nvPr/>
        </p:nvSpPr>
        <p:spPr bwMode="gray">
          <a:xfrm>
            <a:off x="2213567" y="5010509"/>
            <a:ext cx="1905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fld id="{6C3F0FE4-0DCD-4FC3-AC51-59BC7B7EF635}" type="datetime'1''''''''''''''''''''''''''''''''''''''5'''''''">
              <a:rPr lang="en-US" sz="1100">
                <a:cs typeface="Arial"/>
              </a:rPr>
              <a:t>15</a:t>
            </a:fld>
            <a:endParaRPr lang="en-US" sz="1100">
              <a:cs typeface="Arial"/>
            </a:endParaRPr>
          </a:p>
        </p:txBody>
      </p:sp>
      <p:sp>
        <p:nvSpPr>
          <p:cNvPr id="107" name="Text Placeholder 4"/>
          <p:cNvSpPr>
            <a:spLocks noGrp="1"/>
          </p:cNvSpPr>
          <p:nvPr/>
        </p:nvSpPr>
        <p:spPr bwMode="gray">
          <a:xfrm>
            <a:off x="2977154" y="5702659"/>
            <a:ext cx="190500" cy="1682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20638" tIns="0" rIns="20638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fld id="{456D18A6-1028-49B4-87D2-CA1BC7386CE8}" type="datetime'''''5''3'''''''''">
              <a:rPr lang="en-US" sz="1100">
                <a:cs typeface="Arial"/>
              </a:rPr>
              <a:t>53</a:t>
            </a:fld>
            <a:endParaRPr lang="en-US" sz="1100">
              <a:cs typeface="Arial"/>
            </a:endParaRPr>
          </a:p>
        </p:txBody>
      </p:sp>
      <p:grpSp>
        <p:nvGrpSpPr>
          <p:cNvPr id="19" name="Group 18"/>
          <p:cNvGrpSpPr/>
          <p:nvPr/>
        </p:nvGrpSpPr>
        <p:grpSpPr bwMode="auto">
          <a:xfrm>
            <a:off x="629335" y="2670439"/>
            <a:ext cx="8698817" cy="2762252"/>
            <a:chOff x="595406" y="2816130"/>
            <a:chExt cx="11013888" cy="2762252"/>
          </a:xfrm>
        </p:grpSpPr>
        <p:cxnSp>
          <p:nvCxnSpPr>
            <p:cNvPr id="146" name="LineContentSeparatorDefault 146"/>
            <p:cNvCxnSpPr>
              <a:cxnSpLocks/>
            </p:cNvCxnSpPr>
            <p:nvPr/>
          </p:nvCxnSpPr>
          <p:spPr bwMode="auto">
            <a:xfrm>
              <a:off x="595406" y="3506693"/>
              <a:ext cx="11013888" cy="0"/>
            </a:xfrm>
            <a:prstGeom prst="straightConnector1">
              <a:avLst/>
            </a:prstGeom>
            <a:ln w="635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LineContentSeparatorDefault 146"/>
            <p:cNvCxnSpPr>
              <a:cxnSpLocks/>
            </p:cNvCxnSpPr>
            <p:nvPr/>
          </p:nvCxnSpPr>
          <p:spPr bwMode="auto">
            <a:xfrm>
              <a:off x="595406" y="4197256"/>
              <a:ext cx="11013888" cy="0"/>
            </a:xfrm>
            <a:prstGeom prst="straightConnector1">
              <a:avLst/>
            </a:prstGeom>
            <a:ln w="635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LineContentSeparatorDefault 146"/>
            <p:cNvCxnSpPr>
              <a:cxnSpLocks/>
            </p:cNvCxnSpPr>
            <p:nvPr/>
          </p:nvCxnSpPr>
          <p:spPr bwMode="auto">
            <a:xfrm>
              <a:off x="595406" y="4887819"/>
              <a:ext cx="11013888" cy="0"/>
            </a:xfrm>
            <a:prstGeom prst="straightConnector1">
              <a:avLst/>
            </a:prstGeom>
            <a:ln w="635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LineContentSeparatorDefault 146"/>
            <p:cNvCxnSpPr>
              <a:cxnSpLocks/>
            </p:cNvCxnSpPr>
            <p:nvPr/>
          </p:nvCxnSpPr>
          <p:spPr bwMode="auto">
            <a:xfrm>
              <a:off x="595406" y="5578382"/>
              <a:ext cx="11013888" cy="0"/>
            </a:xfrm>
            <a:prstGeom prst="straightConnector1">
              <a:avLst/>
            </a:prstGeom>
            <a:ln w="635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LineContentSeparatorDefault 146"/>
            <p:cNvCxnSpPr>
              <a:cxnSpLocks/>
            </p:cNvCxnSpPr>
            <p:nvPr/>
          </p:nvCxnSpPr>
          <p:spPr bwMode="auto">
            <a:xfrm>
              <a:off x="595406" y="2816130"/>
              <a:ext cx="11013888" cy="0"/>
            </a:xfrm>
            <a:prstGeom prst="straightConnector1">
              <a:avLst/>
            </a:prstGeom>
            <a:ln w="6350" cap="sq">
              <a:solidFill>
                <a:srgbClr val="B3B3B3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4" name="TextBox 173"/>
          <p:cNvSpPr txBox="1"/>
          <p:nvPr/>
        </p:nvSpPr>
        <p:spPr bwMode="auto">
          <a:xfrm>
            <a:off x="7571873" y="1552048"/>
            <a:ext cx="4064000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cs typeface="Arial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9pPr>
          </a:lstStyle>
          <a:p>
            <a:pPr>
              <a:buNone/>
              <a:defRPr/>
            </a:pPr>
            <a:r>
              <a:rPr lang="ru-RU" b="1"/>
              <a:t>Доля продаж, %</a:t>
            </a:r>
            <a:endParaRPr lang="en-US" b="1"/>
          </a:p>
        </p:txBody>
      </p:sp>
      <p:cxnSp>
        <p:nvCxnSpPr>
          <p:cNvPr id="18" name="LineBasicStrong 18"/>
          <p:cNvCxnSpPr>
            <a:cxnSpLocks/>
          </p:cNvCxnSpPr>
          <p:nvPr/>
        </p:nvCxnSpPr>
        <p:spPr bwMode="auto">
          <a:xfrm>
            <a:off x="644574" y="1820399"/>
            <a:ext cx="4639352" cy="0"/>
          </a:xfrm>
          <a:prstGeom prst="straightConnector1">
            <a:avLst/>
          </a:prstGeom>
          <a:ln w="1270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LineBasicStrong 18"/>
          <p:cNvCxnSpPr>
            <a:cxnSpLocks/>
          </p:cNvCxnSpPr>
          <p:nvPr/>
        </p:nvCxnSpPr>
        <p:spPr bwMode="auto">
          <a:xfrm>
            <a:off x="5427663" y="1820399"/>
            <a:ext cx="1922463" cy="0"/>
          </a:xfrm>
          <a:prstGeom prst="straightConnector1">
            <a:avLst/>
          </a:prstGeom>
          <a:ln w="1270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LineBasicStrong 18"/>
          <p:cNvCxnSpPr>
            <a:cxnSpLocks/>
          </p:cNvCxnSpPr>
          <p:nvPr/>
        </p:nvCxnSpPr>
        <p:spPr bwMode="auto">
          <a:xfrm>
            <a:off x="7567613" y="1820399"/>
            <a:ext cx="1676400" cy="0"/>
          </a:xfrm>
          <a:prstGeom prst="straightConnector1">
            <a:avLst/>
          </a:prstGeom>
          <a:ln w="1270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>
            <a:spLocks/>
          </p:cNvSpPr>
          <p:nvPr/>
        </p:nvSpPr>
        <p:spPr bwMode="auto">
          <a:xfrm>
            <a:off x="6639025" y="1063542"/>
            <a:ext cx="163512" cy="100278"/>
          </a:xfrm>
          <a:prstGeom prst="rect">
            <a:avLst/>
          </a:prstGeom>
          <a:solidFill>
            <a:schemeClr val="accent3"/>
          </a:solidFill>
          <a:ln w="9525" cap="sq" cmpd="sng" algn="ctr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defRPr/>
            </a:pP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53" name="Rectangle 52"/>
          <p:cNvSpPr>
            <a:spLocks/>
          </p:cNvSpPr>
          <p:nvPr/>
        </p:nvSpPr>
        <p:spPr bwMode="auto">
          <a:xfrm>
            <a:off x="8997749" y="1054946"/>
            <a:ext cx="163512" cy="100278"/>
          </a:xfrm>
          <a:prstGeom prst="rect">
            <a:avLst/>
          </a:prstGeom>
          <a:solidFill>
            <a:schemeClr val="accent2"/>
          </a:solidFill>
          <a:ln w="9525" cap="sq" cmpd="sng" algn="ctr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defRPr/>
            </a:pP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56" name="Rectangle 55"/>
          <p:cNvSpPr>
            <a:spLocks/>
          </p:cNvSpPr>
          <p:nvPr/>
        </p:nvSpPr>
        <p:spPr bwMode="auto">
          <a:xfrm>
            <a:off x="10394448" y="1054164"/>
            <a:ext cx="163512" cy="100278"/>
          </a:xfrm>
          <a:prstGeom prst="rect">
            <a:avLst/>
          </a:prstGeom>
          <a:solidFill>
            <a:schemeClr val="accent1"/>
          </a:solidFill>
          <a:ln w="9525" cap="sq" cmpd="sng" algn="ctr">
            <a:solidFill>
              <a:schemeClr val="bg1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defRPr/>
            </a:pPr>
            <a:endParaRPr lang="en-US" sz="800">
              <a:solidFill>
                <a:schemeClr val="bg1"/>
              </a:solidFill>
            </a:endParaRPr>
          </a:p>
        </p:txBody>
      </p:sp>
      <p:sp>
        <p:nvSpPr>
          <p:cNvPr id="164" name="Text Placeholder 4"/>
          <p:cNvSpPr>
            <a:spLocks noGrp="1"/>
          </p:cNvSpPr>
          <p:nvPr/>
        </p:nvSpPr>
        <p:spPr bwMode="auto">
          <a:xfrm>
            <a:off x="6853337" y="1033512"/>
            <a:ext cx="2070100" cy="16033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fld id="{8DDAE16C-1845-453A-BA9C-78560F4A6A51}" type="datetime'Кл''''и''ент''ски''е'' ме''''недж''еры и их руков''од''с''тво'">
              <a:rPr lang="ru-RU" sz="800">
                <a:cs typeface="Arial"/>
              </a:rPr>
              <a:t>Клиентские менеджеры и их руководство</a:t>
            </a:fld>
            <a:endParaRPr lang="en-US" sz="800" dirty="0">
              <a:cs typeface="Arial"/>
            </a:endParaRPr>
          </a:p>
        </p:txBody>
      </p:sp>
      <p:sp>
        <p:nvSpPr>
          <p:cNvPr id="63" name="Text Placeholder 4"/>
          <p:cNvSpPr>
            <a:spLocks noGrp="1"/>
          </p:cNvSpPr>
          <p:nvPr/>
        </p:nvSpPr>
        <p:spPr bwMode="auto">
          <a:xfrm>
            <a:off x="9235573" y="1013804"/>
            <a:ext cx="1423988" cy="1825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fld id="{12A2AD56-F225-4FF2-A793-60D62AABB3DD}" type="datetime'''Пря''''м''''''ы''''е ''р''ас''''''х''о''ды'' ''''''''''КФ'''">
              <a:rPr lang="ru-RU" sz="800">
                <a:cs typeface="Arial"/>
              </a:rPr>
              <a:t>Прямые расходы КФ</a:t>
            </a:fld>
            <a:endParaRPr lang="en-US" sz="800" dirty="0">
              <a:cs typeface="Arial"/>
            </a:endParaRPr>
          </a:p>
        </p:txBody>
      </p:sp>
      <p:sp>
        <p:nvSpPr>
          <p:cNvPr id="84" name="Text Placeholder 4"/>
          <p:cNvSpPr>
            <a:spLocks noGrp="1"/>
          </p:cNvSpPr>
          <p:nvPr/>
        </p:nvSpPr>
        <p:spPr bwMode="auto">
          <a:xfrm>
            <a:off x="10659561" y="1013022"/>
            <a:ext cx="976312" cy="18082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1pPr>
            <a:lvl2pPr marL="230396" indent="-226796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6pPr>
            <a:lvl7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7pPr>
            <a:lvl8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8pPr>
            <a:lvl9pPr marL="108585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9pPr>
          </a:lstStyle>
          <a:p>
            <a:pPr lvl="0">
              <a:spcBef>
                <a:spcPts val="0"/>
              </a:spcBef>
              <a:spcAft>
                <a:spcPts val="0"/>
              </a:spcAft>
              <a:defRPr/>
            </a:pPr>
            <a:fld id="{72875F23-2CAD-434E-B6C7-B32D06F875AD}" type="datetime'П''р''оч''и''е ''''''а''''''лл''''''окац''''''''''''и''и'">
              <a:rPr lang="ru-RU" sz="800">
                <a:cs typeface="Arial"/>
              </a:rPr>
              <a:t>Прочие аллокации</a:t>
            </a:fld>
            <a:r>
              <a:rPr lang="ru-RU" sz="800" baseline="30000" dirty="0">
                <a:cs typeface="Arial"/>
              </a:rPr>
              <a:t>1</a:t>
            </a:r>
            <a:r>
              <a:rPr lang="ru-RU" sz="800" dirty="0">
                <a:cs typeface="Arial"/>
              </a:rPr>
              <a:t> </a:t>
            </a:r>
            <a:endParaRPr lang="en-US" sz="800" dirty="0">
              <a:cs typeface="Arial"/>
            </a:endParaRPr>
          </a:p>
        </p:txBody>
      </p:sp>
      <p:sp>
        <p:nvSpPr>
          <p:cNvPr id="69" name="5. Source"/>
          <p:cNvSpPr txBox="1"/>
          <p:nvPr/>
        </p:nvSpPr>
        <p:spPr bwMode="auto">
          <a:xfrm>
            <a:off x="554734" y="6514395"/>
            <a:ext cx="10637141" cy="1231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 anchorCtr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sz="800">
                <a:cs typeface="Arial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/>
              <a:buChar char=""/>
              <a:defRPr sz="1600">
                <a:cs typeface="Arial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—"/>
              <a:defRPr sz="1600">
                <a:cs typeface="Arial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/>
              <a:buChar char="»"/>
              <a:defRPr sz="1600">
                <a:cs typeface="Arial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›"/>
              <a:defRPr sz="1600">
                <a:cs typeface="Arial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9pPr>
          </a:lstStyle>
          <a:p>
            <a:pPr lvl="0">
              <a:defRPr/>
            </a:pPr>
            <a:r>
              <a:rPr lang="ru-RU" sz="800" dirty="0"/>
              <a:t>Источник: </a:t>
            </a:r>
            <a:r>
              <a:rPr lang="en-US" sz="800" dirty="0"/>
              <a:t>Unit cost </a:t>
            </a:r>
            <a:r>
              <a:rPr lang="ru-RU" sz="800" dirty="0"/>
              <a:t>по веткам 2025 г.</a:t>
            </a:r>
            <a:endParaRPr dirty="0"/>
          </a:p>
        </p:txBody>
      </p:sp>
      <p:sp>
        <p:nvSpPr>
          <p:cNvPr id="82" name="TextBox 81"/>
          <p:cNvSpPr txBox="1"/>
          <p:nvPr/>
        </p:nvSpPr>
        <p:spPr bwMode="auto">
          <a:xfrm>
            <a:off x="9868988" y="1568450"/>
            <a:ext cx="1621971" cy="18466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cs typeface="Arial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9pPr>
          </a:lstStyle>
          <a:p>
            <a:pPr>
              <a:buClr>
                <a:schemeClr val="tx1"/>
              </a:buClr>
              <a:buNone/>
              <a:defRPr/>
            </a:pPr>
            <a:r>
              <a:rPr lang="ru-RU" sz="1200" b="1" dirty="0">
                <a:solidFill>
                  <a:schemeClr val="bg1"/>
                </a:solidFill>
                <a:latin typeface="Verdana"/>
              </a:rPr>
              <a:t>Комментарий</a:t>
            </a:r>
            <a:endParaRPr dirty="0">
              <a:solidFill>
                <a:schemeClr val="bg1"/>
              </a:solidFill>
            </a:endParaRPr>
          </a:p>
        </p:txBody>
      </p:sp>
      <p:cxnSp>
        <p:nvCxnSpPr>
          <p:cNvPr id="83" name="LineBasicImpact 447"/>
          <p:cNvCxnSpPr>
            <a:cxnSpLocks/>
          </p:cNvCxnSpPr>
          <p:nvPr/>
        </p:nvCxnSpPr>
        <p:spPr bwMode="auto">
          <a:xfrm>
            <a:off x="9868988" y="1826895"/>
            <a:ext cx="1621971" cy="0"/>
          </a:xfrm>
          <a:prstGeom prst="straightConnector1">
            <a:avLst/>
          </a:prstGeom>
          <a:ln w="12700" cap="sq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 bwMode="auto">
          <a:xfrm>
            <a:off x="9868988" y="1911002"/>
            <a:ext cx="1621971" cy="172354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cs typeface="Arial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9pPr>
          </a:lstStyle>
          <a:p>
            <a:pPr>
              <a:buClr>
                <a:schemeClr val="tx1"/>
              </a:buClr>
              <a:buNone/>
              <a:defRPr/>
            </a:pPr>
            <a:r>
              <a:rPr lang="ru-RU" dirty="0">
                <a:solidFill>
                  <a:schemeClr val="bg1"/>
                </a:solidFill>
              </a:rPr>
              <a:t>Канал </a:t>
            </a:r>
            <a:r>
              <a:rPr lang="en-US" dirty="0">
                <a:solidFill>
                  <a:schemeClr val="bg1"/>
                </a:solidFill>
              </a:rPr>
              <a:t>E2E </a:t>
            </a:r>
            <a:r>
              <a:rPr lang="ru-RU" dirty="0">
                <a:solidFill>
                  <a:schemeClr val="bg1"/>
                </a:solidFill>
              </a:rPr>
              <a:t>имеет наименьшие расходы на выдачу в связи с отсутствием вовлечения клиентского менеджера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5" name="4. Footnote"/>
          <p:cNvSpPr txBox="1"/>
          <p:nvPr/>
        </p:nvSpPr>
        <p:spPr bwMode="auto">
          <a:xfrm>
            <a:off x="554736" y="6350112"/>
            <a:ext cx="11082528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marL="203200" marR="0" lvl="0" indent="-2127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/>
              </a:defRPr>
            </a:lvl1pPr>
          </a:lstStyle>
          <a:p>
            <a:pPr lvl="0">
              <a:defRPr/>
            </a:pPr>
            <a:r>
              <a:rPr lang="ru-RU"/>
              <a:t>1.	Прочие аллокации включая рекламу, бэк офис, руководство дирекций ММБ, Штаб и пр.</a:t>
            </a:r>
          </a:p>
        </p:txBody>
      </p:sp>
      <p:pic>
        <p:nvPicPr>
          <p:cNvPr id="67" name="Рисунок 317">
            <a:extLst>
              <a:ext uri="{FF2B5EF4-FFF2-40B4-BE49-F238E27FC236}">
                <a16:creationId xmlns:a16="http://schemas.microsoft.com/office/drawing/2014/main" id="{87D4D170-EC65-4820-B217-57AB9E356A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15" t="34824" r="77126" b="16151"/>
          <a:stretch/>
        </p:blipFill>
        <p:spPr bwMode="auto">
          <a:xfrm rot="16200000" flipH="1">
            <a:off x="10047614" y="4676217"/>
            <a:ext cx="1261706" cy="1917594"/>
          </a:xfrm>
          <a:custGeom>
            <a:avLst/>
            <a:gdLst>
              <a:gd name="connsiteX0" fmla="*/ 0 w 2318691"/>
              <a:gd name="connsiteY0" fmla="*/ 0 h 5151834"/>
              <a:gd name="connsiteX1" fmla="*/ 0 w 2318691"/>
              <a:gd name="connsiteY1" fmla="*/ 5151834 h 5151834"/>
              <a:gd name="connsiteX2" fmla="*/ 2158265 w 2318691"/>
              <a:gd name="connsiteY2" fmla="*/ 5151834 h 5151834"/>
              <a:gd name="connsiteX3" fmla="*/ 2318691 w 2318691"/>
              <a:gd name="connsiteY3" fmla="*/ 4991406 h 5151834"/>
              <a:gd name="connsiteX4" fmla="*/ 2318691 w 2318691"/>
              <a:gd name="connsiteY4" fmla="*/ 160426 h 5151834"/>
              <a:gd name="connsiteX5" fmla="*/ 2158265 w 2318691"/>
              <a:gd name="connsiteY5" fmla="*/ 0 h 515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18691" h="5151834">
                <a:moveTo>
                  <a:pt x="0" y="0"/>
                </a:moveTo>
                <a:lnTo>
                  <a:pt x="0" y="5151834"/>
                </a:lnTo>
                <a:lnTo>
                  <a:pt x="2158265" y="5151834"/>
                </a:lnTo>
                <a:cubicBezTo>
                  <a:pt x="2246866" y="5151834"/>
                  <a:pt x="2318691" y="5080008"/>
                  <a:pt x="2318691" y="4991406"/>
                </a:cubicBezTo>
                <a:lnTo>
                  <a:pt x="2318691" y="160426"/>
                </a:lnTo>
                <a:cubicBezTo>
                  <a:pt x="2318691" y="71825"/>
                  <a:pt x="2246866" y="0"/>
                  <a:pt x="215826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" name="TextBox 204"/>
          <p:cNvSpPr txBox="1"/>
          <p:nvPr/>
        </p:nvSpPr>
        <p:spPr bwMode="auto">
          <a:xfrm>
            <a:off x="5459413" y="1348145"/>
            <a:ext cx="1948547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/>
              <a:buChar char="​"/>
              <a:defRPr lang="en-US" sz="1400">
                <a:cs typeface="Arial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/>
              <a:buChar char=""/>
              <a:defRPr lang="en-US" sz="140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/>
              <a:buChar char="‒"/>
              <a:defRPr lang="en-US" sz="140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•"/>
              <a:defRPr lang="en-US" sz="140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/>
              <a:buChar char="̶"/>
              <a:defRPr lang="en-US" sz="14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/>
              <a:buChar char="▫"/>
              <a:defRPr sz="1600">
                <a:cs typeface="Arial"/>
              </a:defRPr>
            </a:lvl9pPr>
          </a:lstStyle>
          <a:p>
            <a:pPr>
              <a:defRPr/>
            </a:pPr>
            <a:r>
              <a:rPr lang="ru-RU" b="1" dirty="0"/>
              <a:t>Продажи </a:t>
            </a:r>
            <a:r>
              <a:rPr lang="en-US" b="1" dirty="0"/>
              <a:t>(</a:t>
            </a:r>
            <a:r>
              <a:rPr lang="ru-RU" b="1" dirty="0"/>
              <a:t>кол-во сделок)</a:t>
            </a:r>
            <a:r>
              <a:rPr lang="ru-RU" dirty="0"/>
              <a:t> </a:t>
            </a:r>
            <a:r>
              <a:rPr lang="ru-RU" b="1" dirty="0"/>
              <a:t>7м2026, </a:t>
            </a:r>
            <a:r>
              <a:rPr lang="ru-RU" dirty="0"/>
              <a:t>ед.</a:t>
            </a:r>
            <a:endParaRPr lang="en-US" dirty="0"/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39ECD6B8-5ED3-45B5-82E7-BF4B7B10D88B}"/>
              </a:ext>
            </a:extLst>
          </p:cNvPr>
          <p:cNvSpPr/>
          <p:nvPr/>
        </p:nvSpPr>
        <p:spPr>
          <a:xfrm>
            <a:off x="-174171" y="278802"/>
            <a:ext cx="609600" cy="546262"/>
          </a:xfrm>
          <a:prstGeom prst="round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r">
              <a:spcBef>
                <a:spcPts val="300"/>
              </a:spcBef>
              <a:spcAft>
                <a:spcPts val="300"/>
              </a:spcAft>
            </a:pPr>
            <a:r>
              <a:rPr lang="ru-RU" sz="1400" b="1" dirty="0">
                <a:solidFill>
                  <a:schemeClr val="bg1">
                    <a:alpha val="50000"/>
                  </a:schemeClr>
                </a:solidFill>
                <a:latin typeface="+mj-lt"/>
              </a:rPr>
              <a:t>0</a:t>
            </a:r>
            <a:r>
              <a:rPr lang="ru-RU" sz="1400" b="1" dirty="0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graphicFrame>
        <p:nvGraphicFramePr>
          <p:cNvPr id="211" name="Chart 210">
            <a:extLst>
              <a:ext uri="{FF2B5EF4-FFF2-40B4-BE49-F238E27FC236}">
                <a16:creationId xmlns:a16="http://schemas.microsoft.com/office/drawing/2014/main" id="{8CF6C154-2237-451A-A7A4-0277A8E1544B}"/>
              </a:ext>
            </a:extLst>
          </p:cNvPr>
          <p:cNvGraphicFramePr/>
          <p:nvPr>
            <p:custDataLst>
              <p:tags r:id="rId5"/>
            </p:custDataLst>
          </p:nvPr>
        </p:nvGraphicFramePr>
        <p:xfrm>
          <a:off x="4365625" y="1724025"/>
          <a:ext cx="3421063" cy="4670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aphicFrame>
        <p:nvGraphicFramePr>
          <p:cNvPr id="210" name="Chart 209">
            <a:extLst>
              <a:ext uri="{FF2B5EF4-FFF2-40B4-BE49-F238E27FC236}">
                <a16:creationId xmlns:a16="http://schemas.microsoft.com/office/drawing/2014/main" id="{45098CB5-60C8-4C67-AF5D-69CD66C8E151}"/>
              </a:ext>
            </a:extLst>
          </p:cNvPr>
          <p:cNvGraphicFramePr/>
          <p:nvPr>
            <p:custDataLst>
              <p:tags r:id="rId6"/>
            </p:custDataLst>
          </p:nvPr>
        </p:nvGraphicFramePr>
        <p:xfrm>
          <a:off x="7489825" y="1908175"/>
          <a:ext cx="1398588" cy="4302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sp>
        <p:nvSpPr>
          <p:cNvPr id="202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7658101" y="2244725"/>
            <a:ext cx="2524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ED8DBB-4B6C-47C5-9B08-F0DB9B7E259D}" type="datetime'''''''''''''''''''''''''''''''''''5''''''%'''''''''''''''">
              <a:rPr lang="ru-RU" altLang="en-US" sz="1200" smtClean="0">
                <a:effectLst/>
                <a:cs typeface="+mn-cs"/>
              </a:rPr>
              <a:pPr/>
              <a:t>5%</a:t>
            </a:fld>
            <a:endParaRPr lang="ru-RU" sz="1200" dirty="0">
              <a:cs typeface="+mn-cs"/>
            </a:endParaRPr>
          </a:p>
        </p:txBody>
      </p:sp>
      <p:sp>
        <p:nvSpPr>
          <p:cNvPr id="203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8178801" y="2933700"/>
            <a:ext cx="334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62BB3FF-1154-4F94-AF7D-2C557DF5B051}" type="datetime'''''''4''''''''7''''''''''%'''''''">
              <a:rPr lang="ru-RU" altLang="en-US" sz="1200" smtClean="0">
                <a:effectLst/>
                <a:cs typeface="+mn-cs"/>
              </a:rPr>
              <a:pPr/>
              <a:t>47%</a:t>
            </a:fld>
            <a:endParaRPr lang="ru-RU" sz="1200" dirty="0">
              <a:cs typeface="+mn-cs"/>
            </a:endParaRPr>
          </a:p>
        </p:txBody>
      </p:sp>
      <p:sp>
        <p:nvSpPr>
          <p:cNvPr id="204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7781926" y="3624263"/>
            <a:ext cx="334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8C2E2DB-7E1A-4A2D-A032-227C6D0B8901}" type="datetime'15''''''''''''''''''''''%'''''''''">
              <a:rPr lang="ru-RU" altLang="en-US" sz="1200" smtClean="0">
                <a:effectLst/>
                <a:cs typeface="+mn-cs"/>
              </a:rPr>
              <a:pPr/>
              <a:t>15%</a:t>
            </a:fld>
            <a:endParaRPr lang="ru-RU" sz="1200" dirty="0">
              <a:cs typeface="+mn-cs"/>
            </a:endParaRPr>
          </a:p>
        </p:txBody>
      </p:sp>
      <p:sp>
        <p:nvSpPr>
          <p:cNvPr id="206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7972426" y="4313238"/>
            <a:ext cx="3349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D4354C6-FA0B-4821-A35D-5374F0179BA9}" type="datetime'''''3''''''''''''''''''''''''''''''''0''''''''''%'''">
              <a:rPr lang="ru-RU" altLang="en-US" sz="1200" smtClean="0">
                <a:effectLst/>
                <a:cs typeface="+mn-cs"/>
              </a:rPr>
              <a:pPr/>
              <a:t>30%</a:t>
            </a:fld>
            <a:endParaRPr lang="ru-RU" sz="1200" dirty="0">
              <a:cs typeface="+mn-cs"/>
            </a:endParaRPr>
          </a:p>
        </p:txBody>
      </p:sp>
      <p:sp>
        <p:nvSpPr>
          <p:cNvPr id="207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7631114" y="5002213"/>
            <a:ext cx="2524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E384E3BA-41CF-4F0A-B80E-606E1508386A}" type="datetime'''''''''''''''''3''''''''''''''''''''''''''%'''''''''''''">
              <a:rPr lang="ru-RU" altLang="en-US" sz="1200" smtClean="0">
                <a:effectLst/>
                <a:cs typeface="+mn-cs"/>
              </a:rPr>
              <a:pPr/>
              <a:t>3%</a:t>
            </a:fld>
            <a:endParaRPr lang="ru-RU" sz="1200" dirty="0">
              <a:cs typeface="+mn-cs"/>
            </a:endParaRPr>
          </a:p>
        </p:txBody>
      </p:sp>
      <p:sp>
        <p:nvSpPr>
          <p:cNvPr id="208" name="Text Placeholder 4">
            <a:extLst>
              <a:ext uri="{FF2B5EF4-FFF2-40B4-BE49-F238E27FC236}">
                <a16:creationId xmlns:a16="http://schemas.microsoft.com/office/drawing/2014/main" id="{4C1F3293-4EFE-461D-940D-7EE66BAE31C5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8831264" y="5692775"/>
            <a:ext cx="4175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rgbClr r="0" g="0" b="0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30396" indent="-22679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2793" indent="-21599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7590" indent="-1511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17187" indent="-14759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6513F2B-C4EF-4A03-B77F-14EAF42EC0EF}" type="datetime'1''''''''''''''''''''''''''0''''''''''''''''''''''''0''''%'''">
              <a:rPr lang="ru-RU" altLang="en-US" sz="1200" smtClean="0">
                <a:effectLst/>
                <a:cs typeface="+mn-cs"/>
              </a:rPr>
              <a:pPr/>
              <a:t>100%</a:t>
            </a:fld>
            <a:endParaRPr lang="ru-RU" sz="1200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3838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Object 6" hidden="1">
            <a:extLst>
              <a:ext uri="{FF2B5EF4-FFF2-40B4-BE49-F238E27FC236}">
                <a16:creationId xmlns:a16="http://schemas.microsoft.com/office/drawing/2014/main" id="{18866446-CE73-4E37-9443-B2C6AB9AE54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263" name="think-cell Slide" r:id="rId13" imgW="395" imgH="396" progId="TCLayout.ActiveDocument.1">
                  <p:embed/>
                </p:oleObj>
              </mc:Choice>
              <mc:Fallback>
                <p:oleObj name="think-cell Slide" r:id="rId13" imgW="395" imgH="396" progId="TCLayout.ActiveDocument.1">
                  <p:embed/>
                  <p:pic>
                    <p:nvPicPr>
                      <p:cNvPr id="19" name="Object 6" hidden="1">
                        <a:extLst>
                          <a:ext uri="{FF2B5EF4-FFF2-40B4-BE49-F238E27FC236}">
                            <a16:creationId xmlns:a16="http://schemas.microsoft.com/office/drawing/2014/main" id="{18866446-CE73-4E37-9443-B2C6AB9AE5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37037E47-E4A1-4EBF-A308-0D219B96A29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rIns="0" anchor="b" anchorCtr="0">
            <a:noAutofit/>
          </a:bodyPr>
          <a:lstStyle/>
          <a:p>
            <a:r>
              <a:rPr lang="ru-RU" dirty="0"/>
              <a:t>Целевая концепция устраняет ключевые ограничения текущей модели кредитования ММБ</a:t>
            </a:r>
            <a:endParaRPr lang="en-US" dirty="0"/>
          </a:p>
        </p:txBody>
      </p:sp>
      <p:sp>
        <p:nvSpPr>
          <p:cNvPr id="8" name="3. Subtitle">
            <a:extLst>
              <a:ext uri="{FF2B5EF4-FFF2-40B4-BE49-F238E27FC236}">
                <a16:creationId xmlns:a16="http://schemas.microsoft.com/office/drawing/2014/main" id="{2519AB8A-407D-4C14-8446-ACA190C7B814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958596"/>
            <a:ext cx="11082528" cy="246221"/>
          </a:xfrm>
        </p:spPr>
        <p:txBody>
          <a:bodyPr>
            <a:noAutofit/>
          </a:bodyPr>
          <a:lstStyle/>
          <a:p>
            <a:endParaRPr lang="en-US" dirty="0"/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55ACC084-0D4A-41C0-9C85-6E7B52161473}"/>
              </a:ext>
            </a:extLst>
          </p:cNvPr>
          <p:cNvSpPr>
            <a:spLocks noGrp="1"/>
          </p:cNvSpPr>
          <p:nvPr>
            <p:ph type="body" sz="quarter" idx="10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7B4329-83DF-4B65-91D5-B211180B128F}"/>
              </a:ext>
            </a:extLst>
          </p:cNvPr>
          <p:cNvSpPr txBox="1">
            <a:spLocks/>
          </p:cNvSpPr>
          <p:nvPr/>
        </p:nvSpPr>
        <p:spPr>
          <a:xfrm>
            <a:off x="549300" y="1120264"/>
            <a:ext cx="11082528" cy="381813"/>
          </a:xfrm>
          <a:prstGeom prst="rect">
            <a:avLst/>
          </a:prstGeom>
        </p:spPr>
        <p:txBody>
          <a:bodyPr vert="horz" wrap="square" lIns="0" tIns="90000" rIns="0" bIns="90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300" b="1" dirty="0">
                <a:solidFill>
                  <a:schemeClr val="accent1"/>
                </a:solidFill>
                <a:latin typeface="+mj-lt"/>
                <a:cs typeface="+mn-cs"/>
              </a:rPr>
              <a:t>Целевая концепция кредитования ММБ в 2029</a:t>
            </a:r>
            <a:r>
              <a:rPr lang="en-US" sz="1300" b="1" dirty="0">
                <a:solidFill>
                  <a:schemeClr val="accent1"/>
                </a:solidFill>
                <a:latin typeface="+mj-lt"/>
                <a:cs typeface="+mn-cs"/>
              </a:rPr>
              <a:t> </a:t>
            </a:r>
            <a:r>
              <a:rPr lang="ru-RU" sz="1300" b="1" dirty="0">
                <a:solidFill>
                  <a:schemeClr val="accent1"/>
                </a:solidFill>
                <a:latin typeface="+mj-lt"/>
                <a:cs typeface="+mn-cs"/>
              </a:rPr>
              <a:t>г.</a:t>
            </a:r>
            <a:endParaRPr lang="en-US" sz="1300" b="1" dirty="0">
              <a:solidFill>
                <a:schemeClr val="accent1"/>
              </a:solidFill>
              <a:latin typeface="+mj-lt"/>
              <a:cs typeface="+mn-cs"/>
            </a:endParaRPr>
          </a:p>
        </p:txBody>
      </p:sp>
      <p:cxnSp>
        <p:nvCxnSpPr>
          <p:cNvPr id="42" name="Straight Connector 31">
            <a:extLst>
              <a:ext uri="{FF2B5EF4-FFF2-40B4-BE49-F238E27FC236}">
                <a16:creationId xmlns:a16="http://schemas.microsoft.com/office/drawing/2014/main" id="{EAACB08B-2A9B-4F5C-912D-72857B1884E2}"/>
              </a:ext>
            </a:extLst>
          </p:cNvPr>
          <p:cNvCxnSpPr>
            <a:cxnSpLocks/>
          </p:cNvCxnSpPr>
          <p:nvPr/>
        </p:nvCxnSpPr>
        <p:spPr>
          <a:xfrm>
            <a:off x="549301" y="1432464"/>
            <a:ext cx="11084915" cy="0"/>
          </a:xfrm>
          <a:prstGeom prst="line">
            <a:avLst/>
          </a:prstGeom>
          <a:ln w="12700" cap="flat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31">
            <a:extLst>
              <a:ext uri="{FF2B5EF4-FFF2-40B4-BE49-F238E27FC236}">
                <a16:creationId xmlns:a16="http://schemas.microsoft.com/office/drawing/2014/main" id="{3055DF2E-DAFC-40AD-81DF-8AC91BFDEF08}"/>
              </a:ext>
            </a:extLst>
          </p:cNvPr>
          <p:cNvCxnSpPr>
            <a:cxnSpLocks/>
          </p:cNvCxnSpPr>
          <p:nvPr/>
        </p:nvCxnSpPr>
        <p:spPr>
          <a:xfrm>
            <a:off x="549301" y="4840745"/>
            <a:ext cx="11084915" cy="0"/>
          </a:xfrm>
          <a:prstGeom prst="line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9F1F8B5A-D09E-444E-AFB5-12988946531C}"/>
              </a:ext>
            </a:extLst>
          </p:cNvPr>
          <p:cNvSpPr txBox="1">
            <a:spLocks/>
          </p:cNvSpPr>
          <p:nvPr/>
        </p:nvSpPr>
        <p:spPr>
          <a:xfrm>
            <a:off x="549301" y="4835469"/>
            <a:ext cx="977862" cy="1005946"/>
          </a:xfrm>
          <a:prstGeom prst="rect">
            <a:avLst/>
          </a:prstGeom>
          <a:noFill/>
        </p:spPr>
        <p:txBody>
          <a:bodyPr vert="horz" wrap="square" lIns="0" tIns="14400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100" b="1" dirty="0" err="1">
                <a:latin typeface="+mj-lt"/>
              </a:rPr>
              <a:t>Техноло</a:t>
            </a:r>
            <a:r>
              <a:rPr lang="ru-RU" sz="1100" b="1" dirty="0">
                <a:latin typeface="+mj-lt"/>
              </a:rPr>
              <a:t>-</a:t>
            </a:r>
            <a:br>
              <a:rPr lang="ru-RU" sz="1100" b="1" dirty="0">
                <a:latin typeface="+mj-lt"/>
              </a:rPr>
            </a:br>
            <a:r>
              <a:rPr lang="ru-RU" sz="1100" b="1" dirty="0" err="1">
                <a:latin typeface="+mj-lt"/>
              </a:rPr>
              <a:t>гический</a:t>
            </a:r>
            <a:r>
              <a:rPr lang="ru-RU" sz="1100" b="1" dirty="0">
                <a:latin typeface="+mj-lt"/>
              </a:rPr>
              <a:t> фундамент</a:t>
            </a:r>
            <a:endParaRPr lang="en-US" sz="1100" b="1" dirty="0">
              <a:latin typeface="+mj-lt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F90F573-0215-44F9-BE21-FB86E2C79D1F}"/>
              </a:ext>
            </a:extLst>
          </p:cNvPr>
          <p:cNvGrpSpPr/>
          <p:nvPr/>
        </p:nvGrpSpPr>
        <p:grpSpPr>
          <a:xfrm>
            <a:off x="1288290" y="4910363"/>
            <a:ext cx="289353" cy="1359369"/>
            <a:chOff x="1320800" y="4838699"/>
            <a:chExt cx="256844" cy="1431034"/>
          </a:xfrm>
        </p:grpSpPr>
        <p:sp>
          <p:nvSpPr>
            <p:cNvPr id="90" name="Rectangle 319">
              <a:extLst>
                <a:ext uri="{FF2B5EF4-FFF2-40B4-BE49-F238E27FC236}">
                  <a16:creationId xmlns:a16="http://schemas.microsoft.com/office/drawing/2014/main" id="{28C3D7A6-D30D-4ED9-B3CC-7BDCD14CD892}"/>
                </a:ext>
              </a:extLst>
            </p:cNvPr>
            <p:cNvSpPr>
              <a:spLocks/>
            </p:cNvSpPr>
            <p:nvPr/>
          </p:nvSpPr>
          <p:spPr>
            <a:xfrm>
              <a:off x="1320800" y="4838699"/>
              <a:ext cx="241441" cy="1431033"/>
            </a:xfrm>
            <a:prstGeom prst="rect">
              <a:avLst/>
            </a:prstGeom>
            <a:gradFill>
              <a:gsLst>
                <a:gs pos="0">
                  <a:srgbClr val="E6E6E6">
                    <a:alpha val="0"/>
                  </a:srgbClr>
                </a:gs>
                <a:gs pos="100000">
                  <a:srgbClr val="E6E6E6"/>
                </a:gs>
              </a:gsLst>
              <a:lin ang="0" scaled="0"/>
            </a:gra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92" name="Прямоугольник: скругленные углы 191">
              <a:extLst>
                <a:ext uri="{FF2B5EF4-FFF2-40B4-BE49-F238E27FC236}">
                  <a16:creationId xmlns:a16="http://schemas.microsoft.com/office/drawing/2014/main" id="{2352D817-12F4-4008-82C3-A66967C03183}"/>
                </a:ext>
              </a:extLst>
            </p:cNvPr>
            <p:cNvSpPr>
              <a:spLocks/>
            </p:cNvSpPr>
            <p:nvPr/>
          </p:nvSpPr>
          <p:spPr>
            <a:xfrm>
              <a:off x="1548844" y="4838700"/>
              <a:ext cx="28800" cy="1431033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2" name="Group 691">
            <a:extLst>
              <a:ext uri="{FF2B5EF4-FFF2-40B4-BE49-F238E27FC236}">
                <a16:creationId xmlns:a16="http://schemas.microsoft.com/office/drawing/2014/main" id="{584EF1F0-4C0E-4D08-A9FD-27D6C6B8A0AF}"/>
              </a:ext>
            </a:extLst>
          </p:cNvPr>
          <p:cNvGrpSpPr/>
          <p:nvPr/>
        </p:nvGrpSpPr>
        <p:grpSpPr bwMode="auto">
          <a:xfrm rot="1907689">
            <a:off x="807849" y="5570337"/>
            <a:ext cx="582743" cy="684382"/>
            <a:chOff x="4711067" y="5679740"/>
            <a:chExt cx="327896" cy="385086"/>
          </a:xfrm>
        </p:grpSpPr>
        <p:sp>
          <p:nvSpPr>
            <p:cNvPr id="143" name="Freeform: Shape 692">
              <a:extLst>
                <a:ext uri="{FF2B5EF4-FFF2-40B4-BE49-F238E27FC236}">
                  <a16:creationId xmlns:a16="http://schemas.microsoft.com/office/drawing/2014/main" id="{2431B8DB-F649-4F7C-A2A1-3D8D6EC9A06D}"/>
                </a:ext>
              </a:extLst>
            </p:cNvPr>
            <p:cNvSpPr/>
            <p:nvPr/>
          </p:nvSpPr>
          <p:spPr bwMode="auto">
            <a:xfrm>
              <a:off x="4712974" y="5931381"/>
              <a:ext cx="152510" cy="133446"/>
            </a:xfrm>
            <a:custGeom>
              <a:avLst/>
              <a:gdLst>
                <a:gd name="connsiteX0" fmla="*/ 48527 w 76200"/>
                <a:gd name="connsiteY0" fmla="*/ 63188 h 66675"/>
                <a:gd name="connsiteX1" fmla="*/ 51385 w 76200"/>
                <a:gd name="connsiteY1" fmla="*/ 67951 h 66675"/>
                <a:gd name="connsiteX2" fmla="*/ 57100 w 76200"/>
                <a:gd name="connsiteY2" fmla="*/ 69856 h 66675"/>
                <a:gd name="connsiteX3" fmla="*/ 62815 w 76200"/>
                <a:gd name="connsiteY3" fmla="*/ 66998 h 66675"/>
                <a:gd name="connsiteX4" fmla="*/ 64720 w 76200"/>
                <a:gd name="connsiteY4" fmla="*/ 61283 h 66675"/>
                <a:gd name="connsiteX5" fmla="*/ 61862 w 76200"/>
                <a:gd name="connsiteY5" fmla="*/ 56521 h 66675"/>
                <a:gd name="connsiteX6" fmla="*/ 69482 w 76200"/>
                <a:gd name="connsiteY6" fmla="*/ 44138 h 66675"/>
                <a:gd name="connsiteX7" fmla="*/ 75197 w 76200"/>
                <a:gd name="connsiteY7" fmla="*/ 44138 h 66675"/>
                <a:gd name="connsiteX8" fmla="*/ 79007 w 76200"/>
                <a:gd name="connsiteY8" fmla="*/ 40328 h 66675"/>
                <a:gd name="connsiteX9" fmla="*/ 79007 w 76200"/>
                <a:gd name="connsiteY9" fmla="*/ 33661 h 66675"/>
                <a:gd name="connsiteX10" fmla="*/ 75197 w 76200"/>
                <a:gd name="connsiteY10" fmla="*/ 29851 h 66675"/>
                <a:gd name="connsiteX11" fmla="*/ 69482 w 76200"/>
                <a:gd name="connsiteY11" fmla="*/ 29851 h 66675"/>
                <a:gd name="connsiteX12" fmla="*/ 61862 w 76200"/>
                <a:gd name="connsiteY12" fmla="*/ 17468 h 66675"/>
                <a:gd name="connsiteX13" fmla="*/ 64720 w 76200"/>
                <a:gd name="connsiteY13" fmla="*/ 12706 h 66675"/>
                <a:gd name="connsiteX14" fmla="*/ 62815 w 76200"/>
                <a:gd name="connsiteY14" fmla="*/ 6991 h 66675"/>
                <a:gd name="connsiteX15" fmla="*/ 57100 w 76200"/>
                <a:gd name="connsiteY15" fmla="*/ 4133 h 66675"/>
                <a:gd name="connsiteX16" fmla="*/ 51385 w 76200"/>
                <a:gd name="connsiteY16" fmla="*/ 6038 h 66675"/>
                <a:gd name="connsiteX17" fmla="*/ 48527 w 76200"/>
                <a:gd name="connsiteY17" fmla="*/ 10801 h 66675"/>
                <a:gd name="connsiteX18" fmla="*/ 34240 w 76200"/>
                <a:gd name="connsiteY18" fmla="*/ 10801 h 66675"/>
                <a:gd name="connsiteX19" fmla="*/ 31382 w 76200"/>
                <a:gd name="connsiteY19" fmla="*/ 6038 h 66675"/>
                <a:gd name="connsiteX20" fmla="*/ 25667 w 76200"/>
                <a:gd name="connsiteY20" fmla="*/ 4133 h 66675"/>
                <a:gd name="connsiteX21" fmla="*/ 19952 w 76200"/>
                <a:gd name="connsiteY21" fmla="*/ 6991 h 66675"/>
                <a:gd name="connsiteX22" fmla="*/ 18047 w 76200"/>
                <a:gd name="connsiteY22" fmla="*/ 12706 h 66675"/>
                <a:gd name="connsiteX23" fmla="*/ 20905 w 76200"/>
                <a:gd name="connsiteY23" fmla="*/ 17468 h 66675"/>
                <a:gd name="connsiteX24" fmla="*/ 13285 w 76200"/>
                <a:gd name="connsiteY24" fmla="*/ 29851 h 66675"/>
                <a:gd name="connsiteX25" fmla="*/ 7570 w 76200"/>
                <a:gd name="connsiteY25" fmla="*/ 29851 h 66675"/>
                <a:gd name="connsiteX26" fmla="*/ 3760 w 76200"/>
                <a:gd name="connsiteY26" fmla="*/ 33661 h 66675"/>
                <a:gd name="connsiteX27" fmla="*/ 3760 w 76200"/>
                <a:gd name="connsiteY27" fmla="*/ 40328 h 66675"/>
                <a:gd name="connsiteX28" fmla="*/ 7570 w 76200"/>
                <a:gd name="connsiteY28" fmla="*/ 44138 h 66675"/>
                <a:gd name="connsiteX29" fmla="*/ 13285 w 76200"/>
                <a:gd name="connsiteY29" fmla="*/ 44138 h 66675"/>
                <a:gd name="connsiteX30" fmla="*/ 20905 w 76200"/>
                <a:gd name="connsiteY30" fmla="*/ 56521 h 66675"/>
                <a:gd name="connsiteX31" fmla="*/ 18047 w 76200"/>
                <a:gd name="connsiteY31" fmla="*/ 61283 h 66675"/>
                <a:gd name="connsiteX32" fmla="*/ 19952 w 76200"/>
                <a:gd name="connsiteY32" fmla="*/ 66998 h 66675"/>
                <a:gd name="connsiteX33" fmla="*/ 25667 w 76200"/>
                <a:gd name="connsiteY33" fmla="*/ 69856 h 66675"/>
                <a:gd name="connsiteX34" fmla="*/ 31382 w 76200"/>
                <a:gd name="connsiteY34" fmla="*/ 67951 h 66675"/>
                <a:gd name="connsiteX35" fmla="*/ 34240 w 76200"/>
                <a:gd name="connsiteY35" fmla="*/ 63188 h 66675"/>
                <a:gd name="connsiteX36" fmla="*/ 48527 w 76200"/>
                <a:gd name="connsiteY36" fmla="*/ 631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6200" h="66675" extrusionOk="0">
                  <a:moveTo>
                    <a:pt x="48527" y="63188"/>
                  </a:moveTo>
                  <a:lnTo>
                    <a:pt x="51385" y="67951"/>
                  </a:lnTo>
                  <a:cubicBezTo>
                    <a:pt x="52337" y="69856"/>
                    <a:pt x="55195" y="70808"/>
                    <a:pt x="57100" y="69856"/>
                  </a:cubicBezTo>
                  <a:lnTo>
                    <a:pt x="62815" y="66998"/>
                  </a:lnTo>
                  <a:cubicBezTo>
                    <a:pt x="64720" y="66046"/>
                    <a:pt x="65672" y="63188"/>
                    <a:pt x="64720" y="61283"/>
                  </a:cubicBezTo>
                  <a:lnTo>
                    <a:pt x="61862" y="56521"/>
                  </a:lnTo>
                  <a:cubicBezTo>
                    <a:pt x="65672" y="52711"/>
                    <a:pt x="67577" y="48901"/>
                    <a:pt x="69482" y="44138"/>
                  </a:cubicBezTo>
                  <a:lnTo>
                    <a:pt x="75197" y="44138"/>
                  </a:lnTo>
                  <a:cubicBezTo>
                    <a:pt x="77102" y="44138"/>
                    <a:pt x="79007" y="42233"/>
                    <a:pt x="79007" y="40328"/>
                  </a:cubicBezTo>
                  <a:lnTo>
                    <a:pt x="79007" y="33661"/>
                  </a:lnTo>
                  <a:cubicBezTo>
                    <a:pt x="79007" y="31756"/>
                    <a:pt x="77102" y="29851"/>
                    <a:pt x="75197" y="29851"/>
                  </a:cubicBezTo>
                  <a:lnTo>
                    <a:pt x="69482" y="29851"/>
                  </a:lnTo>
                  <a:cubicBezTo>
                    <a:pt x="68530" y="25088"/>
                    <a:pt x="65672" y="21278"/>
                    <a:pt x="61862" y="17468"/>
                  </a:cubicBezTo>
                  <a:lnTo>
                    <a:pt x="64720" y="12706"/>
                  </a:lnTo>
                  <a:cubicBezTo>
                    <a:pt x="65672" y="10801"/>
                    <a:pt x="64720" y="7943"/>
                    <a:pt x="62815" y="6991"/>
                  </a:cubicBezTo>
                  <a:lnTo>
                    <a:pt x="57100" y="4133"/>
                  </a:lnTo>
                  <a:cubicBezTo>
                    <a:pt x="55195" y="3181"/>
                    <a:pt x="52337" y="4133"/>
                    <a:pt x="51385" y="6038"/>
                  </a:cubicBezTo>
                  <a:lnTo>
                    <a:pt x="48527" y="10801"/>
                  </a:lnTo>
                  <a:cubicBezTo>
                    <a:pt x="43765" y="9848"/>
                    <a:pt x="39002" y="9848"/>
                    <a:pt x="34240" y="10801"/>
                  </a:cubicBezTo>
                  <a:lnTo>
                    <a:pt x="31382" y="6038"/>
                  </a:lnTo>
                  <a:cubicBezTo>
                    <a:pt x="30430" y="4133"/>
                    <a:pt x="27572" y="3181"/>
                    <a:pt x="25667" y="4133"/>
                  </a:cubicBezTo>
                  <a:lnTo>
                    <a:pt x="19952" y="6991"/>
                  </a:lnTo>
                  <a:cubicBezTo>
                    <a:pt x="18047" y="7943"/>
                    <a:pt x="17095" y="10801"/>
                    <a:pt x="18047" y="12706"/>
                  </a:cubicBezTo>
                  <a:lnTo>
                    <a:pt x="20905" y="17468"/>
                  </a:lnTo>
                  <a:cubicBezTo>
                    <a:pt x="17095" y="21278"/>
                    <a:pt x="15190" y="25088"/>
                    <a:pt x="13285" y="29851"/>
                  </a:cubicBezTo>
                  <a:lnTo>
                    <a:pt x="7570" y="29851"/>
                  </a:lnTo>
                  <a:cubicBezTo>
                    <a:pt x="5665" y="29851"/>
                    <a:pt x="3760" y="31756"/>
                    <a:pt x="3760" y="33661"/>
                  </a:cubicBezTo>
                  <a:lnTo>
                    <a:pt x="3760" y="40328"/>
                  </a:lnTo>
                  <a:cubicBezTo>
                    <a:pt x="3760" y="42233"/>
                    <a:pt x="5665" y="44138"/>
                    <a:pt x="7570" y="44138"/>
                  </a:cubicBezTo>
                  <a:lnTo>
                    <a:pt x="13285" y="44138"/>
                  </a:lnTo>
                  <a:cubicBezTo>
                    <a:pt x="14237" y="48901"/>
                    <a:pt x="17095" y="52711"/>
                    <a:pt x="20905" y="56521"/>
                  </a:cubicBezTo>
                  <a:lnTo>
                    <a:pt x="18047" y="61283"/>
                  </a:lnTo>
                  <a:cubicBezTo>
                    <a:pt x="17095" y="63188"/>
                    <a:pt x="18047" y="66046"/>
                    <a:pt x="19952" y="66998"/>
                  </a:cubicBezTo>
                  <a:lnTo>
                    <a:pt x="25667" y="69856"/>
                  </a:lnTo>
                  <a:cubicBezTo>
                    <a:pt x="27572" y="70808"/>
                    <a:pt x="30430" y="69856"/>
                    <a:pt x="31382" y="67951"/>
                  </a:cubicBezTo>
                  <a:lnTo>
                    <a:pt x="34240" y="63188"/>
                  </a:lnTo>
                  <a:cubicBezTo>
                    <a:pt x="38050" y="64141"/>
                    <a:pt x="43765" y="64141"/>
                    <a:pt x="48527" y="63188"/>
                  </a:cubicBezTo>
                  <a:close/>
                </a:path>
              </a:pathLst>
            </a:custGeom>
            <a:noFill/>
            <a:ln w="635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 sz="1850"/>
            </a:p>
          </p:txBody>
        </p:sp>
        <p:sp>
          <p:nvSpPr>
            <p:cNvPr id="144" name="Freeform: Shape 693">
              <a:extLst>
                <a:ext uri="{FF2B5EF4-FFF2-40B4-BE49-F238E27FC236}">
                  <a16:creationId xmlns:a16="http://schemas.microsoft.com/office/drawing/2014/main" id="{B622166A-CCCC-4FB5-BDE5-E2BD0BFED5B4}"/>
                </a:ext>
              </a:extLst>
            </p:cNvPr>
            <p:cNvSpPr/>
            <p:nvPr/>
          </p:nvSpPr>
          <p:spPr bwMode="auto">
            <a:xfrm>
              <a:off x="4829262" y="5777635"/>
              <a:ext cx="209701" cy="190637"/>
            </a:xfrm>
            <a:custGeom>
              <a:avLst/>
              <a:gdLst>
                <a:gd name="connsiteX0" fmla="*/ 62815 w 104775"/>
                <a:gd name="connsiteY0" fmla="*/ 88571 h 95250"/>
                <a:gd name="connsiteX1" fmla="*/ 66625 w 104775"/>
                <a:gd name="connsiteY1" fmla="*/ 95238 h 95250"/>
                <a:gd name="connsiteX2" fmla="*/ 74245 w 104775"/>
                <a:gd name="connsiteY2" fmla="*/ 97143 h 95250"/>
                <a:gd name="connsiteX3" fmla="*/ 81865 w 104775"/>
                <a:gd name="connsiteY3" fmla="*/ 92381 h 95250"/>
                <a:gd name="connsiteX4" fmla="*/ 83770 w 104775"/>
                <a:gd name="connsiteY4" fmla="*/ 84761 h 95250"/>
                <a:gd name="connsiteX5" fmla="*/ 79960 w 104775"/>
                <a:gd name="connsiteY5" fmla="*/ 78093 h 95250"/>
                <a:gd name="connsiteX6" fmla="*/ 89485 w 104775"/>
                <a:gd name="connsiteY6" fmla="*/ 60948 h 95250"/>
                <a:gd name="connsiteX7" fmla="*/ 97105 w 104775"/>
                <a:gd name="connsiteY7" fmla="*/ 60948 h 95250"/>
                <a:gd name="connsiteX8" fmla="*/ 102820 w 104775"/>
                <a:gd name="connsiteY8" fmla="*/ 55233 h 95250"/>
                <a:gd name="connsiteX9" fmla="*/ 102820 w 104775"/>
                <a:gd name="connsiteY9" fmla="*/ 46661 h 95250"/>
                <a:gd name="connsiteX10" fmla="*/ 97105 w 104775"/>
                <a:gd name="connsiteY10" fmla="*/ 40946 h 95250"/>
                <a:gd name="connsiteX11" fmla="*/ 89485 w 104775"/>
                <a:gd name="connsiteY11" fmla="*/ 40946 h 95250"/>
                <a:gd name="connsiteX12" fmla="*/ 79960 w 104775"/>
                <a:gd name="connsiteY12" fmla="*/ 23801 h 95250"/>
                <a:gd name="connsiteX13" fmla="*/ 83770 w 104775"/>
                <a:gd name="connsiteY13" fmla="*/ 17133 h 95250"/>
                <a:gd name="connsiteX14" fmla="*/ 81865 w 104775"/>
                <a:gd name="connsiteY14" fmla="*/ 9513 h 95250"/>
                <a:gd name="connsiteX15" fmla="*/ 74245 w 104775"/>
                <a:gd name="connsiteY15" fmla="*/ 4751 h 95250"/>
                <a:gd name="connsiteX16" fmla="*/ 66625 w 104775"/>
                <a:gd name="connsiteY16" fmla="*/ 6656 h 95250"/>
                <a:gd name="connsiteX17" fmla="*/ 62815 w 104775"/>
                <a:gd name="connsiteY17" fmla="*/ 13323 h 95250"/>
                <a:gd name="connsiteX18" fmla="*/ 43765 w 104775"/>
                <a:gd name="connsiteY18" fmla="*/ 13323 h 95250"/>
                <a:gd name="connsiteX19" fmla="*/ 39955 w 104775"/>
                <a:gd name="connsiteY19" fmla="*/ 6656 h 95250"/>
                <a:gd name="connsiteX20" fmla="*/ 32335 w 104775"/>
                <a:gd name="connsiteY20" fmla="*/ 4751 h 95250"/>
                <a:gd name="connsiteX21" fmla="*/ 24715 w 104775"/>
                <a:gd name="connsiteY21" fmla="*/ 9513 h 95250"/>
                <a:gd name="connsiteX22" fmla="*/ 22810 w 104775"/>
                <a:gd name="connsiteY22" fmla="*/ 17133 h 95250"/>
                <a:gd name="connsiteX23" fmla="*/ 26620 w 104775"/>
                <a:gd name="connsiteY23" fmla="*/ 23801 h 95250"/>
                <a:gd name="connsiteX24" fmla="*/ 17095 w 104775"/>
                <a:gd name="connsiteY24" fmla="*/ 40946 h 95250"/>
                <a:gd name="connsiteX25" fmla="*/ 9475 w 104775"/>
                <a:gd name="connsiteY25" fmla="*/ 40946 h 95250"/>
                <a:gd name="connsiteX26" fmla="*/ 3760 w 104775"/>
                <a:gd name="connsiteY26" fmla="*/ 46661 h 95250"/>
                <a:gd name="connsiteX27" fmla="*/ 3760 w 104775"/>
                <a:gd name="connsiteY27" fmla="*/ 55233 h 95250"/>
                <a:gd name="connsiteX28" fmla="*/ 9475 w 104775"/>
                <a:gd name="connsiteY28" fmla="*/ 60948 h 95250"/>
                <a:gd name="connsiteX29" fmla="*/ 17095 w 104775"/>
                <a:gd name="connsiteY29" fmla="*/ 60948 h 95250"/>
                <a:gd name="connsiteX30" fmla="*/ 26620 w 104775"/>
                <a:gd name="connsiteY30" fmla="*/ 78093 h 95250"/>
                <a:gd name="connsiteX31" fmla="*/ 22810 w 104775"/>
                <a:gd name="connsiteY31" fmla="*/ 84761 h 95250"/>
                <a:gd name="connsiteX32" fmla="*/ 24715 w 104775"/>
                <a:gd name="connsiteY32" fmla="*/ 92381 h 95250"/>
                <a:gd name="connsiteX33" fmla="*/ 32335 w 104775"/>
                <a:gd name="connsiteY33" fmla="*/ 97143 h 95250"/>
                <a:gd name="connsiteX34" fmla="*/ 39955 w 104775"/>
                <a:gd name="connsiteY34" fmla="*/ 95238 h 95250"/>
                <a:gd name="connsiteX35" fmla="*/ 43765 w 104775"/>
                <a:gd name="connsiteY35" fmla="*/ 88571 h 95250"/>
                <a:gd name="connsiteX36" fmla="*/ 62815 w 104775"/>
                <a:gd name="connsiteY36" fmla="*/ 88571 h 95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04775" h="95250" extrusionOk="0">
                  <a:moveTo>
                    <a:pt x="62815" y="88571"/>
                  </a:moveTo>
                  <a:lnTo>
                    <a:pt x="66625" y="95238"/>
                  </a:lnTo>
                  <a:cubicBezTo>
                    <a:pt x="68530" y="98096"/>
                    <a:pt x="71387" y="99048"/>
                    <a:pt x="74245" y="97143"/>
                  </a:cubicBezTo>
                  <a:lnTo>
                    <a:pt x="81865" y="92381"/>
                  </a:lnTo>
                  <a:cubicBezTo>
                    <a:pt x="84722" y="90476"/>
                    <a:pt x="85675" y="87618"/>
                    <a:pt x="83770" y="84761"/>
                  </a:cubicBezTo>
                  <a:lnTo>
                    <a:pt x="79960" y="78093"/>
                  </a:lnTo>
                  <a:cubicBezTo>
                    <a:pt x="84722" y="73331"/>
                    <a:pt x="87580" y="67616"/>
                    <a:pt x="89485" y="60948"/>
                  </a:cubicBezTo>
                  <a:lnTo>
                    <a:pt x="97105" y="60948"/>
                  </a:lnTo>
                  <a:cubicBezTo>
                    <a:pt x="99962" y="60948"/>
                    <a:pt x="102820" y="58091"/>
                    <a:pt x="102820" y="55233"/>
                  </a:cubicBezTo>
                  <a:lnTo>
                    <a:pt x="102820" y="46661"/>
                  </a:lnTo>
                  <a:cubicBezTo>
                    <a:pt x="102820" y="43803"/>
                    <a:pt x="99962" y="40946"/>
                    <a:pt x="97105" y="40946"/>
                  </a:cubicBezTo>
                  <a:lnTo>
                    <a:pt x="89485" y="40946"/>
                  </a:lnTo>
                  <a:cubicBezTo>
                    <a:pt x="87580" y="35231"/>
                    <a:pt x="84722" y="28563"/>
                    <a:pt x="79960" y="23801"/>
                  </a:cubicBezTo>
                  <a:lnTo>
                    <a:pt x="83770" y="17133"/>
                  </a:lnTo>
                  <a:cubicBezTo>
                    <a:pt x="85675" y="14276"/>
                    <a:pt x="84722" y="11418"/>
                    <a:pt x="81865" y="9513"/>
                  </a:cubicBezTo>
                  <a:lnTo>
                    <a:pt x="74245" y="4751"/>
                  </a:lnTo>
                  <a:cubicBezTo>
                    <a:pt x="71387" y="2846"/>
                    <a:pt x="68530" y="3798"/>
                    <a:pt x="66625" y="6656"/>
                  </a:cubicBezTo>
                  <a:lnTo>
                    <a:pt x="62815" y="13323"/>
                  </a:lnTo>
                  <a:cubicBezTo>
                    <a:pt x="56147" y="11418"/>
                    <a:pt x="49480" y="11418"/>
                    <a:pt x="43765" y="13323"/>
                  </a:cubicBezTo>
                  <a:lnTo>
                    <a:pt x="39955" y="6656"/>
                  </a:lnTo>
                  <a:cubicBezTo>
                    <a:pt x="38050" y="3798"/>
                    <a:pt x="35192" y="2846"/>
                    <a:pt x="32335" y="4751"/>
                  </a:cubicBezTo>
                  <a:lnTo>
                    <a:pt x="24715" y="9513"/>
                  </a:lnTo>
                  <a:cubicBezTo>
                    <a:pt x="21857" y="11418"/>
                    <a:pt x="20905" y="14276"/>
                    <a:pt x="22810" y="17133"/>
                  </a:cubicBezTo>
                  <a:lnTo>
                    <a:pt x="26620" y="23801"/>
                  </a:lnTo>
                  <a:cubicBezTo>
                    <a:pt x="21857" y="28563"/>
                    <a:pt x="19000" y="34278"/>
                    <a:pt x="17095" y="40946"/>
                  </a:cubicBezTo>
                  <a:lnTo>
                    <a:pt x="9475" y="40946"/>
                  </a:lnTo>
                  <a:cubicBezTo>
                    <a:pt x="6617" y="40946"/>
                    <a:pt x="3760" y="43803"/>
                    <a:pt x="3760" y="46661"/>
                  </a:cubicBezTo>
                  <a:lnTo>
                    <a:pt x="3760" y="55233"/>
                  </a:lnTo>
                  <a:cubicBezTo>
                    <a:pt x="3760" y="58091"/>
                    <a:pt x="6617" y="60948"/>
                    <a:pt x="9475" y="60948"/>
                  </a:cubicBezTo>
                  <a:lnTo>
                    <a:pt x="17095" y="60948"/>
                  </a:lnTo>
                  <a:cubicBezTo>
                    <a:pt x="19000" y="66663"/>
                    <a:pt x="21857" y="73331"/>
                    <a:pt x="26620" y="78093"/>
                  </a:cubicBezTo>
                  <a:lnTo>
                    <a:pt x="22810" y="84761"/>
                  </a:lnTo>
                  <a:cubicBezTo>
                    <a:pt x="20905" y="87618"/>
                    <a:pt x="21857" y="90476"/>
                    <a:pt x="24715" y="92381"/>
                  </a:cubicBezTo>
                  <a:lnTo>
                    <a:pt x="32335" y="97143"/>
                  </a:lnTo>
                  <a:cubicBezTo>
                    <a:pt x="35192" y="99048"/>
                    <a:pt x="38050" y="98096"/>
                    <a:pt x="39955" y="95238"/>
                  </a:cubicBezTo>
                  <a:lnTo>
                    <a:pt x="43765" y="88571"/>
                  </a:lnTo>
                  <a:cubicBezTo>
                    <a:pt x="49480" y="90476"/>
                    <a:pt x="56147" y="90476"/>
                    <a:pt x="62815" y="88571"/>
                  </a:cubicBezTo>
                  <a:close/>
                </a:path>
              </a:pathLst>
            </a:custGeom>
            <a:noFill/>
            <a:ln w="635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 sz="1850"/>
            </a:p>
          </p:txBody>
        </p:sp>
        <p:sp>
          <p:nvSpPr>
            <p:cNvPr id="145" name="Freeform: Shape 694">
              <a:extLst>
                <a:ext uri="{FF2B5EF4-FFF2-40B4-BE49-F238E27FC236}">
                  <a16:creationId xmlns:a16="http://schemas.microsoft.com/office/drawing/2014/main" id="{4E27A8CF-5109-4305-B2DC-8127B3A0C7DB}"/>
                </a:ext>
              </a:extLst>
            </p:cNvPr>
            <p:cNvSpPr/>
            <p:nvPr/>
          </p:nvSpPr>
          <p:spPr bwMode="auto">
            <a:xfrm>
              <a:off x="4711067" y="5679740"/>
              <a:ext cx="152510" cy="152510"/>
            </a:xfrm>
            <a:custGeom>
              <a:avLst/>
              <a:gdLst>
                <a:gd name="connsiteX0" fmla="*/ 70435 w 76200"/>
                <a:gd name="connsiteY0" fmla="*/ 46043 h 76200"/>
                <a:gd name="connsiteX1" fmla="*/ 76150 w 76200"/>
                <a:gd name="connsiteY1" fmla="*/ 46043 h 76200"/>
                <a:gd name="connsiteX2" fmla="*/ 79960 w 76200"/>
                <a:gd name="connsiteY2" fmla="*/ 41281 h 76200"/>
                <a:gd name="connsiteX3" fmla="*/ 79007 w 76200"/>
                <a:gd name="connsiteY3" fmla="*/ 34614 h 76200"/>
                <a:gd name="connsiteX4" fmla="*/ 74245 w 76200"/>
                <a:gd name="connsiteY4" fmla="*/ 30803 h 76200"/>
                <a:gd name="connsiteX5" fmla="*/ 68530 w 76200"/>
                <a:gd name="connsiteY5" fmla="*/ 30803 h 76200"/>
                <a:gd name="connsiteX6" fmla="*/ 59957 w 76200"/>
                <a:gd name="connsiteY6" fmla="*/ 18421 h 76200"/>
                <a:gd name="connsiteX7" fmla="*/ 62815 w 76200"/>
                <a:gd name="connsiteY7" fmla="*/ 12706 h 76200"/>
                <a:gd name="connsiteX8" fmla="*/ 60910 w 76200"/>
                <a:gd name="connsiteY8" fmla="*/ 6991 h 76200"/>
                <a:gd name="connsiteX9" fmla="*/ 55195 w 76200"/>
                <a:gd name="connsiteY9" fmla="*/ 4133 h 76200"/>
                <a:gd name="connsiteX10" fmla="*/ 49480 w 76200"/>
                <a:gd name="connsiteY10" fmla="*/ 6039 h 76200"/>
                <a:gd name="connsiteX11" fmla="*/ 46622 w 76200"/>
                <a:gd name="connsiteY11" fmla="*/ 11753 h 76200"/>
                <a:gd name="connsiteX12" fmla="*/ 32335 w 76200"/>
                <a:gd name="connsiteY12" fmla="*/ 12706 h 76200"/>
                <a:gd name="connsiteX13" fmla="*/ 28525 w 76200"/>
                <a:gd name="connsiteY13" fmla="*/ 7943 h 76200"/>
                <a:gd name="connsiteX14" fmla="*/ 22810 w 76200"/>
                <a:gd name="connsiteY14" fmla="*/ 6991 h 76200"/>
                <a:gd name="connsiteX15" fmla="*/ 17095 w 76200"/>
                <a:gd name="connsiteY15" fmla="*/ 10801 h 76200"/>
                <a:gd name="connsiteX16" fmla="*/ 16142 w 76200"/>
                <a:gd name="connsiteY16" fmla="*/ 16516 h 76200"/>
                <a:gd name="connsiteX17" fmla="*/ 19952 w 76200"/>
                <a:gd name="connsiteY17" fmla="*/ 21278 h 76200"/>
                <a:gd name="connsiteX18" fmla="*/ 13285 w 76200"/>
                <a:gd name="connsiteY18" fmla="*/ 34614 h 76200"/>
                <a:gd name="connsiteX19" fmla="*/ 7570 w 76200"/>
                <a:gd name="connsiteY19" fmla="*/ 34614 h 76200"/>
                <a:gd name="connsiteX20" fmla="*/ 3760 w 76200"/>
                <a:gd name="connsiteY20" fmla="*/ 39376 h 76200"/>
                <a:gd name="connsiteX21" fmla="*/ 4712 w 76200"/>
                <a:gd name="connsiteY21" fmla="*/ 46043 h 76200"/>
                <a:gd name="connsiteX22" fmla="*/ 9475 w 76200"/>
                <a:gd name="connsiteY22" fmla="*/ 49853 h 76200"/>
                <a:gd name="connsiteX23" fmla="*/ 15190 w 76200"/>
                <a:gd name="connsiteY23" fmla="*/ 49853 h 76200"/>
                <a:gd name="connsiteX24" fmla="*/ 23762 w 76200"/>
                <a:gd name="connsiteY24" fmla="*/ 62236 h 76200"/>
                <a:gd name="connsiteX25" fmla="*/ 20905 w 76200"/>
                <a:gd name="connsiteY25" fmla="*/ 67951 h 76200"/>
                <a:gd name="connsiteX26" fmla="*/ 22810 w 76200"/>
                <a:gd name="connsiteY26" fmla="*/ 73666 h 76200"/>
                <a:gd name="connsiteX27" fmla="*/ 28525 w 76200"/>
                <a:gd name="connsiteY27" fmla="*/ 76524 h 76200"/>
                <a:gd name="connsiteX28" fmla="*/ 34240 w 76200"/>
                <a:gd name="connsiteY28" fmla="*/ 74618 h 76200"/>
                <a:gd name="connsiteX29" fmla="*/ 37097 w 76200"/>
                <a:gd name="connsiteY29" fmla="*/ 68903 h 76200"/>
                <a:gd name="connsiteX30" fmla="*/ 51385 w 76200"/>
                <a:gd name="connsiteY30" fmla="*/ 67951 h 76200"/>
                <a:gd name="connsiteX31" fmla="*/ 55195 w 76200"/>
                <a:gd name="connsiteY31" fmla="*/ 72714 h 76200"/>
                <a:gd name="connsiteX32" fmla="*/ 60910 w 76200"/>
                <a:gd name="connsiteY32" fmla="*/ 73666 h 76200"/>
                <a:gd name="connsiteX33" fmla="*/ 66625 w 76200"/>
                <a:gd name="connsiteY33" fmla="*/ 69856 h 76200"/>
                <a:gd name="connsiteX34" fmla="*/ 67577 w 76200"/>
                <a:gd name="connsiteY34" fmla="*/ 64141 h 76200"/>
                <a:gd name="connsiteX35" fmla="*/ 63767 w 76200"/>
                <a:gd name="connsiteY35" fmla="*/ 59378 h 76200"/>
                <a:gd name="connsiteX36" fmla="*/ 70435 w 76200"/>
                <a:gd name="connsiteY36" fmla="*/ 46043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76200" h="76200" extrusionOk="0">
                  <a:moveTo>
                    <a:pt x="70435" y="46043"/>
                  </a:moveTo>
                  <a:lnTo>
                    <a:pt x="76150" y="46043"/>
                  </a:lnTo>
                  <a:cubicBezTo>
                    <a:pt x="78055" y="46043"/>
                    <a:pt x="79960" y="44139"/>
                    <a:pt x="79960" y="41281"/>
                  </a:cubicBezTo>
                  <a:lnTo>
                    <a:pt x="79007" y="34614"/>
                  </a:lnTo>
                  <a:cubicBezTo>
                    <a:pt x="79007" y="32708"/>
                    <a:pt x="77102" y="30803"/>
                    <a:pt x="74245" y="30803"/>
                  </a:cubicBezTo>
                  <a:lnTo>
                    <a:pt x="68530" y="30803"/>
                  </a:lnTo>
                  <a:cubicBezTo>
                    <a:pt x="66625" y="26041"/>
                    <a:pt x="63767" y="22231"/>
                    <a:pt x="59957" y="18421"/>
                  </a:cubicBezTo>
                  <a:lnTo>
                    <a:pt x="62815" y="12706"/>
                  </a:lnTo>
                  <a:cubicBezTo>
                    <a:pt x="63767" y="10801"/>
                    <a:pt x="62815" y="7943"/>
                    <a:pt x="60910" y="6991"/>
                  </a:cubicBezTo>
                  <a:lnTo>
                    <a:pt x="55195" y="4133"/>
                  </a:lnTo>
                  <a:cubicBezTo>
                    <a:pt x="53290" y="3181"/>
                    <a:pt x="50432" y="4133"/>
                    <a:pt x="49480" y="6039"/>
                  </a:cubicBezTo>
                  <a:lnTo>
                    <a:pt x="46622" y="11753"/>
                  </a:lnTo>
                  <a:cubicBezTo>
                    <a:pt x="41860" y="10801"/>
                    <a:pt x="37097" y="10801"/>
                    <a:pt x="32335" y="12706"/>
                  </a:cubicBezTo>
                  <a:lnTo>
                    <a:pt x="28525" y="7943"/>
                  </a:lnTo>
                  <a:cubicBezTo>
                    <a:pt x="27572" y="6039"/>
                    <a:pt x="24715" y="5086"/>
                    <a:pt x="22810" y="6991"/>
                  </a:cubicBezTo>
                  <a:lnTo>
                    <a:pt x="17095" y="10801"/>
                  </a:lnTo>
                  <a:cubicBezTo>
                    <a:pt x="15190" y="11753"/>
                    <a:pt x="14237" y="14611"/>
                    <a:pt x="16142" y="16516"/>
                  </a:cubicBezTo>
                  <a:lnTo>
                    <a:pt x="19952" y="21278"/>
                  </a:lnTo>
                  <a:cubicBezTo>
                    <a:pt x="17095" y="25089"/>
                    <a:pt x="14237" y="29851"/>
                    <a:pt x="13285" y="34614"/>
                  </a:cubicBezTo>
                  <a:lnTo>
                    <a:pt x="7570" y="34614"/>
                  </a:lnTo>
                  <a:cubicBezTo>
                    <a:pt x="5665" y="34614"/>
                    <a:pt x="3760" y="36518"/>
                    <a:pt x="3760" y="39376"/>
                  </a:cubicBezTo>
                  <a:lnTo>
                    <a:pt x="4712" y="46043"/>
                  </a:lnTo>
                  <a:cubicBezTo>
                    <a:pt x="4712" y="47949"/>
                    <a:pt x="6617" y="49853"/>
                    <a:pt x="9475" y="49853"/>
                  </a:cubicBezTo>
                  <a:lnTo>
                    <a:pt x="15190" y="49853"/>
                  </a:lnTo>
                  <a:cubicBezTo>
                    <a:pt x="17095" y="54616"/>
                    <a:pt x="19952" y="58426"/>
                    <a:pt x="23762" y="62236"/>
                  </a:cubicBezTo>
                  <a:lnTo>
                    <a:pt x="20905" y="67951"/>
                  </a:lnTo>
                  <a:cubicBezTo>
                    <a:pt x="19952" y="69856"/>
                    <a:pt x="20905" y="72714"/>
                    <a:pt x="22810" y="73666"/>
                  </a:cubicBezTo>
                  <a:lnTo>
                    <a:pt x="28525" y="76524"/>
                  </a:lnTo>
                  <a:cubicBezTo>
                    <a:pt x="30430" y="77476"/>
                    <a:pt x="33287" y="76524"/>
                    <a:pt x="34240" y="74618"/>
                  </a:cubicBezTo>
                  <a:lnTo>
                    <a:pt x="37097" y="68903"/>
                  </a:lnTo>
                  <a:cubicBezTo>
                    <a:pt x="41860" y="69856"/>
                    <a:pt x="46622" y="69856"/>
                    <a:pt x="51385" y="67951"/>
                  </a:cubicBezTo>
                  <a:lnTo>
                    <a:pt x="55195" y="72714"/>
                  </a:lnTo>
                  <a:cubicBezTo>
                    <a:pt x="56147" y="74618"/>
                    <a:pt x="59005" y="75571"/>
                    <a:pt x="60910" y="73666"/>
                  </a:cubicBezTo>
                  <a:lnTo>
                    <a:pt x="66625" y="69856"/>
                  </a:lnTo>
                  <a:cubicBezTo>
                    <a:pt x="68530" y="68903"/>
                    <a:pt x="69482" y="66046"/>
                    <a:pt x="67577" y="64141"/>
                  </a:cubicBezTo>
                  <a:lnTo>
                    <a:pt x="63767" y="59378"/>
                  </a:lnTo>
                  <a:cubicBezTo>
                    <a:pt x="67577" y="55568"/>
                    <a:pt x="69482" y="50806"/>
                    <a:pt x="70435" y="46043"/>
                  </a:cubicBezTo>
                  <a:close/>
                </a:path>
              </a:pathLst>
            </a:custGeom>
            <a:noFill/>
            <a:ln w="635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 sz="1850"/>
            </a:p>
          </p:txBody>
        </p:sp>
        <p:sp>
          <p:nvSpPr>
            <p:cNvPr id="146" name="Freeform: Shape 695">
              <a:extLst>
                <a:ext uri="{FF2B5EF4-FFF2-40B4-BE49-F238E27FC236}">
                  <a16:creationId xmlns:a16="http://schemas.microsoft.com/office/drawing/2014/main" id="{79EA51B6-20A1-44D9-B431-D9F5F8D3BB47}"/>
                </a:ext>
              </a:extLst>
            </p:cNvPr>
            <p:cNvSpPr/>
            <p:nvPr/>
          </p:nvSpPr>
          <p:spPr bwMode="auto">
            <a:xfrm>
              <a:off x="4768258" y="5731960"/>
              <a:ext cx="38127" cy="57191"/>
            </a:xfrm>
            <a:custGeom>
              <a:avLst/>
              <a:gdLst>
                <a:gd name="connsiteX0" fmla="*/ 24715 w 19050"/>
                <a:gd name="connsiteY0" fmla="*/ 14237 h 28575"/>
                <a:gd name="connsiteX1" fmla="*/ 14237 w 19050"/>
                <a:gd name="connsiteY1" fmla="*/ 3760 h 28575"/>
                <a:gd name="connsiteX2" fmla="*/ 3760 w 19050"/>
                <a:gd name="connsiteY2" fmla="*/ 14237 h 28575"/>
                <a:gd name="connsiteX3" fmla="*/ 14237 w 19050"/>
                <a:gd name="connsiteY3" fmla="*/ 24715 h 28575"/>
                <a:gd name="connsiteX4" fmla="*/ 24715 w 19050"/>
                <a:gd name="connsiteY4" fmla="*/ 14237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28575" extrusionOk="0">
                  <a:moveTo>
                    <a:pt x="24715" y="14237"/>
                  </a:moveTo>
                  <a:cubicBezTo>
                    <a:pt x="24715" y="8522"/>
                    <a:pt x="19952" y="3760"/>
                    <a:pt x="14237" y="3760"/>
                  </a:cubicBezTo>
                  <a:cubicBezTo>
                    <a:pt x="8522" y="3760"/>
                    <a:pt x="3760" y="8522"/>
                    <a:pt x="3760" y="14237"/>
                  </a:cubicBezTo>
                  <a:cubicBezTo>
                    <a:pt x="3760" y="19952"/>
                    <a:pt x="8522" y="24715"/>
                    <a:pt x="14237" y="24715"/>
                  </a:cubicBezTo>
                  <a:cubicBezTo>
                    <a:pt x="19952" y="25667"/>
                    <a:pt x="24715" y="20905"/>
                    <a:pt x="24715" y="14237"/>
                  </a:cubicBezTo>
                  <a:close/>
                </a:path>
              </a:pathLst>
            </a:custGeom>
            <a:noFill/>
            <a:ln w="635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 sz="1850"/>
            </a:p>
          </p:txBody>
        </p:sp>
        <p:sp>
          <p:nvSpPr>
            <p:cNvPr id="147" name="Freeform: Shape 696">
              <a:extLst>
                <a:ext uri="{FF2B5EF4-FFF2-40B4-BE49-F238E27FC236}">
                  <a16:creationId xmlns:a16="http://schemas.microsoft.com/office/drawing/2014/main" id="{C3692ECE-2B78-49F2-B1C2-7CCB3EC4C719}"/>
                </a:ext>
              </a:extLst>
            </p:cNvPr>
            <p:cNvSpPr/>
            <p:nvPr/>
          </p:nvSpPr>
          <p:spPr bwMode="auto">
            <a:xfrm>
              <a:off x="4766352" y="5974068"/>
              <a:ext cx="38127" cy="38127"/>
            </a:xfrm>
            <a:custGeom>
              <a:avLst/>
              <a:gdLst>
                <a:gd name="connsiteX0" fmla="*/ 24715 w 19050"/>
                <a:gd name="connsiteY0" fmla="*/ 14237 h 19050"/>
                <a:gd name="connsiteX1" fmla="*/ 14237 w 19050"/>
                <a:gd name="connsiteY1" fmla="*/ 3760 h 19050"/>
                <a:gd name="connsiteX2" fmla="*/ 3760 w 19050"/>
                <a:gd name="connsiteY2" fmla="*/ 14237 h 19050"/>
                <a:gd name="connsiteX3" fmla="*/ 14237 w 19050"/>
                <a:gd name="connsiteY3" fmla="*/ 24715 h 19050"/>
                <a:gd name="connsiteX4" fmla="*/ 24715 w 19050"/>
                <a:gd name="connsiteY4" fmla="*/ 14237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24715" y="14237"/>
                  </a:moveTo>
                  <a:cubicBezTo>
                    <a:pt x="24715" y="8522"/>
                    <a:pt x="19952" y="3760"/>
                    <a:pt x="14237" y="3760"/>
                  </a:cubicBezTo>
                  <a:cubicBezTo>
                    <a:pt x="8522" y="3760"/>
                    <a:pt x="3760" y="8522"/>
                    <a:pt x="3760" y="14237"/>
                  </a:cubicBezTo>
                  <a:cubicBezTo>
                    <a:pt x="3760" y="19952"/>
                    <a:pt x="8522" y="24715"/>
                    <a:pt x="14237" y="24715"/>
                  </a:cubicBezTo>
                  <a:cubicBezTo>
                    <a:pt x="19952" y="24715"/>
                    <a:pt x="24715" y="19952"/>
                    <a:pt x="24715" y="14237"/>
                  </a:cubicBezTo>
                  <a:close/>
                </a:path>
              </a:pathLst>
            </a:custGeom>
            <a:noFill/>
            <a:ln w="635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 sz="1850"/>
            </a:p>
          </p:txBody>
        </p:sp>
        <p:sp>
          <p:nvSpPr>
            <p:cNvPr id="148" name="Freeform: Shape 697">
              <a:extLst>
                <a:ext uri="{FF2B5EF4-FFF2-40B4-BE49-F238E27FC236}">
                  <a16:creationId xmlns:a16="http://schemas.microsoft.com/office/drawing/2014/main" id="{689DF0B2-FF76-4D97-81E0-160E3FFB2AB6}"/>
                </a:ext>
              </a:extLst>
            </p:cNvPr>
            <p:cNvSpPr/>
            <p:nvPr/>
          </p:nvSpPr>
          <p:spPr bwMode="auto">
            <a:xfrm>
              <a:off x="4907424" y="5853968"/>
              <a:ext cx="38127" cy="38127"/>
            </a:xfrm>
            <a:custGeom>
              <a:avLst/>
              <a:gdLst>
                <a:gd name="connsiteX0" fmla="*/ 22810 w 19050"/>
                <a:gd name="connsiteY0" fmla="*/ 13285 h 19050"/>
                <a:gd name="connsiteX1" fmla="*/ 13285 w 19050"/>
                <a:gd name="connsiteY1" fmla="*/ 22810 h 19050"/>
                <a:gd name="connsiteX2" fmla="*/ 3760 w 19050"/>
                <a:gd name="connsiteY2" fmla="*/ 13285 h 19050"/>
                <a:gd name="connsiteX3" fmla="*/ 13285 w 19050"/>
                <a:gd name="connsiteY3" fmla="*/ 3760 h 19050"/>
                <a:gd name="connsiteX4" fmla="*/ 22810 w 19050"/>
                <a:gd name="connsiteY4" fmla="*/ 1328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extrusionOk="0">
                  <a:moveTo>
                    <a:pt x="22810" y="13285"/>
                  </a:moveTo>
                  <a:cubicBezTo>
                    <a:pt x="22810" y="18545"/>
                    <a:pt x="18545" y="22810"/>
                    <a:pt x="13285" y="22810"/>
                  </a:cubicBezTo>
                  <a:cubicBezTo>
                    <a:pt x="8024" y="22810"/>
                    <a:pt x="3760" y="18545"/>
                    <a:pt x="3760" y="13285"/>
                  </a:cubicBezTo>
                  <a:cubicBezTo>
                    <a:pt x="3760" y="8024"/>
                    <a:pt x="8024" y="3760"/>
                    <a:pt x="13285" y="3760"/>
                  </a:cubicBezTo>
                  <a:cubicBezTo>
                    <a:pt x="18545" y="3760"/>
                    <a:pt x="22810" y="8024"/>
                    <a:pt x="22810" y="13285"/>
                  </a:cubicBezTo>
                  <a:close/>
                </a:path>
              </a:pathLst>
            </a:custGeom>
            <a:noFill/>
            <a:ln w="6350" cap="flat">
              <a:solidFill>
                <a:schemeClr val="bg2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 sz="185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21C5C03-5EA8-4C5D-8137-698A36537DB1}"/>
              </a:ext>
            </a:extLst>
          </p:cNvPr>
          <p:cNvGrpSpPr/>
          <p:nvPr/>
        </p:nvGrpSpPr>
        <p:grpSpPr>
          <a:xfrm>
            <a:off x="1275216" y="1485901"/>
            <a:ext cx="302428" cy="3275774"/>
            <a:chOff x="1322374" y="1529400"/>
            <a:chExt cx="255269" cy="3118860"/>
          </a:xfrm>
        </p:grpSpPr>
        <p:sp>
          <p:nvSpPr>
            <p:cNvPr id="93" name="Rectangle 86">
              <a:extLst>
                <a:ext uri="{FF2B5EF4-FFF2-40B4-BE49-F238E27FC236}">
                  <a16:creationId xmlns:a16="http://schemas.microsoft.com/office/drawing/2014/main" id="{60BD9A0A-795F-44EA-997B-B901A2DDA92A}"/>
                </a:ext>
              </a:extLst>
            </p:cNvPr>
            <p:cNvSpPr>
              <a:spLocks/>
            </p:cNvSpPr>
            <p:nvPr/>
          </p:nvSpPr>
          <p:spPr>
            <a:xfrm>
              <a:off x="1322374" y="1529400"/>
              <a:ext cx="239867" cy="3118860"/>
            </a:xfrm>
            <a:prstGeom prst="rect">
              <a:avLst/>
            </a:prstGeom>
            <a:gradFill>
              <a:gsLst>
                <a:gs pos="0">
                  <a:schemeClr val="accent1">
                    <a:lumMod val="20000"/>
                    <a:lumOff val="80000"/>
                    <a:alpha val="0"/>
                  </a:schemeClr>
                </a:gs>
                <a:gs pos="100000">
                  <a:schemeClr val="accent1">
                    <a:lumMod val="10000"/>
                    <a:lumOff val="90000"/>
                  </a:schemeClr>
                </a:gs>
              </a:gsLst>
              <a:lin ang="0" scaled="0"/>
            </a:gra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sp>
          <p:nvSpPr>
            <p:cNvPr id="95" name="Прямоугольник: скругленные углы 191">
              <a:extLst>
                <a:ext uri="{FF2B5EF4-FFF2-40B4-BE49-F238E27FC236}">
                  <a16:creationId xmlns:a16="http://schemas.microsoft.com/office/drawing/2014/main" id="{88587A81-5E63-4AED-864C-74E2468FA8D4}"/>
                </a:ext>
              </a:extLst>
            </p:cNvPr>
            <p:cNvSpPr>
              <a:spLocks/>
            </p:cNvSpPr>
            <p:nvPr/>
          </p:nvSpPr>
          <p:spPr>
            <a:xfrm>
              <a:off x="1548843" y="1529400"/>
              <a:ext cx="28800" cy="31188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6350" cap="flat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ru-RU" sz="1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1" name="Group 4280">
            <a:extLst>
              <a:ext uri="{FF2B5EF4-FFF2-40B4-BE49-F238E27FC236}">
                <a16:creationId xmlns:a16="http://schemas.microsoft.com/office/drawing/2014/main" id="{F237EF0E-4719-49D9-9037-50E6246559EB}"/>
              </a:ext>
            </a:extLst>
          </p:cNvPr>
          <p:cNvGrpSpPr/>
          <p:nvPr/>
        </p:nvGrpSpPr>
        <p:grpSpPr bwMode="auto">
          <a:xfrm>
            <a:off x="783681" y="4126909"/>
            <a:ext cx="575389" cy="579286"/>
            <a:chOff x="2806700" y="3427413"/>
            <a:chExt cx="703262" cy="708025"/>
          </a:xfrm>
        </p:grpSpPr>
        <p:sp>
          <p:nvSpPr>
            <p:cNvPr id="132" name="Freeform 114">
              <a:extLst>
                <a:ext uri="{FF2B5EF4-FFF2-40B4-BE49-F238E27FC236}">
                  <a16:creationId xmlns:a16="http://schemas.microsoft.com/office/drawing/2014/main" id="{EABAEB4F-8F37-4BFD-AFF2-6AB5E8D4CD3B}"/>
                </a:ext>
              </a:extLst>
            </p:cNvPr>
            <p:cNvSpPr/>
            <p:nvPr/>
          </p:nvSpPr>
          <p:spPr bwMode="auto">
            <a:xfrm>
              <a:off x="3286125" y="3427413"/>
              <a:ext cx="223837" cy="708025"/>
            </a:xfrm>
            <a:custGeom>
              <a:avLst/>
              <a:gdLst>
                <a:gd name="T0" fmla="*/ 30 w 141"/>
                <a:gd name="T1" fmla="*/ 446 h 446"/>
                <a:gd name="T2" fmla="*/ 30 w 141"/>
                <a:gd name="T3" fmla="*/ 102 h 446"/>
                <a:gd name="T4" fmla="*/ 0 w 141"/>
                <a:gd name="T5" fmla="*/ 102 h 446"/>
                <a:gd name="T6" fmla="*/ 0 w 141"/>
                <a:gd name="T7" fmla="*/ 92 h 446"/>
                <a:gd name="T8" fmla="*/ 70 w 141"/>
                <a:gd name="T9" fmla="*/ 0 h 446"/>
                <a:gd name="T10" fmla="*/ 141 w 141"/>
                <a:gd name="T11" fmla="*/ 92 h 446"/>
                <a:gd name="T12" fmla="*/ 141 w 141"/>
                <a:gd name="T13" fmla="*/ 102 h 446"/>
                <a:gd name="T14" fmla="*/ 110 w 141"/>
                <a:gd name="T15" fmla="*/ 102 h 446"/>
                <a:gd name="T16" fmla="*/ 110 w 141"/>
                <a:gd name="T17" fmla="*/ 304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" h="446" extrusionOk="0">
                  <a:moveTo>
                    <a:pt x="30" y="446"/>
                  </a:moveTo>
                  <a:lnTo>
                    <a:pt x="30" y="102"/>
                  </a:lnTo>
                  <a:lnTo>
                    <a:pt x="0" y="102"/>
                  </a:lnTo>
                  <a:lnTo>
                    <a:pt x="0" y="92"/>
                  </a:lnTo>
                  <a:lnTo>
                    <a:pt x="70" y="0"/>
                  </a:lnTo>
                  <a:lnTo>
                    <a:pt x="141" y="92"/>
                  </a:lnTo>
                  <a:lnTo>
                    <a:pt x="141" y="102"/>
                  </a:lnTo>
                  <a:lnTo>
                    <a:pt x="110" y="102"/>
                  </a:lnTo>
                  <a:lnTo>
                    <a:pt x="110" y="304"/>
                  </a:lnTo>
                </a:path>
              </a:pathLst>
            </a:custGeom>
            <a:noFill/>
            <a:ln w="635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3297" tIns="46649" rIns="93297" bIns="46649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ru-RU" sz="1850"/>
            </a:p>
          </p:txBody>
        </p:sp>
        <p:sp>
          <p:nvSpPr>
            <p:cNvPr id="134" name="Line 115">
              <a:extLst>
                <a:ext uri="{FF2B5EF4-FFF2-40B4-BE49-F238E27FC236}">
                  <a16:creationId xmlns:a16="http://schemas.microsoft.com/office/drawing/2014/main" id="{073698BF-7C8B-4574-8257-07B63154E2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7250" y="3540126"/>
              <a:ext cx="0" cy="239713"/>
            </a:xfrm>
            <a:prstGeom prst="line">
              <a:avLst/>
            </a:prstGeom>
            <a:noFill/>
            <a:ln w="635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3297" tIns="46649" rIns="93297" bIns="46649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ru-RU" sz="1850"/>
            </a:p>
          </p:txBody>
        </p:sp>
        <p:sp>
          <p:nvSpPr>
            <p:cNvPr id="135" name="Freeform 116">
              <a:extLst>
                <a:ext uri="{FF2B5EF4-FFF2-40B4-BE49-F238E27FC236}">
                  <a16:creationId xmlns:a16="http://schemas.microsoft.com/office/drawing/2014/main" id="{BB5CC65F-01DD-41DF-A96A-0431D783ABF2}"/>
                </a:ext>
              </a:extLst>
            </p:cNvPr>
            <p:cNvSpPr/>
            <p:nvPr/>
          </p:nvSpPr>
          <p:spPr bwMode="auto">
            <a:xfrm>
              <a:off x="3046413" y="3589338"/>
              <a:ext cx="223837" cy="546100"/>
            </a:xfrm>
            <a:custGeom>
              <a:avLst/>
              <a:gdLst>
                <a:gd name="T0" fmla="*/ 30 w 141"/>
                <a:gd name="T1" fmla="*/ 344 h 344"/>
                <a:gd name="T2" fmla="*/ 30 w 141"/>
                <a:gd name="T3" fmla="*/ 101 h 344"/>
                <a:gd name="T4" fmla="*/ 0 w 141"/>
                <a:gd name="T5" fmla="*/ 101 h 344"/>
                <a:gd name="T6" fmla="*/ 0 w 141"/>
                <a:gd name="T7" fmla="*/ 92 h 344"/>
                <a:gd name="T8" fmla="*/ 70 w 141"/>
                <a:gd name="T9" fmla="*/ 0 h 344"/>
                <a:gd name="T10" fmla="*/ 141 w 141"/>
                <a:gd name="T11" fmla="*/ 92 h 344"/>
                <a:gd name="T12" fmla="*/ 141 w 141"/>
                <a:gd name="T13" fmla="*/ 101 h 344"/>
                <a:gd name="T14" fmla="*/ 110 w 141"/>
                <a:gd name="T15" fmla="*/ 101 h 344"/>
                <a:gd name="T16" fmla="*/ 110 w 141"/>
                <a:gd name="T17" fmla="*/ 212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" h="344" extrusionOk="0">
                  <a:moveTo>
                    <a:pt x="30" y="344"/>
                  </a:moveTo>
                  <a:lnTo>
                    <a:pt x="30" y="101"/>
                  </a:lnTo>
                  <a:lnTo>
                    <a:pt x="0" y="101"/>
                  </a:lnTo>
                  <a:lnTo>
                    <a:pt x="0" y="92"/>
                  </a:lnTo>
                  <a:lnTo>
                    <a:pt x="70" y="0"/>
                  </a:lnTo>
                  <a:lnTo>
                    <a:pt x="141" y="92"/>
                  </a:lnTo>
                  <a:lnTo>
                    <a:pt x="141" y="101"/>
                  </a:lnTo>
                  <a:lnTo>
                    <a:pt x="110" y="101"/>
                  </a:lnTo>
                  <a:lnTo>
                    <a:pt x="110" y="212"/>
                  </a:lnTo>
                </a:path>
              </a:pathLst>
            </a:custGeom>
            <a:noFill/>
            <a:ln w="635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3297" tIns="46649" rIns="93297" bIns="46649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ru-RU" sz="1850"/>
            </a:p>
          </p:txBody>
        </p:sp>
        <p:sp>
          <p:nvSpPr>
            <p:cNvPr id="136" name="Line 117">
              <a:extLst>
                <a:ext uri="{FF2B5EF4-FFF2-40B4-BE49-F238E27FC236}">
                  <a16:creationId xmlns:a16="http://schemas.microsoft.com/office/drawing/2014/main" id="{CA3874AA-4960-40AD-B142-6D71D9D5AD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7538" y="3829050"/>
              <a:ext cx="0" cy="174625"/>
            </a:xfrm>
            <a:prstGeom prst="line">
              <a:avLst/>
            </a:prstGeom>
            <a:noFill/>
            <a:ln w="635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3297" tIns="46649" rIns="93297" bIns="46649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ru-RU" sz="1850"/>
            </a:p>
          </p:txBody>
        </p:sp>
        <p:sp>
          <p:nvSpPr>
            <p:cNvPr id="137" name="Freeform 118">
              <a:extLst>
                <a:ext uri="{FF2B5EF4-FFF2-40B4-BE49-F238E27FC236}">
                  <a16:creationId xmlns:a16="http://schemas.microsoft.com/office/drawing/2014/main" id="{40D672DA-BF94-47DB-A869-680EAF157CAE}"/>
                </a:ext>
              </a:extLst>
            </p:cNvPr>
            <p:cNvSpPr/>
            <p:nvPr/>
          </p:nvSpPr>
          <p:spPr bwMode="auto">
            <a:xfrm>
              <a:off x="2806700" y="3735388"/>
              <a:ext cx="223837" cy="400050"/>
            </a:xfrm>
            <a:custGeom>
              <a:avLst/>
              <a:gdLst>
                <a:gd name="T0" fmla="*/ 28 w 141"/>
                <a:gd name="T1" fmla="*/ 252 h 252"/>
                <a:gd name="T2" fmla="*/ 28 w 141"/>
                <a:gd name="T3" fmla="*/ 99 h 252"/>
                <a:gd name="T4" fmla="*/ 0 w 141"/>
                <a:gd name="T5" fmla="*/ 99 h 252"/>
                <a:gd name="T6" fmla="*/ 0 w 141"/>
                <a:gd name="T7" fmla="*/ 89 h 252"/>
                <a:gd name="T8" fmla="*/ 70 w 141"/>
                <a:gd name="T9" fmla="*/ 0 h 252"/>
                <a:gd name="T10" fmla="*/ 141 w 141"/>
                <a:gd name="T11" fmla="*/ 89 h 252"/>
                <a:gd name="T12" fmla="*/ 141 w 141"/>
                <a:gd name="T13" fmla="*/ 99 h 252"/>
                <a:gd name="T14" fmla="*/ 110 w 141"/>
                <a:gd name="T15" fmla="*/ 99 h 252"/>
                <a:gd name="T16" fmla="*/ 110 w 141"/>
                <a:gd name="T17" fmla="*/ 151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1" h="252" extrusionOk="0">
                  <a:moveTo>
                    <a:pt x="28" y="252"/>
                  </a:moveTo>
                  <a:lnTo>
                    <a:pt x="28" y="99"/>
                  </a:lnTo>
                  <a:lnTo>
                    <a:pt x="0" y="99"/>
                  </a:lnTo>
                  <a:lnTo>
                    <a:pt x="0" y="89"/>
                  </a:lnTo>
                  <a:lnTo>
                    <a:pt x="70" y="0"/>
                  </a:lnTo>
                  <a:lnTo>
                    <a:pt x="141" y="89"/>
                  </a:lnTo>
                  <a:lnTo>
                    <a:pt x="141" y="99"/>
                  </a:lnTo>
                  <a:lnTo>
                    <a:pt x="110" y="99"/>
                  </a:lnTo>
                  <a:lnTo>
                    <a:pt x="110" y="151"/>
                  </a:lnTo>
                </a:path>
              </a:pathLst>
            </a:custGeom>
            <a:noFill/>
            <a:ln w="635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3297" tIns="46649" rIns="93297" bIns="46649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ru-RU" sz="1850" dirty="0"/>
            </a:p>
          </p:txBody>
        </p:sp>
        <p:sp>
          <p:nvSpPr>
            <p:cNvPr id="138" name="Line 119">
              <a:extLst>
                <a:ext uri="{FF2B5EF4-FFF2-40B4-BE49-F238E27FC236}">
                  <a16:creationId xmlns:a16="http://schemas.microsoft.com/office/drawing/2014/main" id="{CFF2130E-AAC7-48FF-9CDA-8EC515717F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7825" y="3910013"/>
              <a:ext cx="0" cy="112713"/>
            </a:xfrm>
            <a:prstGeom prst="line">
              <a:avLst/>
            </a:prstGeom>
            <a:noFill/>
            <a:ln w="635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3297" tIns="46649" rIns="93297" bIns="46649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ru-RU" sz="1850"/>
            </a:p>
          </p:txBody>
        </p:sp>
        <p:sp>
          <p:nvSpPr>
            <p:cNvPr id="139" name="Line 120">
              <a:extLst>
                <a:ext uri="{FF2B5EF4-FFF2-40B4-BE49-F238E27FC236}">
                  <a16:creationId xmlns:a16="http://schemas.microsoft.com/office/drawing/2014/main" id="{544F5AFC-AD94-4A4C-A3B8-F7029BEA16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17825" y="4052888"/>
              <a:ext cx="0" cy="33338"/>
            </a:xfrm>
            <a:prstGeom prst="line">
              <a:avLst/>
            </a:prstGeom>
            <a:noFill/>
            <a:ln w="635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3297" tIns="46649" rIns="93297" bIns="46649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ru-RU" sz="1850"/>
            </a:p>
          </p:txBody>
        </p:sp>
        <p:sp>
          <p:nvSpPr>
            <p:cNvPr id="140" name="Line 121">
              <a:extLst>
                <a:ext uri="{FF2B5EF4-FFF2-40B4-BE49-F238E27FC236}">
                  <a16:creationId xmlns:a16="http://schemas.microsoft.com/office/drawing/2014/main" id="{53CAFB05-7257-4D3C-B43E-8C6DA3E3D7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57538" y="4038601"/>
              <a:ext cx="0" cy="33338"/>
            </a:xfrm>
            <a:prstGeom prst="line">
              <a:avLst/>
            </a:prstGeom>
            <a:noFill/>
            <a:ln w="635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3297" tIns="46649" rIns="93297" bIns="46649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ru-RU" sz="1850"/>
            </a:p>
          </p:txBody>
        </p:sp>
        <p:sp>
          <p:nvSpPr>
            <p:cNvPr id="141" name="Line 122">
              <a:extLst>
                <a:ext uri="{FF2B5EF4-FFF2-40B4-BE49-F238E27FC236}">
                  <a16:creationId xmlns:a16="http://schemas.microsoft.com/office/drawing/2014/main" id="{859CAD95-4A8A-4C72-B099-B08C2FFB99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7250" y="3813176"/>
              <a:ext cx="0" cy="33338"/>
            </a:xfrm>
            <a:prstGeom prst="line">
              <a:avLst/>
            </a:prstGeom>
            <a:noFill/>
            <a:ln w="6350" cap="flat">
              <a:solidFill>
                <a:schemeClr val="accent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3297" tIns="46649" rIns="93297" bIns="46649" numCol="1" anchor="t" anchorCtr="0" compatLnSpc="1">
              <a:prstTxWarp prst="textNoShape">
                <a:avLst/>
              </a:prstTxWarp>
            </a:bodyPr>
            <a:lstStyle/>
            <a:p>
              <a:pPr>
                <a:defRPr/>
              </a:pPr>
              <a:endParaRPr lang="ru-RU" sz="1850"/>
            </a:p>
          </p:txBody>
        </p:sp>
      </p:grpSp>
      <p:sp>
        <p:nvSpPr>
          <p:cNvPr id="117" name="Полилиния: фигура 41">
            <a:extLst>
              <a:ext uri="{FF2B5EF4-FFF2-40B4-BE49-F238E27FC236}">
                <a16:creationId xmlns:a16="http://schemas.microsoft.com/office/drawing/2014/main" id="{7CF0A3C3-B79A-4F24-9F9D-DAAB96417392}"/>
              </a:ext>
            </a:extLst>
          </p:cNvPr>
          <p:cNvSpPr>
            <a:spLocks/>
          </p:cNvSpPr>
          <p:nvPr/>
        </p:nvSpPr>
        <p:spPr>
          <a:xfrm>
            <a:off x="1649653" y="4856140"/>
            <a:ext cx="5559591" cy="450669"/>
          </a:xfrm>
          <a:prstGeom prst="roundRect">
            <a:avLst>
              <a:gd name="adj" fmla="val 17639"/>
            </a:avLst>
          </a:prstGeom>
          <a:solidFill>
            <a:srgbClr val="ED302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08" name="TextBox 207">
            <a:extLst>
              <a:ext uri="{FF2B5EF4-FFF2-40B4-BE49-F238E27FC236}">
                <a16:creationId xmlns:a16="http://schemas.microsoft.com/office/drawing/2014/main" id="{BCDCCE53-120E-44A7-9805-9489414FDAE6}"/>
              </a:ext>
            </a:extLst>
          </p:cNvPr>
          <p:cNvSpPr txBox="1">
            <a:spLocks/>
          </p:cNvSpPr>
          <p:nvPr/>
        </p:nvSpPr>
        <p:spPr>
          <a:xfrm>
            <a:off x="2004717" y="4869919"/>
            <a:ext cx="2316911" cy="42453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buClr>
                <a:schemeClr val="tx2"/>
              </a:buClr>
            </a:pPr>
            <a:r>
              <a:rPr lang="ru-RU" sz="1200" b="1" dirty="0">
                <a:solidFill>
                  <a:schemeClr val="tx2"/>
                </a:solidFill>
                <a:latin typeface="+mj-lt"/>
              </a:rPr>
              <a:t>Единая технологическая платформа</a:t>
            </a:r>
          </a:p>
        </p:txBody>
      </p:sp>
      <p:sp>
        <p:nvSpPr>
          <p:cNvPr id="280" name="Полилиния: фигура 41">
            <a:extLst>
              <a:ext uri="{FF2B5EF4-FFF2-40B4-BE49-F238E27FC236}">
                <a16:creationId xmlns:a16="http://schemas.microsoft.com/office/drawing/2014/main" id="{5A048DA4-7B3E-4C2D-B7AD-F875B6F97BB7}"/>
              </a:ext>
            </a:extLst>
          </p:cNvPr>
          <p:cNvSpPr>
            <a:spLocks/>
          </p:cNvSpPr>
          <p:nvPr/>
        </p:nvSpPr>
        <p:spPr>
          <a:xfrm>
            <a:off x="1649437" y="5337599"/>
            <a:ext cx="5559591" cy="450669"/>
          </a:xfrm>
          <a:prstGeom prst="roundRect">
            <a:avLst>
              <a:gd name="adj" fmla="val 17639"/>
            </a:avLst>
          </a:prstGeom>
          <a:solidFill>
            <a:srgbClr val="ED302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DF8A5647-13C9-473E-9123-01A88940DC94}"/>
              </a:ext>
            </a:extLst>
          </p:cNvPr>
          <p:cNvSpPr txBox="1">
            <a:spLocks/>
          </p:cNvSpPr>
          <p:nvPr/>
        </p:nvSpPr>
        <p:spPr>
          <a:xfrm>
            <a:off x="2004717" y="5351989"/>
            <a:ext cx="2316911" cy="42453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buClr>
                <a:schemeClr val="tx2"/>
              </a:buClr>
            </a:pPr>
            <a:r>
              <a:rPr lang="ru-RU" sz="1200" b="1" dirty="0">
                <a:solidFill>
                  <a:schemeClr val="tx2"/>
                </a:solidFill>
                <a:latin typeface="+mj-lt"/>
              </a:rPr>
              <a:t>Непрерывное</a:t>
            </a:r>
            <a:br>
              <a:rPr lang="ru-RU" sz="1200" b="1" dirty="0">
                <a:solidFill>
                  <a:schemeClr val="tx2"/>
                </a:solidFill>
                <a:latin typeface="+mj-lt"/>
              </a:rPr>
            </a:br>
            <a:r>
              <a:rPr lang="ru-RU" sz="1200" b="1" dirty="0">
                <a:solidFill>
                  <a:schemeClr val="tx2"/>
                </a:solidFill>
                <a:latin typeface="+mj-lt"/>
              </a:rPr>
              <a:t>развитие данных</a:t>
            </a:r>
          </a:p>
        </p:txBody>
      </p:sp>
      <p:sp>
        <p:nvSpPr>
          <p:cNvPr id="282" name="Полилиния: фигура 41">
            <a:extLst>
              <a:ext uri="{FF2B5EF4-FFF2-40B4-BE49-F238E27FC236}">
                <a16:creationId xmlns:a16="http://schemas.microsoft.com/office/drawing/2014/main" id="{2BAE3655-0DA7-4309-A837-9A718820ACD6}"/>
              </a:ext>
            </a:extLst>
          </p:cNvPr>
          <p:cNvSpPr>
            <a:spLocks/>
          </p:cNvSpPr>
          <p:nvPr/>
        </p:nvSpPr>
        <p:spPr>
          <a:xfrm>
            <a:off x="1649437" y="5819064"/>
            <a:ext cx="5559591" cy="450669"/>
          </a:xfrm>
          <a:prstGeom prst="roundRect">
            <a:avLst>
              <a:gd name="adj" fmla="val 17639"/>
            </a:avLst>
          </a:prstGeom>
          <a:solidFill>
            <a:srgbClr val="ED302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8875E4B-4995-4DB9-AF47-6992392102CA}"/>
              </a:ext>
            </a:extLst>
          </p:cNvPr>
          <p:cNvSpPr txBox="1">
            <a:spLocks/>
          </p:cNvSpPr>
          <p:nvPr/>
        </p:nvSpPr>
        <p:spPr>
          <a:xfrm>
            <a:off x="2004717" y="5834063"/>
            <a:ext cx="2316911" cy="42453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  <a:buClr>
                <a:schemeClr val="tx2"/>
              </a:buClr>
            </a:pPr>
            <a:r>
              <a:rPr lang="ru-RU" sz="1200" b="1" dirty="0">
                <a:solidFill>
                  <a:schemeClr val="tx2"/>
                </a:solidFill>
                <a:latin typeface="+mj-lt"/>
              </a:rPr>
              <a:t>Внутренние и внешние </a:t>
            </a:r>
            <a:br>
              <a:rPr lang="ru-RU" sz="1200" b="1" dirty="0">
                <a:solidFill>
                  <a:schemeClr val="tx2"/>
                </a:solidFill>
                <a:latin typeface="+mj-lt"/>
              </a:rPr>
            </a:br>
            <a:r>
              <a:rPr lang="ru-RU" sz="1200" b="1" dirty="0">
                <a:solidFill>
                  <a:schemeClr val="tx2"/>
                </a:solidFill>
                <a:latin typeface="+mj-lt"/>
              </a:rPr>
              <a:t>AI-ассистенты</a:t>
            </a:r>
          </a:p>
        </p:txBody>
      </p:sp>
      <p:sp>
        <p:nvSpPr>
          <p:cNvPr id="66" name="Полилиния: фигура 41">
            <a:extLst>
              <a:ext uri="{FF2B5EF4-FFF2-40B4-BE49-F238E27FC236}">
                <a16:creationId xmlns:a16="http://schemas.microsoft.com/office/drawing/2014/main" id="{CF7B31CF-FD39-42E5-A095-CC95E53A8C52}"/>
              </a:ext>
            </a:extLst>
          </p:cNvPr>
          <p:cNvSpPr>
            <a:spLocks/>
          </p:cNvSpPr>
          <p:nvPr/>
        </p:nvSpPr>
        <p:spPr>
          <a:xfrm>
            <a:off x="1649413" y="4374681"/>
            <a:ext cx="5559591" cy="450669"/>
          </a:xfrm>
          <a:prstGeom prst="roundRect">
            <a:avLst>
              <a:gd name="adj" fmla="val 17639"/>
            </a:avLst>
          </a:prstGeom>
          <a:solidFill>
            <a:srgbClr val="ED302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D5C053B-A715-4B1D-92E4-2DE4478D9F31}"/>
              </a:ext>
            </a:extLst>
          </p:cNvPr>
          <p:cNvSpPr txBox="1">
            <a:spLocks/>
          </p:cNvSpPr>
          <p:nvPr/>
        </p:nvSpPr>
        <p:spPr>
          <a:xfrm>
            <a:off x="2004717" y="4410073"/>
            <a:ext cx="2316911" cy="382008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b="1" dirty="0">
                <a:solidFill>
                  <a:schemeClr val="bg1"/>
                </a:solidFill>
                <a:latin typeface="+mj-lt"/>
              </a:rPr>
              <a:t>Фокус команды </a:t>
            </a:r>
            <a:br>
              <a:rPr lang="ru-RU" sz="1200" b="1" dirty="0">
                <a:solidFill>
                  <a:schemeClr val="bg1"/>
                </a:solidFill>
                <a:latin typeface="+mj-lt"/>
              </a:rPr>
            </a:br>
            <a:r>
              <a:rPr lang="ru-RU" sz="1200" b="1" dirty="0">
                <a:solidFill>
                  <a:schemeClr val="bg1"/>
                </a:solidFill>
                <a:latin typeface="+mj-lt"/>
              </a:rPr>
              <a:t>на P&amp;L клиента</a:t>
            </a:r>
          </a:p>
        </p:txBody>
      </p:sp>
      <p:sp>
        <p:nvSpPr>
          <p:cNvPr id="58" name="Полилиния: фигура 41">
            <a:extLst>
              <a:ext uri="{FF2B5EF4-FFF2-40B4-BE49-F238E27FC236}">
                <a16:creationId xmlns:a16="http://schemas.microsoft.com/office/drawing/2014/main" id="{0A8371D0-2879-4283-A15A-87DEAB3AA2A4}"/>
              </a:ext>
            </a:extLst>
          </p:cNvPr>
          <p:cNvSpPr>
            <a:spLocks/>
          </p:cNvSpPr>
          <p:nvPr/>
        </p:nvSpPr>
        <p:spPr>
          <a:xfrm>
            <a:off x="1649413" y="3893222"/>
            <a:ext cx="5559591" cy="450669"/>
          </a:xfrm>
          <a:prstGeom prst="roundRect">
            <a:avLst>
              <a:gd name="adj" fmla="val 17639"/>
            </a:avLst>
          </a:prstGeom>
          <a:solidFill>
            <a:srgbClr val="ED302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0671935-C44D-49CA-ACE1-4122B85FFC75}"/>
              </a:ext>
            </a:extLst>
          </p:cNvPr>
          <p:cNvSpPr txBox="1">
            <a:spLocks/>
          </p:cNvSpPr>
          <p:nvPr/>
        </p:nvSpPr>
        <p:spPr>
          <a:xfrm>
            <a:off x="2004717" y="3928003"/>
            <a:ext cx="2316911" cy="382008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b="1" dirty="0">
                <a:solidFill>
                  <a:schemeClr val="bg1"/>
                </a:solidFill>
                <a:latin typeface="+mj-lt"/>
              </a:rPr>
              <a:t>Максимизация</a:t>
            </a:r>
            <a:br>
              <a:rPr lang="ru-RU" sz="1200" b="1" dirty="0">
                <a:solidFill>
                  <a:schemeClr val="bg1"/>
                </a:solidFill>
                <a:latin typeface="+mj-lt"/>
              </a:rPr>
            </a:br>
            <a:r>
              <a:rPr lang="ru-RU" sz="1200" b="1" dirty="0">
                <a:solidFill>
                  <a:schemeClr val="bg1"/>
                </a:solidFill>
                <a:latin typeface="+mj-lt"/>
              </a:rPr>
              <a:t>отдачи на капитал</a:t>
            </a:r>
          </a:p>
        </p:txBody>
      </p:sp>
      <p:sp>
        <p:nvSpPr>
          <p:cNvPr id="59" name="Полилиния: фигура 41">
            <a:extLst>
              <a:ext uri="{FF2B5EF4-FFF2-40B4-BE49-F238E27FC236}">
                <a16:creationId xmlns:a16="http://schemas.microsoft.com/office/drawing/2014/main" id="{D1DCC5B1-83B9-49A6-BD09-6B0FDA39B685}"/>
              </a:ext>
            </a:extLst>
          </p:cNvPr>
          <p:cNvSpPr>
            <a:spLocks/>
          </p:cNvSpPr>
          <p:nvPr/>
        </p:nvSpPr>
        <p:spPr>
          <a:xfrm>
            <a:off x="1649413" y="3411763"/>
            <a:ext cx="5559591" cy="450669"/>
          </a:xfrm>
          <a:prstGeom prst="roundRect">
            <a:avLst>
              <a:gd name="adj" fmla="val 17639"/>
            </a:avLst>
          </a:prstGeom>
          <a:solidFill>
            <a:srgbClr val="ED302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205F10B-6D87-4F8E-A102-04912E303C05}"/>
              </a:ext>
            </a:extLst>
          </p:cNvPr>
          <p:cNvSpPr txBox="1">
            <a:spLocks/>
          </p:cNvSpPr>
          <p:nvPr/>
        </p:nvSpPr>
        <p:spPr>
          <a:xfrm>
            <a:off x="2004717" y="3445932"/>
            <a:ext cx="2316911" cy="38135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b="1" dirty="0">
                <a:solidFill>
                  <a:schemeClr val="bg1"/>
                </a:solidFill>
                <a:latin typeface="+mj-lt"/>
              </a:rPr>
              <a:t>Интеграция </a:t>
            </a:r>
            <a:br>
              <a:rPr lang="ru-RU" sz="1200" b="1" dirty="0">
                <a:solidFill>
                  <a:schemeClr val="bg1"/>
                </a:solidFill>
                <a:latin typeface="+mj-lt"/>
              </a:rPr>
            </a:br>
            <a:r>
              <a:rPr lang="ru-RU" sz="1200" b="1" dirty="0">
                <a:solidFill>
                  <a:schemeClr val="bg1"/>
                </a:solidFill>
                <a:latin typeface="+mj-lt"/>
              </a:rPr>
              <a:t>в </a:t>
            </a:r>
            <a:r>
              <a:rPr lang="en-US" sz="1200" b="1" dirty="0">
                <a:solidFill>
                  <a:schemeClr val="bg1"/>
                </a:solidFill>
                <a:latin typeface="+mj-lt"/>
              </a:rPr>
              <a:t>core-</a:t>
            </a:r>
            <a:r>
              <a:rPr lang="ru-RU" sz="1200" b="1" dirty="0">
                <a:solidFill>
                  <a:schemeClr val="bg1"/>
                </a:solidFill>
                <a:latin typeface="+mj-lt"/>
              </a:rPr>
              <a:t>сценарии</a:t>
            </a:r>
          </a:p>
        </p:txBody>
      </p:sp>
      <p:sp>
        <p:nvSpPr>
          <p:cNvPr id="82" name="Полилиния: фигура 41">
            <a:extLst>
              <a:ext uri="{FF2B5EF4-FFF2-40B4-BE49-F238E27FC236}">
                <a16:creationId xmlns:a16="http://schemas.microsoft.com/office/drawing/2014/main" id="{9A134EA6-D5D6-414E-B6ED-EC6059066180}"/>
              </a:ext>
            </a:extLst>
          </p:cNvPr>
          <p:cNvSpPr>
            <a:spLocks/>
          </p:cNvSpPr>
          <p:nvPr/>
        </p:nvSpPr>
        <p:spPr>
          <a:xfrm>
            <a:off x="1649413" y="2930304"/>
            <a:ext cx="5559591" cy="450669"/>
          </a:xfrm>
          <a:prstGeom prst="roundRect">
            <a:avLst>
              <a:gd name="adj" fmla="val 17639"/>
            </a:avLst>
          </a:prstGeom>
          <a:solidFill>
            <a:srgbClr val="ED302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5223049-CD3F-4C5A-8D6C-E66AD738390A}"/>
              </a:ext>
            </a:extLst>
          </p:cNvPr>
          <p:cNvSpPr txBox="1">
            <a:spLocks/>
          </p:cNvSpPr>
          <p:nvPr/>
        </p:nvSpPr>
        <p:spPr>
          <a:xfrm>
            <a:off x="2004717" y="2965449"/>
            <a:ext cx="2316911" cy="3820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200" b="1" dirty="0">
                <a:solidFill>
                  <a:schemeClr val="bg1"/>
                </a:solidFill>
                <a:latin typeface="+mj-lt"/>
              </a:rPr>
              <a:t>E2E-</a:t>
            </a:r>
            <a:r>
              <a:rPr lang="ru-RU" sz="1200" b="1" dirty="0">
                <a:solidFill>
                  <a:schemeClr val="bg1"/>
                </a:solidFill>
                <a:latin typeface="+mj-lt"/>
              </a:rPr>
              <a:t>управление </a:t>
            </a:r>
            <a:br>
              <a:rPr lang="en-US" sz="1200" b="1" dirty="0">
                <a:solidFill>
                  <a:schemeClr val="bg1"/>
                </a:solidFill>
                <a:latin typeface="+mj-lt"/>
              </a:rPr>
            </a:br>
            <a:r>
              <a:rPr lang="ru-RU" sz="1200" b="1" dirty="0">
                <a:solidFill>
                  <a:schemeClr val="bg1"/>
                </a:solidFill>
                <a:latin typeface="+mj-lt"/>
              </a:rPr>
              <a:t>сделкой</a:t>
            </a:r>
          </a:p>
        </p:txBody>
      </p:sp>
      <p:sp>
        <p:nvSpPr>
          <p:cNvPr id="80" name="Полилиния: фигура 41">
            <a:extLst>
              <a:ext uri="{FF2B5EF4-FFF2-40B4-BE49-F238E27FC236}">
                <a16:creationId xmlns:a16="http://schemas.microsoft.com/office/drawing/2014/main" id="{BAE515A4-9F5B-45BC-94A1-829356305E12}"/>
              </a:ext>
            </a:extLst>
          </p:cNvPr>
          <p:cNvSpPr>
            <a:spLocks/>
          </p:cNvSpPr>
          <p:nvPr/>
        </p:nvSpPr>
        <p:spPr>
          <a:xfrm>
            <a:off x="1649413" y="2448845"/>
            <a:ext cx="5559591" cy="450669"/>
          </a:xfrm>
          <a:prstGeom prst="roundRect">
            <a:avLst>
              <a:gd name="adj" fmla="val 17639"/>
            </a:avLst>
          </a:prstGeom>
          <a:solidFill>
            <a:srgbClr val="ED302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51D3396-8C17-4526-A7C1-D2A80B63342C}"/>
              </a:ext>
            </a:extLst>
          </p:cNvPr>
          <p:cNvSpPr txBox="1">
            <a:spLocks/>
          </p:cNvSpPr>
          <p:nvPr/>
        </p:nvSpPr>
        <p:spPr>
          <a:xfrm>
            <a:off x="2004717" y="2483379"/>
            <a:ext cx="2316911" cy="382008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200" b="1" dirty="0">
                <a:solidFill>
                  <a:schemeClr val="bg1"/>
                </a:solidFill>
                <a:latin typeface="+mj-lt"/>
              </a:rPr>
              <a:t>E2E</a:t>
            </a:r>
            <a:r>
              <a:rPr lang="ru-RU" sz="1200" b="1" dirty="0">
                <a:solidFill>
                  <a:schemeClr val="bg1"/>
                </a:solidFill>
                <a:latin typeface="+mj-lt"/>
              </a:rPr>
              <a:t>-продажи</a:t>
            </a:r>
            <a:endParaRPr lang="en-US" sz="1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1" name="Полилиния: фигура 41">
            <a:extLst>
              <a:ext uri="{FF2B5EF4-FFF2-40B4-BE49-F238E27FC236}">
                <a16:creationId xmlns:a16="http://schemas.microsoft.com/office/drawing/2014/main" id="{92B5B07F-4BF2-4BB0-8C31-AF7C26DA667A}"/>
              </a:ext>
            </a:extLst>
          </p:cNvPr>
          <p:cNvSpPr>
            <a:spLocks/>
          </p:cNvSpPr>
          <p:nvPr/>
        </p:nvSpPr>
        <p:spPr>
          <a:xfrm>
            <a:off x="1649654" y="1485927"/>
            <a:ext cx="5559591" cy="450669"/>
          </a:xfrm>
          <a:prstGeom prst="roundRect">
            <a:avLst>
              <a:gd name="adj" fmla="val 17639"/>
            </a:avLst>
          </a:prstGeom>
          <a:solidFill>
            <a:srgbClr val="ED302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8BC68B9-6BD0-4845-8A13-EB4F88DA6132}"/>
              </a:ext>
            </a:extLst>
          </p:cNvPr>
          <p:cNvSpPr txBox="1">
            <a:spLocks/>
          </p:cNvSpPr>
          <p:nvPr/>
        </p:nvSpPr>
        <p:spPr>
          <a:xfrm>
            <a:off x="2004717" y="1520825"/>
            <a:ext cx="2316911" cy="3813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ru-RU" sz="1200" b="1" dirty="0">
                <a:solidFill>
                  <a:schemeClr val="bg1"/>
                </a:solidFill>
                <a:latin typeface="+mj-lt"/>
              </a:rPr>
              <a:t>Единый </a:t>
            </a:r>
            <a:br>
              <a:rPr lang="en-US" sz="1200" b="1" dirty="0">
                <a:solidFill>
                  <a:schemeClr val="bg1"/>
                </a:solidFill>
                <a:latin typeface="+mj-lt"/>
              </a:rPr>
            </a:br>
            <a:r>
              <a:rPr lang="ru-RU" sz="1200" b="1" dirty="0">
                <a:solidFill>
                  <a:schemeClr val="bg1"/>
                </a:solidFill>
                <a:latin typeface="+mj-lt"/>
              </a:rPr>
              <a:t>рисковый лимит</a:t>
            </a:r>
          </a:p>
        </p:txBody>
      </p:sp>
      <p:sp>
        <p:nvSpPr>
          <p:cNvPr id="126" name="Полилиния: фигура 41">
            <a:extLst>
              <a:ext uri="{FF2B5EF4-FFF2-40B4-BE49-F238E27FC236}">
                <a16:creationId xmlns:a16="http://schemas.microsoft.com/office/drawing/2014/main" id="{238D7906-8947-440E-9BD0-4128E0EDB5F0}"/>
              </a:ext>
            </a:extLst>
          </p:cNvPr>
          <p:cNvSpPr>
            <a:spLocks/>
          </p:cNvSpPr>
          <p:nvPr/>
        </p:nvSpPr>
        <p:spPr>
          <a:xfrm>
            <a:off x="1649413" y="1967386"/>
            <a:ext cx="5559591" cy="450669"/>
          </a:xfrm>
          <a:prstGeom prst="roundRect">
            <a:avLst>
              <a:gd name="adj" fmla="val 17639"/>
            </a:avLst>
          </a:prstGeom>
          <a:solidFill>
            <a:srgbClr val="ED302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000" dirty="0" err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823D09D-40D4-408B-8DDF-A30967B94B30}"/>
              </a:ext>
            </a:extLst>
          </p:cNvPr>
          <p:cNvSpPr txBox="1">
            <a:spLocks/>
          </p:cNvSpPr>
          <p:nvPr/>
        </p:nvSpPr>
        <p:spPr>
          <a:xfrm>
            <a:off x="2004717" y="2002896"/>
            <a:ext cx="2316911" cy="38200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spcBef>
                <a:spcPts val="0"/>
              </a:spcBef>
            </a:pPr>
            <a:r>
              <a:rPr lang="en-US" sz="1200" b="1" dirty="0">
                <a:solidFill>
                  <a:schemeClr val="bg1"/>
                </a:solidFill>
                <a:latin typeface="+mj-lt"/>
              </a:rPr>
              <a:t>Full approve</a:t>
            </a:r>
          </a:p>
        </p:txBody>
      </p:sp>
      <p:sp>
        <p:nvSpPr>
          <p:cNvPr id="115" name="Полилиния: фигура 41">
            <a:extLst>
              <a:ext uri="{FF2B5EF4-FFF2-40B4-BE49-F238E27FC236}">
                <a16:creationId xmlns:a16="http://schemas.microsoft.com/office/drawing/2014/main" id="{79810BDC-E3A1-4F99-8879-2F028170DA1F}"/>
              </a:ext>
            </a:extLst>
          </p:cNvPr>
          <p:cNvSpPr>
            <a:spLocks/>
          </p:cNvSpPr>
          <p:nvPr/>
        </p:nvSpPr>
        <p:spPr>
          <a:xfrm>
            <a:off x="4527848" y="5337175"/>
            <a:ext cx="7103979" cy="450669"/>
          </a:xfrm>
          <a:prstGeom prst="roundRect">
            <a:avLst>
              <a:gd name="adj" fmla="val 17639"/>
            </a:avLst>
          </a:prstGeom>
          <a:solidFill>
            <a:schemeClr val="accent1">
              <a:lumMod val="20000"/>
              <a:lumOff val="80000"/>
            </a:schemeClr>
          </a:solidFill>
          <a:ln w="6350" cap="sq">
            <a:solidFill>
              <a:schemeClr val="accent3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 err="1">
                <a:solidFill>
                  <a:schemeClr val="tx1"/>
                </a:solidFill>
              </a:rPr>
              <a:t>Внутр</a:t>
            </a:r>
            <a:r>
              <a:rPr lang="ru-RU" sz="1200" dirty="0">
                <a:solidFill>
                  <a:schemeClr val="tx1"/>
                </a:solidFill>
              </a:rPr>
              <a:t>., внешние и данные группы для расширенного цифрового профиля клиента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16" name="Полилиния: фигура 41">
            <a:extLst>
              <a:ext uri="{FF2B5EF4-FFF2-40B4-BE49-F238E27FC236}">
                <a16:creationId xmlns:a16="http://schemas.microsoft.com/office/drawing/2014/main" id="{287470D3-99B6-445D-B99D-4173D1D619C8}"/>
              </a:ext>
            </a:extLst>
          </p:cNvPr>
          <p:cNvSpPr>
            <a:spLocks/>
          </p:cNvSpPr>
          <p:nvPr/>
        </p:nvSpPr>
        <p:spPr>
          <a:xfrm>
            <a:off x="4527848" y="5819064"/>
            <a:ext cx="7103979" cy="450669"/>
          </a:xfrm>
          <a:prstGeom prst="roundRect">
            <a:avLst>
              <a:gd name="adj" fmla="val 17639"/>
            </a:avLst>
          </a:prstGeom>
          <a:solidFill>
            <a:schemeClr val="accent1">
              <a:lumMod val="20000"/>
              <a:lumOff val="80000"/>
            </a:schemeClr>
          </a:solidFill>
          <a:ln w="6350" cap="sq">
            <a:solidFill>
              <a:schemeClr val="accent3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>
                <a:solidFill>
                  <a:schemeClr val="tx1"/>
                </a:solidFill>
              </a:rPr>
              <a:t>Сопровождение клиента и поддержка КМ в подборе и выдаче оптимального решения</a:t>
            </a:r>
          </a:p>
        </p:txBody>
      </p:sp>
      <p:sp>
        <p:nvSpPr>
          <p:cNvPr id="62" name="Полилиния: фигура 41">
            <a:extLst>
              <a:ext uri="{FF2B5EF4-FFF2-40B4-BE49-F238E27FC236}">
                <a16:creationId xmlns:a16="http://schemas.microsoft.com/office/drawing/2014/main" id="{58F99067-F132-4F9D-8AD6-DECFE2E1A5F6}"/>
              </a:ext>
            </a:extLst>
          </p:cNvPr>
          <p:cNvSpPr>
            <a:spLocks/>
          </p:cNvSpPr>
          <p:nvPr/>
        </p:nvSpPr>
        <p:spPr>
          <a:xfrm>
            <a:off x="4527848" y="4856163"/>
            <a:ext cx="7103979" cy="450669"/>
          </a:xfrm>
          <a:prstGeom prst="roundRect">
            <a:avLst>
              <a:gd name="adj" fmla="val 17639"/>
            </a:avLst>
          </a:prstGeom>
          <a:solidFill>
            <a:schemeClr val="accent1">
              <a:lumMod val="20000"/>
              <a:lumOff val="80000"/>
            </a:schemeClr>
          </a:solidFill>
          <a:ln w="6350" cap="sq">
            <a:solidFill>
              <a:schemeClr val="accent3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>
                <a:solidFill>
                  <a:schemeClr val="tx1"/>
                </a:solidFill>
              </a:rPr>
              <a:t>Единые BPM-движки и риск-контур для всех продуктов финансирования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8" name="Полилиния: фигура 41">
            <a:extLst>
              <a:ext uri="{FF2B5EF4-FFF2-40B4-BE49-F238E27FC236}">
                <a16:creationId xmlns:a16="http://schemas.microsoft.com/office/drawing/2014/main" id="{DE8A2097-27AD-4D6F-B1A6-1BAF949F1DA4}"/>
              </a:ext>
            </a:extLst>
          </p:cNvPr>
          <p:cNvSpPr>
            <a:spLocks/>
          </p:cNvSpPr>
          <p:nvPr/>
        </p:nvSpPr>
        <p:spPr>
          <a:xfrm>
            <a:off x="4527848" y="4375150"/>
            <a:ext cx="7103979" cy="450669"/>
          </a:xfrm>
          <a:prstGeom prst="roundRect">
            <a:avLst>
              <a:gd name="adj" fmla="val 17639"/>
            </a:avLst>
          </a:prstGeom>
          <a:solidFill>
            <a:schemeClr val="accent1">
              <a:lumMod val="20000"/>
              <a:lumOff val="80000"/>
            </a:schemeClr>
          </a:solidFill>
          <a:ln w="6350" cap="sq">
            <a:solidFill>
              <a:schemeClr val="accent3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>
                <a:solidFill>
                  <a:schemeClr val="tx1"/>
                </a:solidFill>
              </a:rPr>
              <a:t>Уход от маржи отд. продукта на кошелёк / CLTV и развитие дистрибуции на сегмент 500-1 000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7" name="Полилиния: фигура 41">
            <a:extLst>
              <a:ext uri="{FF2B5EF4-FFF2-40B4-BE49-F238E27FC236}">
                <a16:creationId xmlns:a16="http://schemas.microsoft.com/office/drawing/2014/main" id="{0695E581-7494-41A2-9D91-8AAF406E3C42}"/>
              </a:ext>
            </a:extLst>
          </p:cNvPr>
          <p:cNvSpPr>
            <a:spLocks/>
          </p:cNvSpPr>
          <p:nvPr/>
        </p:nvSpPr>
        <p:spPr>
          <a:xfrm>
            <a:off x="4527848" y="3892550"/>
            <a:ext cx="7103979" cy="450669"/>
          </a:xfrm>
          <a:prstGeom prst="roundRect">
            <a:avLst>
              <a:gd name="adj" fmla="val 17639"/>
            </a:avLst>
          </a:prstGeom>
          <a:solidFill>
            <a:schemeClr val="accent1">
              <a:lumMod val="20000"/>
              <a:lumOff val="80000"/>
            </a:schemeClr>
          </a:solidFill>
          <a:ln w="6350" cap="sq">
            <a:solidFill>
              <a:schemeClr val="accent3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>
                <a:solidFill>
                  <a:schemeClr val="tx1"/>
                </a:solidFill>
              </a:rPr>
              <a:t>Выбор </a:t>
            </a:r>
            <a:r>
              <a:rPr lang="ru-RU" sz="1200" dirty="0" err="1">
                <a:solidFill>
                  <a:schemeClr val="tx1"/>
                </a:solidFill>
              </a:rPr>
              <a:t>оффера</a:t>
            </a:r>
            <a:r>
              <a:rPr lang="ru-RU" sz="1200" dirty="0">
                <a:solidFill>
                  <a:schemeClr val="tx1"/>
                </a:solidFill>
              </a:rPr>
              <a:t> с максимальным значением «маржа × вероятность продажи»</a:t>
            </a:r>
          </a:p>
        </p:txBody>
      </p:sp>
      <p:sp>
        <p:nvSpPr>
          <p:cNvPr id="72" name="Полилиния: фигура 41">
            <a:extLst>
              <a:ext uri="{FF2B5EF4-FFF2-40B4-BE49-F238E27FC236}">
                <a16:creationId xmlns:a16="http://schemas.microsoft.com/office/drawing/2014/main" id="{9608FB95-7091-4EE7-B3DF-EAF82BE940D3}"/>
              </a:ext>
            </a:extLst>
          </p:cNvPr>
          <p:cNvSpPr>
            <a:spLocks/>
          </p:cNvSpPr>
          <p:nvPr/>
        </p:nvSpPr>
        <p:spPr>
          <a:xfrm>
            <a:off x="4527848" y="3411538"/>
            <a:ext cx="7103979" cy="450669"/>
          </a:xfrm>
          <a:prstGeom prst="roundRect">
            <a:avLst>
              <a:gd name="adj" fmla="val 17639"/>
            </a:avLst>
          </a:prstGeom>
          <a:solidFill>
            <a:schemeClr val="accent1">
              <a:lumMod val="20000"/>
              <a:lumOff val="80000"/>
            </a:schemeClr>
          </a:solidFill>
          <a:ln w="6350" cap="sq">
            <a:solidFill>
              <a:schemeClr val="accent3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>
                <a:solidFill>
                  <a:schemeClr val="tx1"/>
                </a:solidFill>
              </a:rPr>
              <a:t>Доставка </a:t>
            </a:r>
            <a:r>
              <a:rPr lang="ru-RU" sz="1200" dirty="0" err="1">
                <a:solidFill>
                  <a:schemeClr val="tx1"/>
                </a:solidFill>
              </a:rPr>
              <a:t>оффера</a:t>
            </a:r>
            <a:r>
              <a:rPr lang="ru-RU" sz="1200" dirty="0">
                <a:solidFill>
                  <a:schemeClr val="tx1"/>
                </a:solidFill>
              </a:rPr>
              <a:t>  в клиентские Daily-операции и каналы, в т.ч. внешние</a:t>
            </a:r>
          </a:p>
        </p:txBody>
      </p:sp>
      <p:sp>
        <p:nvSpPr>
          <p:cNvPr id="84" name="Полилиния: фигура 41">
            <a:extLst>
              <a:ext uri="{FF2B5EF4-FFF2-40B4-BE49-F238E27FC236}">
                <a16:creationId xmlns:a16="http://schemas.microsoft.com/office/drawing/2014/main" id="{32F0239F-645F-4E9D-8890-FA340F036D7B}"/>
              </a:ext>
            </a:extLst>
          </p:cNvPr>
          <p:cNvSpPr>
            <a:spLocks/>
          </p:cNvSpPr>
          <p:nvPr/>
        </p:nvSpPr>
        <p:spPr>
          <a:xfrm>
            <a:off x="4527848" y="2930525"/>
            <a:ext cx="7103979" cy="450669"/>
          </a:xfrm>
          <a:prstGeom prst="roundRect">
            <a:avLst>
              <a:gd name="adj" fmla="val 17639"/>
            </a:avLst>
          </a:prstGeom>
          <a:solidFill>
            <a:schemeClr val="accent1">
              <a:lumMod val="20000"/>
              <a:lumOff val="80000"/>
            </a:schemeClr>
          </a:solidFill>
          <a:ln w="6350" cap="sq">
            <a:solidFill>
              <a:schemeClr val="accent3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>
                <a:solidFill>
                  <a:schemeClr val="tx1"/>
                </a:solidFill>
              </a:rPr>
              <a:t>Контроль и автоматизация от выдачи до повторного </a:t>
            </a:r>
            <a:r>
              <a:rPr lang="ru-RU" sz="1200" dirty="0" err="1">
                <a:solidFill>
                  <a:schemeClr val="tx1"/>
                </a:solidFill>
              </a:rPr>
              <a:t>оффера</a:t>
            </a:r>
            <a:r>
              <a:rPr lang="ru-RU" sz="1200" dirty="0">
                <a:solidFill>
                  <a:schemeClr val="tx1"/>
                </a:solidFill>
              </a:rPr>
              <a:t> / взыскания в EWS</a:t>
            </a:r>
          </a:p>
        </p:txBody>
      </p:sp>
      <p:sp>
        <p:nvSpPr>
          <p:cNvPr id="83" name="Полилиния: фигура 41">
            <a:extLst>
              <a:ext uri="{FF2B5EF4-FFF2-40B4-BE49-F238E27FC236}">
                <a16:creationId xmlns:a16="http://schemas.microsoft.com/office/drawing/2014/main" id="{7F1C5790-7373-4F99-9BC7-88B9F8FCEB2C}"/>
              </a:ext>
            </a:extLst>
          </p:cNvPr>
          <p:cNvSpPr>
            <a:spLocks/>
          </p:cNvSpPr>
          <p:nvPr/>
        </p:nvSpPr>
        <p:spPr>
          <a:xfrm>
            <a:off x="4527848" y="2449513"/>
            <a:ext cx="7103979" cy="450669"/>
          </a:xfrm>
          <a:prstGeom prst="roundRect">
            <a:avLst>
              <a:gd name="adj" fmla="val 17639"/>
            </a:avLst>
          </a:prstGeom>
          <a:solidFill>
            <a:schemeClr val="accent1">
              <a:lumMod val="20000"/>
              <a:lumOff val="80000"/>
            </a:schemeClr>
          </a:solidFill>
          <a:ln w="6350" cap="sq">
            <a:solidFill>
              <a:schemeClr val="accent3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>
                <a:solidFill>
                  <a:schemeClr val="tx1"/>
                </a:solidFill>
              </a:rPr>
              <a:t>Перевод сделок с низким и средним чеком в Е2Е-канал (в т.ч. продажи через АБМ)  </a:t>
            </a:r>
          </a:p>
        </p:txBody>
      </p:sp>
      <p:sp>
        <p:nvSpPr>
          <p:cNvPr id="87" name="Полилиния: фигура 41">
            <a:extLst>
              <a:ext uri="{FF2B5EF4-FFF2-40B4-BE49-F238E27FC236}">
                <a16:creationId xmlns:a16="http://schemas.microsoft.com/office/drawing/2014/main" id="{8A5E9AC9-236C-470B-99DB-471BD212A754}"/>
              </a:ext>
            </a:extLst>
          </p:cNvPr>
          <p:cNvSpPr>
            <a:spLocks/>
          </p:cNvSpPr>
          <p:nvPr/>
        </p:nvSpPr>
        <p:spPr>
          <a:xfrm>
            <a:off x="4527848" y="1485900"/>
            <a:ext cx="7103979" cy="450669"/>
          </a:xfrm>
          <a:prstGeom prst="roundRect">
            <a:avLst>
              <a:gd name="adj" fmla="val 17639"/>
            </a:avLst>
          </a:prstGeom>
          <a:solidFill>
            <a:schemeClr val="accent1">
              <a:lumMod val="20000"/>
              <a:lumOff val="80000"/>
            </a:schemeClr>
          </a:solidFill>
          <a:ln w="6350" cap="sq">
            <a:solidFill>
              <a:schemeClr val="accent3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>
                <a:solidFill>
                  <a:schemeClr val="tx1"/>
                </a:solidFill>
              </a:rPr>
              <a:t>Сквозное покрытие клиентских потребностей, вкл. лизинг, ЭБГ, факторинг</a:t>
            </a:r>
          </a:p>
        </p:txBody>
      </p:sp>
      <p:sp>
        <p:nvSpPr>
          <p:cNvPr id="128" name="Полилиния: фигура 41">
            <a:extLst>
              <a:ext uri="{FF2B5EF4-FFF2-40B4-BE49-F238E27FC236}">
                <a16:creationId xmlns:a16="http://schemas.microsoft.com/office/drawing/2014/main" id="{B3930FD4-95BA-4157-B0CA-215B5D6989CC}"/>
              </a:ext>
            </a:extLst>
          </p:cNvPr>
          <p:cNvSpPr>
            <a:spLocks/>
          </p:cNvSpPr>
          <p:nvPr/>
        </p:nvSpPr>
        <p:spPr>
          <a:xfrm>
            <a:off x="4527848" y="1966913"/>
            <a:ext cx="7103979" cy="450669"/>
          </a:xfrm>
          <a:prstGeom prst="roundRect">
            <a:avLst>
              <a:gd name="adj" fmla="val 17639"/>
            </a:avLst>
          </a:prstGeom>
          <a:solidFill>
            <a:schemeClr val="accent1">
              <a:lumMod val="20000"/>
              <a:lumOff val="80000"/>
            </a:schemeClr>
          </a:solidFill>
          <a:ln w="6350" cap="sq">
            <a:solidFill>
              <a:schemeClr val="accent3">
                <a:lumMod val="20000"/>
                <a:lumOff val="8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ru-RU" sz="1200" dirty="0" err="1">
                <a:solidFill>
                  <a:schemeClr val="tx1"/>
                </a:solidFill>
              </a:rPr>
              <a:t>Предодобы</a:t>
            </a:r>
            <a:r>
              <a:rPr lang="ru-RU" sz="1200" dirty="0">
                <a:solidFill>
                  <a:schemeClr val="tx1"/>
                </a:solidFill>
              </a:rPr>
              <a:t> для всего доступного рынка, нишевые решения (</a:t>
            </a:r>
            <a:r>
              <a:rPr lang="ru-RU" sz="1200" dirty="0" err="1">
                <a:solidFill>
                  <a:schemeClr val="tx1"/>
                </a:solidFill>
              </a:rPr>
              <a:t>селлеры</a:t>
            </a:r>
            <a:r>
              <a:rPr lang="ru-RU" sz="1200" dirty="0">
                <a:solidFill>
                  <a:schemeClr val="tx1"/>
                </a:solidFill>
              </a:rPr>
              <a:t>, КМСП) и </a:t>
            </a:r>
            <a:r>
              <a:rPr lang="ru-RU" sz="1200" dirty="0" err="1">
                <a:solidFill>
                  <a:schemeClr val="tx1"/>
                </a:solidFill>
              </a:rPr>
              <a:t>Low&amp;Grow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8863DA5-84A7-48C3-A8E9-7ADFE5DCF944}"/>
              </a:ext>
            </a:extLst>
          </p:cNvPr>
          <p:cNvSpPr/>
          <p:nvPr/>
        </p:nvSpPr>
        <p:spPr>
          <a:xfrm>
            <a:off x="11081657" y="164708"/>
            <a:ext cx="642257" cy="739024"/>
          </a:xfrm>
          <a:prstGeom prst="rect">
            <a:avLst/>
          </a:prstGeom>
          <a:solidFill>
            <a:schemeClr val="bg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ru-RU" sz="1600" dirty="0" err="1">
              <a:solidFill>
                <a:schemeClr val="bg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96AAA2E-32F6-4F04-8267-68CF54F506DA}"/>
              </a:ext>
            </a:extLst>
          </p:cNvPr>
          <p:cNvSpPr txBox="1">
            <a:spLocks/>
          </p:cNvSpPr>
          <p:nvPr/>
        </p:nvSpPr>
        <p:spPr>
          <a:xfrm>
            <a:off x="549301" y="1529399"/>
            <a:ext cx="977862" cy="2254965"/>
          </a:xfrm>
          <a:prstGeom prst="rect">
            <a:avLst/>
          </a:prstGeom>
          <a:noFill/>
        </p:spPr>
        <p:txBody>
          <a:bodyPr vert="horz" wrap="square" lIns="0" tIns="14400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1100" b="1" dirty="0">
                <a:solidFill>
                  <a:schemeClr val="accent1"/>
                </a:solidFill>
                <a:latin typeface="+mj-lt"/>
              </a:rPr>
              <a:t>Ключевые </a:t>
            </a:r>
            <a:r>
              <a:rPr lang="ru-RU" sz="1100" b="1" dirty="0" err="1">
                <a:solidFill>
                  <a:schemeClr val="accent1"/>
                </a:solidFill>
                <a:latin typeface="+mj-lt"/>
              </a:rPr>
              <a:t>направле-ния</a:t>
            </a:r>
            <a:r>
              <a:rPr lang="ru-RU" sz="1100" b="1" dirty="0">
                <a:solidFill>
                  <a:schemeClr val="accent1"/>
                </a:solidFill>
                <a:latin typeface="+mj-lt"/>
              </a:rPr>
              <a:t> развития</a:t>
            </a:r>
            <a:endParaRPr lang="en-US" sz="11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9931A4F7-F9CA-4FC2-9E63-05558913EEDC}"/>
              </a:ext>
            </a:extLst>
          </p:cNvPr>
          <p:cNvSpPr txBox="1">
            <a:spLocks/>
          </p:cNvSpPr>
          <p:nvPr/>
        </p:nvSpPr>
        <p:spPr>
          <a:xfrm>
            <a:off x="1686483" y="1524000"/>
            <a:ext cx="202922" cy="35804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ru-RU" sz="1000" b="1" dirty="0">
                <a:solidFill>
                  <a:schemeClr val="bg1">
                    <a:alpha val="50000"/>
                  </a:schemeClr>
                </a:solidFill>
                <a:latin typeface="+mj-lt"/>
              </a:rPr>
              <a:t>0</a:t>
            </a:r>
            <a:r>
              <a:rPr lang="ru-RU" sz="1000" b="1" dirty="0">
                <a:solidFill>
                  <a:schemeClr val="bg1"/>
                </a:solidFill>
                <a:latin typeface="+mj-lt"/>
              </a:rPr>
              <a:t>1</a:t>
            </a:r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9F8C5F1A-A211-4947-9D52-304487383375}"/>
              </a:ext>
            </a:extLst>
          </p:cNvPr>
          <p:cNvSpPr txBox="1">
            <a:spLocks/>
          </p:cNvSpPr>
          <p:nvPr/>
        </p:nvSpPr>
        <p:spPr>
          <a:xfrm>
            <a:off x="1686483" y="2005788"/>
            <a:ext cx="202922" cy="35804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ru-RU" sz="1000" b="1" dirty="0">
                <a:solidFill>
                  <a:schemeClr val="bg1">
                    <a:alpha val="50000"/>
                  </a:schemeClr>
                </a:solidFill>
                <a:latin typeface="+mj-lt"/>
              </a:rPr>
              <a:t>0</a:t>
            </a:r>
            <a:r>
              <a:rPr lang="ru-RU" sz="1000" b="1" dirty="0">
                <a:solidFill>
                  <a:schemeClr val="bg1"/>
                </a:solidFill>
                <a:latin typeface="+mj-lt"/>
              </a:rPr>
              <a:t>2</a:t>
            </a:r>
          </a:p>
        </p:txBody>
      </p:sp>
      <p:sp>
        <p:nvSpPr>
          <p:cNvPr id="212" name="TextBox 211">
            <a:extLst>
              <a:ext uri="{FF2B5EF4-FFF2-40B4-BE49-F238E27FC236}">
                <a16:creationId xmlns:a16="http://schemas.microsoft.com/office/drawing/2014/main" id="{EF9583D6-0016-4ABF-9037-0BA8C72FDE6E}"/>
              </a:ext>
            </a:extLst>
          </p:cNvPr>
          <p:cNvSpPr txBox="1">
            <a:spLocks/>
          </p:cNvSpPr>
          <p:nvPr/>
        </p:nvSpPr>
        <p:spPr>
          <a:xfrm>
            <a:off x="1686483" y="2501259"/>
            <a:ext cx="202922" cy="35804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ru-RU" sz="1000" b="1" dirty="0">
                <a:solidFill>
                  <a:schemeClr val="bg1">
                    <a:alpha val="50000"/>
                  </a:schemeClr>
                </a:solidFill>
                <a:latin typeface="+mj-lt"/>
              </a:rPr>
              <a:t>0</a:t>
            </a:r>
            <a:r>
              <a:rPr lang="ru-RU" sz="1000" b="1" dirty="0">
                <a:solidFill>
                  <a:schemeClr val="bg1"/>
                </a:solidFill>
                <a:latin typeface="+mj-lt"/>
              </a:rPr>
              <a:t>3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3E5EAE86-3309-4902-A6AA-18D53DA0ABB6}"/>
              </a:ext>
            </a:extLst>
          </p:cNvPr>
          <p:cNvSpPr txBox="1">
            <a:spLocks/>
          </p:cNvSpPr>
          <p:nvPr/>
        </p:nvSpPr>
        <p:spPr>
          <a:xfrm>
            <a:off x="1686483" y="2968706"/>
            <a:ext cx="202922" cy="35804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ru-RU" sz="1000" b="1" dirty="0">
                <a:solidFill>
                  <a:schemeClr val="bg1">
                    <a:alpha val="50000"/>
                  </a:schemeClr>
                </a:solidFill>
                <a:latin typeface="+mj-lt"/>
              </a:rPr>
              <a:t>0</a:t>
            </a:r>
            <a:r>
              <a:rPr lang="ru-RU" sz="1000" b="1" dirty="0">
                <a:solidFill>
                  <a:schemeClr val="bg1"/>
                </a:solidFill>
                <a:latin typeface="+mj-lt"/>
              </a:rPr>
              <a:t>4</a:t>
            </a:r>
          </a:p>
        </p:txBody>
      </p:sp>
      <p:sp>
        <p:nvSpPr>
          <p:cNvPr id="214" name="TextBox 213">
            <a:extLst>
              <a:ext uri="{FF2B5EF4-FFF2-40B4-BE49-F238E27FC236}">
                <a16:creationId xmlns:a16="http://schemas.microsoft.com/office/drawing/2014/main" id="{E51F5B99-46A0-474F-A3C3-E2AA25A4C834}"/>
              </a:ext>
            </a:extLst>
          </p:cNvPr>
          <p:cNvSpPr txBox="1">
            <a:spLocks/>
          </p:cNvSpPr>
          <p:nvPr/>
        </p:nvSpPr>
        <p:spPr>
          <a:xfrm>
            <a:off x="1686483" y="3450141"/>
            <a:ext cx="202922" cy="35804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ru-RU" sz="1000" b="1" dirty="0">
                <a:solidFill>
                  <a:schemeClr val="bg1">
                    <a:alpha val="50000"/>
                  </a:schemeClr>
                </a:solidFill>
                <a:latin typeface="+mj-lt"/>
              </a:rPr>
              <a:t>0</a:t>
            </a:r>
            <a:r>
              <a:rPr lang="ru-RU" sz="1000" b="1" dirty="0">
                <a:solidFill>
                  <a:schemeClr val="bg1"/>
                </a:solidFill>
                <a:latin typeface="+mj-lt"/>
              </a:rPr>
              <a:t>5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CC37180-9D21-4821-B8C8-7B7C6D973B07}"/>
              </a:ext>
            </a:extLst>
          </p:cNvPr>
          <p:cNvSpPr txBox="1">
            <a:spLocks/>
          </p:cNvSpPr>
          <p:nvPr/>
        </p:nvSpPr>
        <p:spPr>
          <a:xfrm>
            <a:off x="1686483" y="3931624"/>
            <a:ext cx="202922" cy="35804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ru-RU" sz="1000" b="1" dirty="0">
                <a:solidFill>
                  <a:schemeClr val="bg1">
                    <a:alpha val="50000"/>
                  </a:schemeClr>
                </a:solidFill>
                <a:latin typeface="+mj-lt"/>
              </a:rPr>
              <a:t>0</a:t>
            </a:r>
            <a:r>
              <a:rPr lang="ru-RU" sz="1000" b="1" dirty="0">
                <a:solidFill>
                  <a:schemeClr val="bg1"/>
                </a:solidFill>
                <a:latin typeface="+mj-lt"/>
              </a:rPr>
              <a:t>6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0D43B409-C7BC-4986-940D-D42110292345}"/>
              </a:ext>
            </a:extLst>
          </p:cNvPr>
          <p:cNvSpPr txBox="1">
            <a:spLocks/>
          </p:cNvSpPr>
          <p:nvPr/>
        </p:nvSpPr>
        <p:spPr>
          <a:xfrm>
            <a:off x="1686483" y="4427094"/>
            <a:ext cx="202922" cy="35804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ru-RU" sz="1000" b="1" dirty="0">
                <a:solidFill>
                  <a:schemeClr val="bg1">
                    <a:alpha val="50000"/>
                  </a:schemeClr>
                </a:solidFill>
                <a:latin typeface="+mj-lt"/>
              </a:rPr>
              <a:t>0</a:t>
            </a:r>
            <a:r>
              <a:rPr lang="ru-RU" sz="1000" b="1" dirty="0">
                <a:solidFill>
                  <a:schemeClr val="bg1"/>
                </a:solidFill>
                <a:latin typeface="+mj-lt"/>
              </a:rPr>
              <a:t>7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5EA1C232-E0BD-43B2-A5D9-1E7BADF1B9F8}"/>
              </a:ext>
            </a:extLst>
          </p:cNvPr>
          <p:cNvSpPr txBox="1">
            <a:spLocks/>
          </p:cNvSpPr>
          <p:nvPr/>
        </p:nvSpPr>
        <p:spPr>
          <a:xfrm>
            <a:off x="1686483" y="4898488"/>
            <a:ext cx="202922" cy="35804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ru-RU" sz="1000" b="1" dirty="0">
                <a:solidFill>
                  <a:schemeClr val="bg1">
                    <a:alpha val="50000"/>
                  </a:schemeClr>
                </a:solidFill>
                <a:latin typeface="+mj-lt"/>
              </a:rPr>
              <a:t>0</a:t>
            </a:r>
            <a:r>
              <a:rPr lang="ru-RU" sz="1000" b="1" dirty="0">
                <a:solidFill>
                  <a:schemeClr val="bg1"/>
                </a:solidFill>
                <a:latin typeface="+mj-lt"/>
              </a:rPr>
              <a:t>8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AA95669C-DD3B-4F8B-9A82-F5627828E5C5}"/>
              </a:ext>
            </a:extLst>
          </p:cNvPr>
          <p:cNvSpPr txBox="1">
            <a:spLocks/>
          </p:cNvSpPr>
          <p:nvPr/>
        </p:nvSpPr>
        <p:spPr>
          <a:xfrm>
            <a:off x="1686483" y="5369725"/>
            <a:ext cx="202922" cy="35804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ru-RU" sz="1000" b="1" dirty="0">
                <a:solidFill>
                  <a:schemeClr val="bg1">
                    <a:alpha val="50000"/>
                  </a:schemeClr>
                </a:solidFill>
                <a:latin typeface="+mj-lt"/>
              </a:rPr>
              <a:t>0</a:t>
            </a:r>
            <a:r>
              <a:rPr lang="ru-RU" sz="1000" b="1" dirty="0">
                <a:solidFill>
                  <a:schemeClr val="bg1"/>
                </a:solidFill>
                <a:latin typeface="+mj-lt"/>
              </a:rPr>
              <a:t>9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374DD1D1-CB77-4D6F-8AED-5F8149FAFC95}"/>
              </a:ext>
            </a:extLst>
          </p:cNvPr>
          <p:cNvSpPr txBox="1">
            <a:spLocks/>
          </p:cNvSpPr>
          <p:nvPr/>
        </p:nvSpPr>
        <p:spPr>
          <a:xfrm>
            <a:off x="1686483" y="5841348"/>
            <a:ext cx="202922" cy="358045"/>
          </a:xfrm>
          <a:prstGeom prst="rect">
            <a:avLst/>
          </a:prstGeom>
          <a:noFill/>
        </p:spPr>
        <p:txBody>
          <a:bodyPr vert="horz" wrap="square" lIns="0" tIns="72000" rIns="0" bIns="72000" rtlCol="0" anchor="ctr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>
              <a:spcBef>
                <a:spcPts val="0"/>
              </a:spcBef>
            </a:pPr>
            <a:r>
              <a:rPr lang="ru-RU" sz="1000" b="1" dirty="0">
                <a:solidFill>
                  <a:schemeClr val="bg1"/>
                </a:solidFill>
                <a:latin typeface="+mj-lt"/>
              </a:rPr>
              <a:t>10</a:t>
            </a:r>
          </a:p>
        </p:txBody>
      </p:sp>
      <p:pic>
        <p:nvPicPr>
          <p:cNvPr id="7" name="CustomIcon">
            <a:extLst>
              <a:ext uri="{FF2B5EF4-FFF2-40B4-BE49-F238E27FC236}">
                <a16:creationId xmlns:a16="http://schemas.microsoft.com/office/drawing/2014/main" id="{04139C22-1BBD-47D8-B70E-B6AD4027D3D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76228" y="1573239"/>
            <a:ext cx="290740" cy="290740"/>
          </a:xfrm>
          <a:prstGeom prst="rect">
            <a:avLst/>
          </a:prstGeom>
        </p:spPr>
      </p:pic>
      <p:pic>
        <p:nvPicPr>
          <p:cNvPr id="85" name="CustomIcon">
            <a:extLst>
              <a:ext uri="{FF2B5EF4-FFF2-40B4-BE49-F238E27FC236}">
                <a16:creationId xmlns:a16="http://schemas.microsoft.com/office/drawing/2014/main" id="{9812E16A-924E-4715-8F9D-587CE5611FED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76228" y="2054398"/>
            <a:ext cx="290740" cy="290740"/>
          </a:xfrm>
          <a:prstGeom prst="rect">
            <a:avLst/>
          </a:prstGeom>
        </p:spPr>
      </p:pic>
      <p:pic>
        <p:nvPicPr>
          <p:cNvPr id="86" name="CustomIcon">
            <a:extLst>
              <a:ext uri="{FF2B5EF4-FFF2-40B4-BE49-F238E27FC236}">
                <a16:creationId xmlns:a16="http://schemas.microsoft.com/office/drawing/2014/main" id="{11819818-6DCE-4740-9EB4-580B5BC23687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76228" y="3002125"/>
            <a:ext cx="290740" cy="290740"/>
          </a:xfrm>
          <a:prstGeom prst="rect">
            <a:avLst/>
          </a:prstGeom>
        </p:spPr>
      </p:pic>
      <p:pic>
        <p:nvPicPr>
          <p:cNvPr id="88" name="CustomIcon">
            <a:extLst>
              <a:ext uri="{FF2B5EF4-FFF2-40B4-BE49-F238E27FC236}">
                <a16:creationId xmlns:a16="http://schemas.microsoft.com/office/drawing/2014/main" id="{E6B14EE0-FF32-4C80-980F-69881879C69E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176228" y="5403377"/>
            <a:ext cx="290740" cy="290740"/>
          </a:xfrm>
          <a:prstGeom prst="rect">
            <a:avLst/>
          </a:prstGeom>
        </p:spPr>
      </p:pic>
      <p:pic>
        <p:nvPicPr>
          <p:cNvPr id="97" name="CustomIcon">
            <a:extLst>
              <a:ext uri="{FF2B5EF4-FFF2-40B4-BE49-F238E27FC236}">
                <a16:creationId xmlns:a16="http://schemas.microsoft.com/office/drawing/2014/main" id="{65214FA0-D0E9-4B15-85F6-2A10657FDCF7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179213" y="964334"/>
            <a:ext cx="255544" cy="25554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2E6543C-1FDB-4DF2-A438-6DFCE6D1D62E}"/>
              </a:ext>
            </a:extLst>
          </p:cNvPr>
          <p:cNvSpPr txBox="1"/>
          <p:nvPr/>
        </p:nvSpPr>
        <p:spPr>
          <a:xfrm>
            <a:off x="10487942" y="1019048"/>
            <a:ext cx="114388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ru-RU" sz="800" dirty="0"/>
              <a:t>Детализировано далее</a:t>
            </a:r>
            <a:endParaRPr lang="en-US" sz="8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B59AD84D-73AA-49E2-B651-A3998B6161C0}"/>
              </a:ext>
            </a:extLst>
          </p:cNvPr>
          <p:cNvSpPr txBox="1"/>
          <p:nvPr/>
        </p:nvSpPr>
        <p:spPr>
          <a:xfrm>
            <a:off x="8364356" y="72480"/>
            <a:ext cx="3380245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1400" dirty="0">
                <a:cs typeface="Arial" panose="020B0604020202020204" pitchFamily="34" charset="0"/>
              </a:defRPr>
            </a:lvl1pPr>
            <a:lvl2pPr marL="230396" lvl="1" indent="-226796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"/>
              <a:defRPr lang="en-US" sz="1400" dirty="0"/>
            </a:lvl2pPr>
            <a:lvl3pPr marL="442793" lvl="2" indent="-215997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Char char="‒"/>
              <a:defRPr lang="en-US" sz="1400" dirty="0"/>
            </a:lvl3pPr>
            <a:lvl4pPr marL="597590" lvl="3" indent="-1511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lang="en-US" sz="1400" dirty="0"/>
            </a:lvl4pPr>
            <a:lvl5pPr marL="817187" lvl="4" indent="-14759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Char char="̶"/>
              <a:defRPr lang="en-US" sz="14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r"/>
            <a:r>
              <a:rPr lang="ru-RU" sz="800" b="1" dirty="0">
                <a:solidFill>
                  <a:schemeClr val="accent1"/>
                </a:solidFill>
              </a:rPr>
              <a:t>ПРЕДВАРИТЕЛЬНО, ДЛЯ ОБСУЖДЕНИЯ</a:t>
            </a:r>
          </a:p>
        </p:txBody>
      </p:sp>
    </p:spTree>
    <p:extLst>
      <p:ext uri="{BB962C8B-B14F-4D97-AF65-F5344CB8AC3E}">
        <p14:creationId xmlns:p14="http://schemas.microsoft.com/office/powerpoint/2010/main" val="1392055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noFill/>
        </p:spPr>
        <p:txBody>
          <a:bodyPr vert="horz" rIns="0"/>
          <a:lstStyle/>
          <a:p>
            <a:r>
              <a:rPr lang="ru-RU" dirty="0">
                <a:solidFill>
                  <a:schemeClr val="accent1"/>
                </a:solidFill>
              </a:rPr>
              <a:t>Калибровка инициатив: </a:t>
            </a:r>
            <a:r>
              <a:rPr lang="ru-RU" dirty="0"/>
              <a:t>все драйверы прибыли закрыты; узкие места — микс каналов и EWS (03, 04)</a:t>
            </a:r>
          </a:p>
        </p:txBody>
      </p:sp>
      <p:sp>
        <p:nvSpPr>
          <p:cNvPr id="100" name="Zebra"/>
          <p:cNvSpPr/>
          <p:nvPr/>
        </p:nvSpPr>
        <p:spPr>
          <a:xfrm>
            <a:off x="502920" y="2680000"/>
            <a:ext cx="11247080" cy="4200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101" name="Zebra"/>
          <p:cNvSpPr/>
          <p:nvPr/>
        </p:nvSpPr>
        <p:spPr>
          <a:xfrm>
            <a:off x="502920" y="3520000"/>
            <a:ext cx="11247080" cy="4200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102" name="Zebra"/>
          <p:cNvSpPr/>
          <p:nvPr/>
        </p:nvSpPr>
        <p:spPr>
          <a:xfrm>
            <a:off x="502920" y="4360000"/>
            <a:ext cx="11247080" cy="4200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103" name="Zebra"/>
          <p:cNvSpPr/>
          <p:nvPr/>
        </p:nvSpPr>
        <p:spPr>
          <a:xfrm>
            <a:off x="502920" y="5200000"/>
            <a:ext cx="11247080" cy="4200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104" name="Zebra"/>
          <p:cNvSpPr/>
          <p:nvPr/>
        </p:nvSpPr>
        <p:spPr>
          <a:xfrm>
            <a:off x="502920" y="6040000"/>
            <a:ext cx="11247080" cy="420000"/>
          </a:xfrm>
          <a:prstGeom prst="rect">
            <a:avLst/>
          </a:prstGeom>
          <a:solidFill>
            <a:srgbClr val="F7F7F7"/>
          </a:solidFill>
          <a:ln>
            <a:noFill/>
          </a:ln>
        </p:spPr>
      </p:sp>
      <p:sp>
        <p:nvSpPr>
          <p:cNvPr id="105" name="Sep"/>
          <p:cNvSpPr/>
          <p:nvPr/>
        </p:nvSpPr>
        <p:spPr>
          <a:xfrm>
            <a:off x="5450000" y="1670000"/>
            <a:ext cx="9525" cy="477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06" name="Sep"/>
          <p:cNvSpPr/>
          <p:nvPr/>
        </p:nvSpPr>
        <p:spPr>
          <a:xfrm>
            <a:off x="6850000" y="1670000"/>
            <a:ext cx="9525" cy="477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07" name="Sep"/>
          <p:cNvSpPr/>
          <p:nvPr/>
        </p:nvSpPr>
        <p:spPr>
          <a:xfrm>
            <a:off x="8250000" y="1670000"/>
            <a:ext cx="9525" cy="477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08" name="Sep"/>
          <p:cNvSpPr/>
          <p:nvPr/>
        </p:nvSpPr>
        <p:spPr>
          <a:xfrm>
            <a:off x="9650000" y="1670000"/>
            <a:ext cx="9525" cy="4770000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09" name="GroupHdr"/>
          <p:cNvSpPr txBox="1"/>
          <p:nvPr/>
        </p:nvSpPr>
        <p:spPr>
          <a:xfrm>
            <a:off x="3350000" y="1390000"/>
            <a:ext cx="2100000" cy="25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b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650" b="1" dirty="0">
                <a:solidFill>
                  <a:schemeClr val="tx1"/>
                </a:solidFill>
              </a:rPr>
              <a:t>Текущие клиенты (E2B)</a:t>
            </a:r>
          </a:p>
        </p:txBody>
      </p:sp>
      <p:sp>
        <p:nvSpPr>
          <p:cNvPr id="110" name="GroupLine"/>
          <p:cNvSpPr/>
          <p:nvPr/>
        </p:nvSpPr>
        <p:spPr>
          <a:xfrm>
            <a:off x="3380000" y="1660000"/>
            <a:ext cx="2040000" cy="9525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1" name="GroupHdr"/>
          <p:cNvSpPr txBox="1"/>
          <p:nvPr/>
        </p:nvSpPr>
        <p:spPr>
          <a:xfrm>
            <a:off x="5450000" y="1390000"/>
            <a:ext cx="1400000" cy="25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b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650" b="1" dirty="0">
                <a:solidFill>
                  <a:schemeClr val="tx1"/>
                </a:solidFill>
              </a:rPr>
              <a:t>Новые клиенты (N2B)</a:t>
            </a:r>
          </a:p>
        </p:txBody>
      </p:sp>
      <p:sp>
        <p:nvSpPr>
          <p:cNvPr id="112" name="GroupLine"/>
          <p:cNvSpPr/>
          <p:nvPr/>
        </p:nvSpPr>
        <p:spPr>
          <a:xfrm>
            <a:off x="5480000" y="1660000"/>
            <a:ext cx="1340000" cy="9525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3" name="GroupHdr"/>
          <p:cNvSpPr txBox="1"/>
          <p:nvPr/>
        </p:nvSpPr>
        <p:spPr>
          <a:xfrm>
            <a:off x="6850000" y="1390000"/>
            <a:ext cx="1400000" cy="25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b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650" b="1" dirty="0">
                <a:solidFill>
                  <a:schemeClr val="tx1"/>
                </a:solidFill>
              </a:rPr>
              <a:t>Доп. доходы</a:t>
            </a:r>
          </a:p>
        </p:txBody>
      </p:sp>
      <p:sp>
        <p:nvSpPr>
          <p:cNvPr id="114" name="GroupLine"/>
          <p:cNvSpPr/>
          <p:nvPr/>
        </p:nvSpPr>
        <p:spPr>
          <a:xfrm>
            <a:off x="6880000" y="1660000"/>
            <a:ext cx="1340000" cy="9525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5" name="GroupHdr"/>
          <p:cNvSpPr txBox="1"/>
          <p:nvPr/>
        </p:nvSpPr>
        <p:spPr>
          <a:xfrm>
            <a:off x="8250000" y="1390000"/>
            <a:ext cx="1400000" cy="25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b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650" b="1" dirty="0">
                <a:solidFill>
                  <a:schemeClr val="tx1"/>
                </a:solidFill>
              </a:rPr>
              <a:t>Мрасх</a:t>
            </a:r>
          </a:p>
        </p:txBody>
      </p:sp>
      <p:sp>
        <p:nvSpPr>
          <p:cNvPr id="116" name="GroupLine"/>
          <p:cNvSpPr/>
          <p:nvPr/>
        </p:nvSpPr>
        <p:spPr>
          <a:xfrm>
            <a:off x="8280000" y="1660000"/>
            <a:ext cx="1340000" cy="9525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7" name="GroupHdr"/>
          <p:cNvSpPr txBox="1"/>
          <p:nvPr/>
        </p:nvSpPr>
        <p:spPr>
          <a:xfrm>
            <a:off x="9650000" y="1390000"/>
            <a:ext cx="2100000" cy="25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b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650" b="1" dirty="0">
                <a:solidFill>
                  <a:schemeClr val="tx1"/>
                </a:solidFill>
              </a:rPr>
              <a:t>Мриск (гипотеза)</a:t>
            </a:r>
          </a:p>
        </p:txBody>
      </p:sp>
      <p:sp>
        <p:nvSpPr>
          <p:cNvPr id="118" name="GroupLine"/>
          <p:cNvSpPr/>
          <p:nvPr/>
        </p:nvSpPr>
        <p:spPr>
          <a:xfrm>
            <a:off x="9680000" y="1660000"/>
            <a:ext cx="2040000" cy="9525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119" name="ColHdr"/>
          <p:cNvSpPr txBox="1"/>
          <p:nvPr/>
        </p:nvSpPr>
        <p:spPr>
          <a:xfrm>
            <a:off x="3370000" y="1670000"/>
            <a:ext cx="660000" cy="56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b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650" dirty="0">
                <a:solidFill>
                  <a:schemeClr val="tx1"/>
                </a:solidFill>
              </a:rPr>
              <a:t>Покрытие базы офферами</a:t>
            </a:r>
          </a:p>
        </p:txBody>
      </p:sp>
      <p:sp>
        <p:nvSpPr>
          <p:cNvPr id="120" name="ColHdr"/>
          <p:cNvSpPr txBox="1"/>
          <p:nvPr/>
        </p:nvSpPr>
        <p:spPr>
          <a:xfrm>
            <a:off x="4070000" y="1670000"/>
            <a:ext cx="660000" cy="56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b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650" dirty="0">
                <a:solidFill>
                  <a:schemeClr val="tx1"/>
                </a:solidFill>
              </a:rPr>
              <a:t>Отклик, выдача (TR)</a:t>
            </a:r>
          </a:p>
        </p:txBody>
      </p:sp>
      <p:sp>
        <p:nvSpPr>
          <p:cNvPr id="121" name="ColHdr"/>
          <p:cNvSpPr txBox="1"/>
          <p:nvPr/>
        </p:nvSpPr>
        <p:spPr>
          <a:xfrm>
            <a:off x="4770000" y="1670000"/>
            <a:ext cx="660000" cy="56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b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650" dirty="0">
                <a:solidFill>
                  <a:schemeClr val="tx1"/>
                </a:solidFill>
              </a:rPr>
              <a:t>Заявочная воронка (AR)</a:t>
            </a:r>
          </a:p>
        </p:txBody>
      </p:sp>
      <p:sp>
        <p:nvSpPr>
          <p:cNvPr id="122" name="ColHdr"/>
          <p:cNvSpPr txBox="1"/>
          <p:nvPr/>
        </p:nvSpPr>
        <p:spPr>
          <a:xfrm>
            <a:off x="5470000" y="1670000"/>
            <a:ext cx="660000" cy="56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b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650" dirty="0">
                <a:solidFill>
                  <a:schemeClr val="tx1"/>
                </a:solidFill>
              </a:rPr>
              <a:t>Входящий поток лидов</a:t>
            </a:r>
          </a:p>
        </p:txBody>
      </p:sp>
      <p:sp>
        <p:nvSpPr>
          <p:cNvPr id="123" name="ColHdr"/>
          <p:cNvSpPr txBox="1"/>
          <p:nvPr/>
        </p:nvSpPr>
        <p:spPr>
          <a:xfrm>
            <a:off x="6170000" y="1670000"/>
            <a:ext cx="660000" cy="56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b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650" dirty="0">
                <a:solidFill>
                  <a:schemeClr val="tx1"/>
                </a:solidFill>
              </a:rPr>
              <a:t>Конверсии по этапам</a:t>
            </a:r>
          </a:p>
        </p:txBody>
      </p:sp>
      <p:sp>
        <p:nvSpPr>
          <p:cNvPr id="124" name="ColHdr"/>
          <p:cNvSpPr txBox="1"/>
          <p:nvPr/>
        </p:nvSpPr>
        <p:spPr>
          <a:xfrm>
            <a:off x="6870000" y="1670000"/>
            <a:ext cx="660000" cy="56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b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650" dirty="0">
                <a:solidFill>
                  <a:schemeClr val="tx1"/>
                </a:solidFill>
              </a:rPr>
              <a:t>Срок жизни с кредитом</a:t>
            </a:r>
          </a:p>
        </p:txBody>
      </p:sp>
      <p:sp>
        <p:nvSpPr>
          <p:cNvPr id="125" name="ColHdr"/>
          <p:cNvSpPr txBox="1"/>
          <p:nvPr/>
        </p:nvSpPr>
        <p:spPr>
          <a:xfrm>
            <a:off x="7570000" y="1670000"/>
            <a:ext cx="660000" cy="56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b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650" dirty="0">
                <a:solidFill>
                  <a:schemeClr val="tx1"/>
                </a:solidFill>
              </a:rPr>
              <a:t>Транзакц. доход</a:t>
            </a:r>
          </a:p>
        </p:txBody>
      </p:sp>
      <p:sp>
        <p:nvSpPr>
          <p:cNvPr id="126" name="ColHdr"/>
          <p:cNvSpPr txBox="1"/>
          <p:nvPr/>
        </p:nvSpPr>
        <p:spPr>
          <a:xfrm>
            <a:off x="8270000" y="1670000"/>
            <a:ext cx="660000" cy="56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b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650" dirty="0">
                <a:solidFill>
                  <a:schemeClr val="tx1"/>
                </a:solidFill>
              </a:rPr>
              <a:t>Микс каналов (доля E2E)</a:t>
            </a:r>
          </a:p>
        </p:txBody>
      </p:sp>
      <p:sp>
        <p:nvSpPr>
          <p:cNvPr id="127" name="ColHdr"/>
          <p:cNvSpPr txBox="1"/>
          <p:nvPr/>
        </p:nvSpPr>
        <p:spPr>
          <a:xfrm>
            <a:off x="8970000" y="1670000"/>
            <a:ext cx="660000" cy="56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b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650" dirty="0">
                <a:solidFill>
                  <a:schemeClr val="tx1"/>
                </a:solidFill>
              </a:rPr>
              <a:t>Unit-cost выдачи</a:t>
            </a:r>
          </a:p>
        </p:txBody>
      </p:sp>
      <p:sp>
        <p:nvSpPr>
          <p:cNvPr id="128" name="ColHdr"/>
          <p:cNvSpPr txBox="1"/>
          <p:nvPr/>
        </p:nvSpPr>
        <p:spPr>
          <a:xfrm>
            <a:off x="9670000" y="1670000"/>
            <a:ext cx="660000" cy="56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b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650" dirty="0">
                <a:solidFill>
                  <a:schemeClr val="tx1"/>
                </a:solidFill>
              </a:rPr>
              <a:t>Точность отбора (PD)</a:t>
            </a:r>
          </a:p>
        </p:txBody>
      </p:sp>
      <p:sp>
        <p:nvSpPr>
          <p:cNvPr id="129" name="ColHdr"/>
          <p:cNvSpPr txBox="1"/>
          <p:nvPr/>
        </p:nvSpPr>
        <p:spPr>
          <a:xfrm>
            <a:off x="10370000" y="1670000"/>
            <a:ext cx="660000" cy="56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b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650" dirty="0">
                <a:solidFill>
                  <a:schemeClr val="tx1"/>
                </a:solidFill>
              </a:rPr>
              <a:t>LGD: EWS, взыскание</a:t>
            </a:r>
          </a:p>
        </p:txBody>
      </p:sp>
      <p:sp>
        <p:nvSpPr>
          <p:cNvPr id="130" name="ColHdr"/>
          <p:cNvSpPr txBox="1"/>
          <p:nvPr/>
        </p:nvSpPr>
        <p:spPr>
          <a:xfrm>
            <a:off x="11070000" y="1670000"/>
            <a:ext cx="660000" cy="56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b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ru-RU" sz="650" dirty="0">
                <a:solidFill>
                  <a:schemeClr val="tx1"/>
                </a:solidFill>
              </a:rPr>
              <a:t>Риск-аппетит, приток</a:t>
            </a:r>
          </a:p>
        </p:txBody>
      </p:sp>
      <p:sp>
        <p:nvSpPr>
          <p:cNvPr id="131" name="InitLbl"/>
          <p:cNvSpPr txBox="1"/>
          <p:nvPr/>
        </p:nvSpPr>
        <p:spPr>
          <a:xfrm>
            <a:off x="502920" y="2280000"/>
            <a:ext cx="2780000" cy="38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50" b="1" dirty="0">
                <a:solidFill>
                  <a:srgbClr val="ED3023"/>
                </a:solidFill>
              </a:rPr>
              <a:t>01</a:t>
            </a:r>
            <a:r>
              <a:rPr lang="ru-RU" sz="850" dirty="0">
                <a:solidFill>
                  <a:schemeClr val="tx1"/>
                </a:solidFill>
              </a:rPr>
              <a:t>   Единый рисковый лимит</a:t>
            </a:r>
          </a:p>
        </p:txBody>
      </p:sp>
      <p:sp>
        <p:nvSpPr>
          <p:cNvPr id="132" name="Mark"/>
          <p:cNvSpPr/>
          <p:nvPr/>
        </p:nvSpPr>
        <p:spPr>
          <a:xfrm>
            <a:off x="5025000" y="2395000"/>
            <a:ext cx="150000" cy="150000"/>
          </a:xfrm>
          <a:prstGeom prst="ellipse">
            <a:avLst/>
          </a:prstGeom>
          <a:solidFill>
            <a:srgbClr val="ED3023"/>
          </a:solidFill>
          <a:ln>
            <a:noFill/>
          </a:ln>
        </p:spPr>
      </p:sp>
      <p:sp>
        <p:nvSpPr>
          <p:cNvPr id="133" name="Mark"/>
          <p:cNvSpPr/>
          <p:nvPr/>
        </p:nvSpPr>
        <p:spPr>
          <a:xfrm>
            <a:off x="3630000" y="2400000"/>
            <a:ext cx="140000" cy="140000"/>
          </a:xfrm>
          <a:prstGeom prst="ellipse">
            <a:avLst/>
          </a:prstGeom>
          <a:noFill/>
          <a:ln w="12700">
            <a:solidFill>
              <a:srgbClr val="7F7F7F"/>
            </a:solidFill>
          </a:ln>
        </p:spPr>
      </p:sp>
      <p:sp>
        <p:nvSpPr>
          <p:cNvPr id="134" name="Mark"/>
          <p:cNvSpPr/>
          <p:nvPr/>
        </p:nvSpPr>
        <p:spPr>
          <a:xfrm>
            <a:off x="7130000" y="2400000"/>
            <a:ext cx="140000" cy="140000"/>
          </a:xfrm>
          <a:prstGeom prst="ellipse">
            <a:avLst/>
          </a:prstGeom>
          <a:noFill/>
          <a:ln w="12700">
            <a:solidFill>
              <a:srgbClr val="7F7F7F"/>
            </a:solidFill>
          </a:ln>
        </p:spPr>
      </p:sp>
      <p:sp>
        <p:nvSpPr>
          <p:cNvPr id="135" name="Mark"/>
          <p:cNvSpPr/>
          <p:nvPr/>
        </p:nvSpPr>
        <p:spPr>
          <a:xfrm>
            <a:off x="11330000" y="2400000"/>
            <a:ext cx="140000" cy="140000"/>
          </a:xfrm>
          <a:prstGeom prst="ellipse">
            <a:avLst/>
          </a:prstGeom>
          <a:noFill/>
          <a:ln w="12700">
            <a:solidFill>
              <a:srgbClr val="7F7F7F"/>
            </a:solidFill>
          </a:ln>
        </p:spPr>
      </p:sp>
      <p:sp>
        <p:nvSpPr>
          <p:cNvPr id="136" name="InitLbl"/>
          <p:cNvSpPr txBox="1"/>
          <p:nvPr/>
        </p:nvSpPr>
        <p:spPr>
          <a:xfrm>
            <a:off x="502920" y="2700000"/>
            <a:ext cx="2780000" cy="38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50" b="1" dirty="0">
                <a:solidFill>
                  <a:srgbClr val="ED3023"/>
                </a:solidFill>
              </a:rPr>
              <a:t>02</a:t>
            </a:r>
            <a:r>
              <a:rPr lang="ru-RU" sz="850" dirty="0">
                <a:solidFill>
                  <a:schemeClr val="tx1"/>
                </a:solidFill>
              </a:rPr>
              <a:t>   Full approve</a:t>
            </a:r>
          </a:p>
        </p:txBody>
      </p:sp>
      <p:sp>
        <p:nvSpPr>
          <p:cNvPr id="137" name="Mark"/>
          <p:cNvSpPr/>
          <p:nvPr/>
        </p:nvSpPr>
        <p:spPr>
          <a:xfrm>
            <a:off x="3625000" y="2815000"/>
            <a:ext cx="150000" cy="150000"/>
          </a:xfrm>
          <a:prstGeom prst="ellipse">
            <a:avLst/>
          </a:prstGeom>
          <a:solidFill>
            <a:srgbClr val="ED3023"/>
          </a:solidFill>
          <a:ln>
            <a:noFill/>
          </a:ln>
        </p:spPr>
      </p:sp>
      <p:sp>
        <p:nvSpPr>
          <p:cNvPr id="138" name="Mark"/>
          <p:cNvSpPr/>
          <p:nvPr/>
        </p:nvSpPr>
        <p:spPr>
          <a:xfrm>
            <a:off x="5725000" y="2815000"/>
            <a:ext cx="150000" cy="150000"/>
          </a:xfrm>
          <a:prstGeom prst="ellipse">
            <a:avLst/>
          </a:prstGeom>
          <a:solidFill>
            <a:srgbClr val="ED3023"/>
          </a:solidFill>
          <a:ln>
            <a:noFill/>
          </a:ln>
        </p:spPr>
      </p:sp>
      <p:sp>
        <p:nvSpPr>
          <p:cNvPr id="139" name="Mark"/>
          <p:cNvSpPr/>
          <p:nvPr/>
        </p:nvSpPr>
        <p:spPr>
          <a:xfrm>
            <a:off x="6425000" y="2815000"/>
            <a:ext cx="150000" cy="150000"/>
          </a:xfrm>
          <a:prstGeom prst="ellipse">
            <a:avLst/>
          </a:prstGeom>
          <a:solidFill>
            <a:srgbClr val="ED3023"/>
          </a:solidFill>
          <a:ln>
            <a:noFill/>
          </a:ln>
        </p:spPr>
      </p:sp>
      <p:sp>
        <p:nvSpPr>
          <p:cNvPr id="140" name="Mark"/>
          <p:cNvSpPr/>
          <p:nvPr/>
        </p:nvSpPr>
        <p:spPr>
          <a:xfrm>
            <a:off x="9930000" y="2820000"/>
            <a:ext cx="140000" cy="140000"/>
          </a:xfrm>
          <a:prstGeom prst="ellipse">
            <a:avLst/>
          </a:prstGeom>
          <a:noFill/>
          <a:ln w="12700">
            <a:solidFill>
              <a:srgbClr val="7F7F7F"/>
            </a:solidFill>
          </a:ln>
        </p:spPr>
      </p:sp>
      <p:sp>
        <p:nvSpPr>
          <p:cNvPr id="141" name="Mark"/>
          <p:cNvSpPr/>
          <p:nvPr/>
        </p:nvSpPr>
        <p:spPr>
          <a:xfrm>
            <a:off x="11330000" y="2820000"/>
            <a:ext cx="140000" cy="140000"/>
          </a:xfrm>
          <a:prstGeom prst="ellipse">
            <a:avLst/>
          </a:prstGeom>
          <a:noFill/>
          <a:ln w="12700">
            <a:solidFill>
              <a:srgbClr val="7F7F7F"/>
            </a:solidFill>
          </a:ln>
        </p:spPr>
      </p:sp>
      <p:sp>
        <p:nvSpPr>
          <p:cNvPr id="142" name="InitLbl"/>
          <p:cNvSpPr txBox="1"/>
          <p:nvPr/>
        </p:nvSpPr>
        <p:spPr>
          <a:xfrm>
            <a:off x="502920" y="3120000"/>
            <a:ext cx="2780000" cy="38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50" b="1" dirty="0">
                <a:solidFill>
                  <a:srgbClr val="ED3023"/>
                </a:solidFill>
              </a:rPr>
              <a:t>03</a:t>
            </a:r>
            <a:r>
              <a:rPr lang="ru-RU" sz="850" dirty="0">
                <a:solidFill>
                  <a:schemeClr val="tx1"/>
                </a:solidFill>
              </a:rPr>
              <a:t>   E2E-продажи</a:t>
            </a:r>
          </a:p>
        </p:txBody>
      </p:sp>
      <p:sp>
        <p:nvSpPr>
          <p:cNvPr id="143" name="Mark"/>
          <p:cNvSpPr/>
          <p:nvPr/>
        </p:nvSpPr>
        <p:spPr>
          <a:xfrm>
            <a:off x="8525000" y="3235000"/>
            <a:ext cx="150000" cy="150000"/>
          </a:xfrm>
          <a:prstGeom prst="ellipse">
            <a:avLst/>
          </a:prstGeom>
          <a:solidFill>
            <a:srgbClr val="ED3023"/>
          </a:solidFill>
          <a:ln>
            <a:noFill/>
          </a:ln>
        </p:spPr>
      </p:sp>
      <p:sp>
        <p:nvSpPr>
          <p:cNvPr id="144" name="InitLbl"/>
          <p:cNvSpPr txBox="1"/>
          <p:nvPr/>
        </p:nvSpPr>
        <p:spPr>
          <a:xfrm>
            <a:off x="502920" y="3540000"/>
            <a:ext cx="2780000" cy="38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50" b="1" dirty="0">
                <a:solidFill>
                  <a:srgbClr val="ED3023"/>
                </a:solidFill>
              </a:rPr>
              <a:t>04</a:t>
            </a:r>
            <a:r>
              <a:rPr lang="ru-RU" sz="850" dirty="0">
                <a:solidFill>
                  <a:schemeClr val="tx1"/>
                </a:solidFill>
              </a:rPr>
              <a:t>   E2E-управление сделкой</a:t>
            </a:r>
          </a:p>
        </p:txBody>
      </p:sp>
      <p:sp>
        <p:nvSpPr>
          <p:cNvPr id="145" name="Mark"/>
          <p:cNvSpPr/>
          <p:nvPr/>
        </p:nvSpPr>
        <p:spPr>
          <a:xfrm>
            <a:off x="7125000" y="3655000"/>
            <a:ext cx="150000" cy="150000"/>
          </a:xfrm>
          <a:prstGeom prst="ellipse">
            <a:avLst/>
          </a:prstGeom>
          <a:solidFill>
            <a:srgbClr val="ED3023"/>
          </a:solidFill>
          <a:ln>
            <a:noFill/>
          </a:ln>
        </p:spPr>
      </p:sp>
      <p:sp>
        <p:nvSpPr>
          <p:cNvPr id="146" name="Mark"/>
          <p:cNvSpPr/>
          <p:nvPr/>
        </p:nvSpPr>
        <p:spPr>
          <a:xfrm>
            <a:off x="10625000" y="3655000"/>
            <a:ext cx="150000" cy="150000"/>
          </a:xfrm>
          <a:prstGeom prst="ellipse">
            <a:avLst/>
          </a:prstGeom>
          <a:solidFill>
            <a:srgbClr val="ED3023"/>
          </a:solidFill>
          <a:ln>
            <a:noFill/>
          </a:ln>
        </p:spPr>
      </p:sp>
      <p:sp>
        <p:nvSpPr>
          <p:cNvPr id="147" name="Mark"/>
          <p:cNvSpPr/>
          <p:nvPr/>
        </p:nvSpPr>
        <p:spPr>
          <a:xfrm>
            <a:off x="9230000" y="3660000"/>
            <a:ext cx="140000" cy="140000"/>
          </a:xfrm>
          <a:prstGeom prst="ellipse">
            <a:avLst/>
          </a:prstGeom>
          <a:noFill/>
          <a:ln w="12700">
            <a:solidFill>
              <a:srgbClr val="7F7F7F"/>
            </a:solidFill>
          </a:ln>
        </p:spPr>
      </p:sp>
      <p:sp>
        <p:nvSpPr>
          <p:cNvPr id="148" name="InitLbl"/>
          <p:cNvSpPr txBox="1"/>
          <p:nvPr/>
        </p:nvSpPr>
        <p:spPr>
          <a:xfrm>
            <a:off x="502920" y="3960000"/>
            <a:ext cx="2780000" cy="38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50" b="1" dirty="0">
                <a:solidFill>
                  <a:srgbClr val="ED3023"/>
                </a:solidFill>
              </a:rPr>
              <a:t>05</a:t>
            </a:r>
            <a:r>
              <a:rPr lang="ru-RU" sz="850" dirty="0">
                <a:solidFill>
                  <a:schemeClr val="tx1"/>
                </a:solidFill>
              </a:rPr>
              <a:t>   Интеграция в core-сценарии</a:t>
            </a:r>
          </a:p>
        </p:txBody>
      </p:sp>
      <p:sp>
        <p:nvSpPr>
          <p:cNvPr id="149" name="Mark"/>
          <p:cNvSpPr/>
          <p:nvPr/>
        </p:nvSpPr>
        <p:spPr>
          <a:xfrm>
            <a:off x="4325000" y="4075000"/>
            <a:ext cx="150000" cy="150000"/>
          </a:xfrm>
          <a:prstGeom prst="ellipse">
            <a:avLst/>
          </a:prstGeom>
          <a:solidFill>
            <a:srgbClr val="ED3023"/>
          </a:solidFill>
          <a:ln>
            <a:noFill/>
          </a:ln>
        </p:spPr>
      </p:sp>
      <p:sp>
        <p:nvSpPr>
          <p:cNvPr id="150" name="Mark"/>
          <p:cNvSpPr/>
          <p:nvPr/>
        </p:nvSpPr>
        <p:spPr>
          <a:xfrm>
            <a:off x="5030000" y="4080000"/>
            <a:ext cx="140000" cy="140000"/>
          </a:xfrm>
          <a:prstGeom prst="ellipse">
            <a:avLst/>
          </a:prstGeom>
          <a:noFill/>
          <a:ln w="12700">
            <a:solidFill>
              <a:srgbClr val="7F7F7F"/>
            </a:solidFill>
          </a:ln>
        </p:spPr>
      </p:sp>
      <p:sp>
        <p:nvSpPr>
          <p:cNvPr id="151" name="Mark"/>
          <p:cNvSpPr/>
          <p:nvPr/>
        </p:nvSpPr>
        <p:spPr>
          <a:xfrm>
            <a:off x="5730000" y="4080000"/>
            <a:ext cx="140000" cy="140000"/>
          </a:xfrm>
          <a:prstGeom prst="ellipse">
            <a:avLst/>
          </a:prstGeom>
          <a:noFill/>
          <a:ln w="12700">
            <a:solidFill>
              <a:srgbClr val="7F7F7F"/>
            </a:solidFill>
          </a:ln>
        </p:spPr>
      </p:sp>
      <p:sp>
        <p:nvSpPr>
          <p:cNvPr id="152" name="Mark"/>
          <p:cNvSpPr/>
          <p:nvPr/>
        </p:nvSpPr>
        <p:spPr>
          <a:xfrm>
            <a:off x="7830000" y="4080000"/>
            <a:ext cx="140000" cy="140000"/>
          </a:xfrm>
          <a:prstGeom prst="ellipse">
            <a:avLst/>
          </a:prstGeom>
          <a:noFill/>
          <a:ln w="12700">
            <a:solidFill>
              <a:srgbClr val="7F7F7F"/>
            </a:solidFill>
          </a:ln>
        </p:spPr>
      </p:sp>
      <p:sp>
        <p:nvSpPr>
          <p:cNvPr id="153" name="InitLbl"/>
          <p:cNvSpPr txBox="1"/>
          <p:nvPr/>
        </p:nvSpPr>
        <p:spPr>
          <a:xfrm>
            <a:off x="502920" y="4380000"/>
            <a:ext cx="2780000" cy="38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50" b="1" dirty="0">
                <a:solidFill>
                  <a:srgbClr val="ED3023"/>
                </a:solidFill>
              </a:rPr>
              <a:t>06</a:t>
            </a:r>
            <a:r>
              <a:rPr lang="ru-RU" sz="850" dirty="0">
                <a:solidFill>
                  <a:schemeClr val="tx1"/>
                </a:solidFill>
              </a:rPr>
              <a:t>   Максимизация отдачи на капитал</a:t>
            </a:r>
          </a:p>
        </p:txBody>
      </p:sp>
      <p:sp>
        <p:nvSpPr>
          <p:cNvPr id="154" name="Mark"/>
          <p:cNvSpPr/>
          <p:nvPr/>
        </p:nvSpPr>
        <p:spPr>
          <a:xfrm>
            <a:off x="11325000" y="4495000"/>
            <a:ext cx="150000" cy="150000"/>
          </a:xfrm>
          <a:prstGeom prst="ellipse">
            <a:avLst/>
          </a:prstGeom>
          <a:solidFill>
            <a:srgbClr val="ED3023"/>
          </a:solidFill>
          <a:ln>
            <a:noFill/>
          </a:ln>
        </p:spPr>
      </p:sp>
      <p:sp>
        <p:nvSpPr>
          <p:cNvPr id="155" name="Mark"/>
          <p:cNvSpPr/>
          <p:nvPr/>
        </p:nvSpPr>
        <p:spPr>
          <a:xfrm>
            <a:off x="4330000" y="4500000"/>
            <a:ext cx="140000" cy="140000"/>
          </a:xfrm>
          <a:prstGeom prst="ellipse">
            <a:avLst/>
          </a:prstGeom>
          <a:noFill/>
          <a:ln w="12700">
            <a:solidFill>
              <a:srgbClr val="7F7F7F"/>
            </a:solidFill>
          </a:ln>
        </p:spPr>
      </p:sp>
      <p:sp>
        <p:nvSpPr>
          <p:cNvPr id="156" name="InitLbl"/>
          <p:cNvSpPr txBox="1"/>
          <p:nvPr/>
        </p:nvSpPr>
        <p:spPr>
          <a:xfrm>
            <a:off x="502920" y="4800000"/>
            <a:ext cx="2780000" cy="38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50" b="1" dirty="0">
                <a:solidFill>
                  <a:srgbClr val="ED3023"/>
                </a:solidFill>
              </a:rPr>
              <a:t>07</a:t>
            </a:r>
            <a:r>
              <a:rPr lang="ru-RU" sz="850" dirty="0">
                <a:solidFill>
                  <a:schemeClr val="tx1"/>
                </a:solidFill>
              </a:rPr>
              <a:t>   Фокус на P&amp;L клиента</a:t>
            </a:r>
          </a:p>
        </p:txBody>
      </p:sp>
      <p:sp>
        <p:nvSpPr>
          <p:cNvPr id="157" name="Mark"/>
          <p:cNvSpPr/>
          <p:nvPr/>
        </p:nvSpPr>
        <p:spPr>
          <a:xfrm>
            <a:off x="7825000" y="4915000"/>
            <a:ext cx="150000" cy="150000"/>
          </a:xfrm>
          <a:prstGeom prst="ellipse">
            <a:avLst/>
          </a:prstGeom>
          <a:solidFill>
            <a:srgbClr val="ED3023"/>
          </a:solidFill>
          <a:ln>
            <a:noFill/>
          </a:ln>
        </p:spPr>
      </p:sp>
      <p:sp>
        <p:nvSpPr>
          <p:cNvPr id="158" name="Mark"/>
          <p:cNvSpPr/>
          <p:nvPr/>
        </p:nvSpPr>
        <p:spPr>
          <a:xfrm>
            <a:off x="5730000" y="4920000"/>
            <a:ext cx="140000" cy="140000"/>
          </a:xfrm>
          <a:prstGeom prst="ellipse">
            <a:avLst/>
          </a:prstGeom>
          <a:noFill/>
          <a:ln w="12700">
            <a:solidFill>
              <a:srgbClr val="7F7F7F"/>
            </a:solidFill>
          </a:ln>
        </p:spPr>
      </p:sp>
      <p:sp>
        <p:nvSpPr>
          <p:cNvPr id="159" name="Mark"/>
          <p:cNvSpPr/>
          <p:nvPr/>
        </p:nvSpPr>
        <p:spPr>
          <a:xfrm>
            <a:off x="7130000" y="4920000"/>
            <a:ext cx="140000" cy="140000"/>
          </a:xfrm>
          <a:prstGeom prst="ellipse">
            <a:avLst/>
          </a:prstGeom>
          <a:noFill/>
          <a:ln w="12700">
            <a:solidFill>
              <a:srgbClr val="7F7F7F"/>
            </a:solidFill>
          </a:ln>
        </p:spPr>
      </p:sp>
      <p:sp>
        <p:nvSpPr>
          <p:cNvPr id="160" name="InitLbl"/>
          <p:cNvSpPr txBox="1"/>
          <p:nvPr/>
        </p:nvSpPr>
        <p:spPr>
          <a:xfrm>
            <a:off x="502920" y="5220000"/>
            <a:ext cx="2780000" cy="38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50" b="1" dirty="0">
                <a:solidFill>
                  <a:srgbClr val="ED3023"/>
                </a:solidFill>
              </a:rPr>
              <a:t>08</a:t>
            </a:r>
            <a:r>
              <a:rPr lang="ru-RU" sz="850" dirty="0">
                <a:solidFill>
                  <a:schemeClr val="tx1"/>
                </a:solidFill>
              </a:rPr>
              <a:t>   Единая технологическая платформа</a:t>
            </a:r>
          </a:p>
        </p:txBody>
      </p:sp>
      <p:sp>
        <p:nvSpPr>
          <p:cNvPr id="161" name="Mark"/>
          <p:cNvSpPr/>
          <p:nvPr/>
        </p:nvSpPr>
        <p:spPr>
          <a:xfrm>
            <a:off x="9225000" y="5335000"/>
            <a:ext cx="150000" cy="150000"/>
          </a:xfrm>
          <a:prstGeom prst="ellipse">
            <a:avLst/>
          </a:prstGeom>
          <a:solidFill>
            <a:srgbClr val="ED3023"/>
          </a:solidFill>
          <a:ln>
            <a:noFill/>
          </a:ln>
        </p:spPr>
      </p:sp>
      <p:sp>
        <p:nvSpPr>
          <p:cNvPr id="162" name="Mark"/>
          <p:cNvSpPr/>
          <p:nvPr/>
        </p:nvSpPr>
        <p:spPr>
          <a:xfrm>
            <a:off x="5030000" y="5340000"/>
            <a:ext cx="140000" cy="140000"/>
          </a:xfrm>
          <a:prstGeom prst="ellipse">
            <a:avLst/>
          </a:prstGeom>
          <a:noFill/>
          <a:ln w="12700">
            <a:solidFill>
              <a:srgbClr val="7F7F7F"/>
            </a:solidFill>
          </a:ln>
        </p:spPr>
      </p:sp>
      <p:sp>
        <p:nvSpPr>
          <p:cNvPr id="163" name="Mark"/>
          <p:cNvSpPr/>
          <p:nvPr/>
        </p:nvSpPr>
        <p:spPr>
          <a:xfrm>
            <a:off x="6430000" y="5340000"/>
            <a:ext cx="140000" cy="140000"/>
          </a:xfrm>
          <a:prstGeom prst="ellipse">
            <a:avLst/>
          </a:prstGeom>
          <a:noFill/>
          <a:ln w="12700">
            <a:solidFill>
              <a:srgbClr val="7F7F7F"/>
            </a:solidFill>
          </a:ln>
        </p:spPr>
      </p:sp>
      <p:sp>
        <p:nvSpPr>
          <p:cNvPr id="164" name="Mark"/>
          <p:cNvSpPr/>
          <p:nvPr/>
        </p:nvSpPr>
        <p:spPr>
          <a:xfrm>
            <a:off x="9930000" y="5340000"/>
            <a:ext cx="140000" cy="140000"/>
          </a:xfrm>
          <a:prstGeom prst="ellipse">
            <a:avLst/>
          </a:prstGeom>
          <a:noFill/>
          <a:ln w="12700">
            <a:solidFill>
              <a:srgbClr val="7F7F7F"/>
            </a:solidFill>
          </a:ln>
        </p:spPr>
      </p:sp>
      <p:sp>
        <p:nvSpPr>
          <p:cNvPr id="165" name="InitLbl"/>
          <p:cNvSpPr txBox="1"/>
          <p:nvPr/>
        </p:nvSpPr>
        <p:spPr>
          <a:xfrm>
            <a:off x="502920" y="5640000"/>
            <a:ext cx="2780000" cy="38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50" b="1" dirty="0">
                <a:solidFill>
                  <a:srgbClr val="ED3023"/>
                </a:solidFill>
              </a:rPr>
              <a:t>09</a:t>
            </a:r>
            <a:r>
              <a:rPr lang="ru-RU" sz="850" dirty="0">
                <a:solidFill>
                  <a:schemeClr val="tx1"/>
                </a:solidFill>
              </a:rPr>
              <a:t>   Непрерывное развитие данных</a:t>
            </a:r>
          </a:p>
        </p:txBody>
      </p:sp>
      <p:sp>
        <p:nvSpPr>
          <p:cNvPr id="166" name="Mark"/>
          <p:cNvSpPr/>
          <p:nvPr/>
        </p:nvSpPr>
        <p:spPr>
          <a:xfrm>
            <a:off x="9925000" y="5755000"/>
            <a:ext cx="150000" cy="150000"/>
          </a:xfrm>
          <a:prstGeom prst="ellipse">
            <a:avLst/>
          </a:prstGeom>
          <a:solidFill>
            <a:srgbClr val="ED3023"/>
          </a:solidFill>
          <a:ln>
            <a:noFill/>
          </a:ln>
        </p:spPr>
      </p:sp>
      <p:sp>
        <p:nvSpPr>
          <p:cNvPr id="167" name="Mark"/>
          <p:cNvSpPr/>
          <p:nvPr/>
        </p:nvSpPr>
        <p:spPr>
          <a:xfrm>
            <a:off x="3630000" y="5760000"/>
            <a:ext cx="140000" cy="140000"/>
          </a:xfrm>
          <a:prstGeom prst="ellipse">
            <a:avLst/>
          </a:prstGeom>
          <a:noFill/>
          <a:ln w="12700">
            <a:solidFill>
              <a:srgbClr val="7F7F7F"/>
            </a:solidFill>
          </a:ln>
        </p:spPr>
      </p:sp>
      <p:sp>
        <p:nvSpPr>
          <p:cNvPr id="168" name="InitLbl"/>
          <p:cNvSpPr txBox="1"/>
          <p:nvPr/>
        </p:nvSpPr>
        <p:spPr>
          <a:xfrm>
            <a:off x="502920" y="6060000"/>
            <a:ext cx="2780000" cy="38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850" b="1" dirty="0">
                <a:solidFill>
                  <a:srgbClr val="ED3023"/>
                </a:solidFill>
              </a:rPr>
              <a:t>10</a:t>
            </a:r>
            <a:r>
              <a:rPr lang="ru-RU" sz="850" dirty="0">
                <a:solidFill>
                  <a:schemeClr val="tx1"/>
                </a:solidFill>
              </a:rPr>
              <a:t>   Внутренние и внешние AI-ассистенты</a:t>
            </a:r>
          </a:p>
        </p:txBody>
      </p:sp>
      <p:sp>
        <p:nvSpPr>
          <p:cNvPr id="169" name="Mark"/>
          <p:cNvSpPr/>
          <p:nvPr/>
        </p:nvSpPr>
        <p:spPr>
          <a:xfrm>
            <a:off x="4325000" y="6175000"/>
            <a:ext cx="150000" cy="150000"/>
          </a:xfrm>
          <a:prstGeom prst="ellipse">
            <a:avLst/>
          </a:prstGeom>
          <a:solidFill>
            <a:srgbClr val="ED3023"/>
          </a:solidFill>
          <a:ln>
            <a:noFill/>
          </a:ln>
        </p:spPr>
      </p:sp>
      <p:sp>
        <p:nvSpPr>
          <p:cNvPr id="170" name="Mark"/>
          <p:cNvSpPr/>
          <p:nvPr/>
        </p:nvSpPr>
        <p:spPr>
          <a:xfrm>
            <a:off x="6430000" y="6180000"/>
            <a:ext cx="140000" cy="140000"/>
          </a:xfrm>
          <a:prstGeom prst="ellipse">
            <a:avLst/>
          </a:prstGeom>
          <a:noFill/>
          <a:ln w="12700">
            <a:solidFill>
              <a:srgbClr val="7F7F7F"/>
            </a:solidFill>
          </a:ln>
        </p:spPr>
      </p:sp>
      <p:sp>
        <p:nvSpPr>
          <p:cNvPr id="171" name="Mark"/>
          <p:cNvSpPr/>
          <p:nvPr/>
        </p:nvSpPr>
        <p:spPr>
          <a:xfrm>
            <a:off x="9230000" y="6180000"/>
            <a:ext cx="140000" cy="140000"/>
          </a:xfrm>
          <a:prstGeom prst="ellipse">
            <a:avLst/>
          </a:prstGeom>
          <a:noFill/>
          <a:ln w="12700">
            <a:solidFill>
              <a:srgbClr val="7F7F7F"/>
            </a:solidFill>
          </a:ln>
        </p:spPr>
      </p:sp>
      <p:sp>
        <p:nvSpPr>
          <p:cNvPr id="172" name="Legend"/>
          <p:cNvSpPr txBox="1"/>
          <p:nvPr/>
        </p:nvSpPr>
        <p:spPr>
          <a:xfrm>
            <a:off x="502920" y="6560000"/>
            <a:ext cx="11247080" cy="280000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ru-RU" sz="750" dirty="0">
                <a:solidFill>
                  <a:srgbClr val="ED3023"/>
                </a:solidFill>
              </a:rPr>
              <a:t>●</a:t>
            </a:r>
            <a:r>
              <a:rPr lang="ru-RU" sz="750" dirty="0">
                <a:solidFill>
                  <a:srgbClr val="595959"/>
                </a:solidFill>
              </a:rPr>
              <a:t> — основной вклад инициативы в драйвер;   </a:t>
            </a:r>
            <a:r>
              <a:rPr lang="ru-RU" sz="750" dirty="0">
                <a:solidFill>
                  <a:srgbClr val="7F7F7F"/>
                </a:solidFill>
              </a:rPr>
              <a:t>○</a:t>
            </a:r>
            <a:r>
              <a:rPr lang="ru-RU" sz="750" dirty="0">
                <a:solidFill>
                  <a:srgbClr val="595959"/>
                </a:solidFill>
              </a:rPr>
              <a:t> — поддерживающий вклад.   Все драйверы закрыты ≥ 1 основной инициативой; только одной инициативой закрыты: микс каналов (03) и EWS/взыскание (04)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SCLIENT" val="True"/>
  <p:tag name="NEWVI" val="true"/>
  <p:tag name="BLUEONEFOURTHTITLEFONTCOLORFIXED" val="true"/>
  <p:tag name="DARKLAYOUTNAMESCHANGEDTOCONTRAST" val="true"/>
  <p:tag name="ICONENCLOSURE" val="False"/>
  <p:tag name="BULLETPOINTACTIVEGAP" val="0"/>
  <p:tag name="THINKCELLPRESENTATIONDONOTDELETE" val="&lt;?xml version=&quot;1.0&quot; encoding=&quot;UTF-16&quot; standalone=&quot;yes&quot;?&gt;&lt;root reqver=&quot;32687&quot;&gt;&lt;version val=&quot;1010198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 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m/%y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7&quot;&gt;&lt;elem m_fUsage=&quot;2.65065618552944393116E+00&quot;&gt;&lt;m_msothmcolidx val=&quot;0&quot;/&gt;&lt;m_rgb r=&quot;F7&quot; g=&quot;A5&quot; b=&quot;A7&quot;/&gt;&lt;/elem&gt;&lt;elem m_fUsage=&quot;2.00995928785843469555E+00&quot;&gt;&lt;m_msothmcolidx val=&quot;0&quot;/&gt;&lt;m_rgb r=&quot;7F&quot; g=&quot;7F&quot; b=&quot;7F&quot;/&gt;&lt;/elem&gt;&lt;elem m_fUsage=&quot;1.72900000000000009237E+00&quot;&gt;&lt;m_msothmcolidx val=&quot;0&quot;/&gt;&lt;m_rgb r=&quot;08&quot; g=&quot;B8&quot; b=&quot;92&quot;/&gt;&lt;/elem&gt;&lt;elem m_fUsage=&quot;1.55610000000000003872E+00&quot;&gt;&lt;m_msothmcolidx val=&quot;0&quot;/&gt;&lt;m_rgb r=&quot;FF&quot; g=&quot;DD&quot; b=&quot;2B&quot;/&gt;&lt;/elem&gt;&lt;elem m_fUsage=&quot;9.60094635296999121543E-01&quot;&gt;&lt;m_msothmcolidx val=&quot;0&quot;/&gt;&lt;m_rgb r=&quot;F8&quot; g=&quot;D2&quot; b=&quot;2D&quot;/&gt;&lt;/elem&gt;&lt;elem m_fUsage=&quot;1.09418989131512392476E-01&quot;&gt;&lt;m_msothmcolidx val=&quot;0&quot;/&gt;&lt;m_rgb r=&quot;93&quot; g=&quot;9C&quot; b=&quot;9E&quot;/&gt;&lt;/elem&gt;&lt;elem m_fUsage=&quot;9.84770902183611934744E-02&quot;&gt;&lt;m_msothmcolidx val=&quot;0&quot;/&gt;&lt;m_rgb r=&quot;A6&quot; g=&quot;A6&quot; b=&quot;A6&quot;/&gt;&lt;/elem&gt;&lt;/m_vecMRU&gt;&lt;/m_mruColor&gt;&lt;m_eweekdayFirstOfWeek val=&quot;2&quot;/&gt;&lt;m_eweekdayFirstOfWorkweek val=&quot;2&quot;/&gt;&lt;m_eweekdayFirstOfWeekend val=&quot;7&quot;/&gt;&lt;m_eweeknumbering val=&quot;2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CE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Whi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AlphaBl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Whi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TrackerNumBl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Empty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Quater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Half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3Quat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PCONXS" val="1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Sticky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HmNPdn7s8VWvOOHq1Adg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6tHwmRA95hKJV9JpO60Vg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A6BWlt7HC.XH8WKi4gMQg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yG7lxJVOZGD97gYm.yOfQ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49WAsm2MPReAd6mdyK3MQ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DnHAMdRtQv8hsMIR3rvQ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TgZTqw6rNQx0UNiQdBu9A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c.k87tBIxx63R6s3m5FJw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heme/theme1.xml><?xml version="1.0" encoding="utf-8"?>
<a:theme xmlns:a="http://schemas.openxmlformats.org/drawingml/2006/main" name="Альфа_16x9 (2024)">
  <a:themeElements>
    <a:clrScheme name="Client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EF3124"/>
      </a:accent1>
      <a:accent2>
        <a:srgbClr val="000000"/>
      </a:accent2>
      <a:accent3>
        <a:srgbClr val="505759"/>
      </a:accent3>
      <a:accent4>
        <a:srgbClr val="D9D9D6"/>
      </a:accent4>
      <a:accent5>
        <a:srgbClr val="6727CC"/>
      </a:accent5>
      <a:accent6>
        <a:srgbClr val="07E2E2"/>
      </a:accent6>
      <a:hlink>
        <a:srgbClr val="EF3124"/>
      </a:hlink>
      <a:folHlink>
        <a:srgbClr val="6727CC"/>
      </a:folHlink>
    </a:clrScheme>
    <a:fontScheme name="Другая 8">
      <a:majorFont>
        <a:latin typeface="Verdana"/>
        <a:ea typeface=""/>
        <a:cs typeface=""/>
      </a:majorFont>
      <a:minorFont>
        <a:latin typeface="Segoe U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lient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F3124"/>
        </a:accent1>
        <a:accent2>
          <a:srgbClr val="000000"/>
        </a:accent2>
        <a:accent3>
          <a:srgbClr val="505759"/>
        </a:accent3>
        <a:accent4>
          <a:srgbClr val="D9D9D6"/>
        </a:accent4>
        <a:accent5>
          <a:srgbClr val="6727CC"/>
        </a:accent5>
        <a:accent6>
          <a:srgbClr val="07E2E2"/>
        </a:accent6>
        <a:hlink>
          <a:srgbClr val="EF3124"/>
        </a:hlink>
        <a:folHlink>
          <a:srgbClr val="6727CC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  <a:custClr name="Custom 6">
      <a:srgbClr val="F2F2F2"/>
    </a:custClr>
  </a:custClrLst>
  <a:extLst>
    <a:ext uri="{05A4C25C-085E-4340-85A3-A5531E510DB2}">
      <thm15:themeFamily xmlns:thm15="http://schemas.microsoft.com/office/thememl/2012/main" name="Альфа_16x9 (2024).potx" id="{B394C60F-8F1D-4B14-AAA4-8CEA2F4439EE}" vid="{42C45501-FFE4-4781-8AD7-D5FC3949E144}"/>
    </a:ext>
  </a:extLst>
</a:theme>
</file>

<file path=ppt/theme/theme2.xml><?xml version="1.0" encoding="utf-8"?>
<a:theme xmlns:a="http://schemas.openxmlformats.org/drawingml/2006/main" name="21_Альфа_16x9 (2024)">
  <a:themeElements>
    <a:clrScheme name="Client">
      <a:dk1>
        <a:srgbClr val="000000"/>
      </a:dk1>
      <a:lt1>
        <a:srgbClr val="FFFFFF"/>
      </a:lt1>
      <a:dk2>
        <a:srgbClr val="FFFFFF"/>
      </a:dk2>
      <a:lt2>
        <a:srgbClr val="000000"/>
      </a:lt2>
      <a:accent1>
        <a:srgbClr val="EF3124"/>
      </a:accent1>
      <a:accent2>
        <a:srgbClr val="000000"/>
      </a:accent2>
      <a:accent3>
        <a:srgbClr val="505759"/>
      </a:accent3>
      <a:accent4>
        <a:srgbClr val="D9D9D6"/>
      </a:accent4>
      <a:accent5>
        <a:srgbClr val="6727CC"/>
      </a:accent5>
      <a:accent6>
        <a:srgbClr val="07E2E2"/>
      </a:accent6>
      <a:hlink>
        <a:srgbClr val="EF3124"/>
      </a:hlink>
      <a:folHlink>
        <a:srgbClr val="6727CC"/>
      </a:folHlink>
    </a:clrScheme>
    <a:fontScheme name="Другая 8">
      <a:majorFont>
        <a:latin typeface="Verdana"/>
        <a:ea typeface=""/>
        <a:cs typeface=""/>
      </a:majorFont>
      <a:minorFont>
        <a:latin typeface="Segoe U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Client">
        <a:dk1>
          <a:srgbClr val="000000"/>
        </a:dk1>
        <a:lt1>
          <a:srgbClr val="FFFFFF"/>
        </a:lt1>
        <a:dk2>
          <a:srgbClr val="FFFFFF"/>
        </a:dk2>
        <a:lt2>
          <a:srgbClr val="000000"/>
        </a:lt2>
        <a:accent1>
          <a:srgbClr val="EF3124"/>
        </a:accent1>
        <a:accent2>
          <a:srgbClr val="000000"/>
        </a:accent2>
        <a:accent3>
          <a:srgbClr val="505759"/>
        </a:accent3>
        <a:accent4>
          <a:srgbClr val="D9D9D6"/>
        </a:accent4>
        <a:accent5>
          <a:srgbClr val="6727CC"/>
        </a:accent5>
        <a:accent6>
          <a:srgbClr val="07E2E2"/>
        </a:accent6>
        <a:hlink>
          <a:srgbClr val="EF3124"/>
        </a:hlink>
        <a:folHlink>
          <a:srgbClr val="6727CC"/>
        </a:folHlink>
      </a:clrScheme>
    </a:extraClrScheme>
  </a:extraClrSchemeLst>
  <a:custClrLst>
    <a:custClr name="Custom 1">
      <a:srgbClr val="4D4D4D"/>
    </a:custClr>
    <a:custClr name="Custom 2">
      <a:srgbClr val="7F7F7F"/>
    </a:custClr>
    <a:custClr name="Custom 3">
      <a:srgbClr val="B3B3B3"/>
    </a:custClr>
    <a:custClr name="Custom 4">
      <a:srgbClr val="D0D0D0"/>
    </a:custClr>
    <a:custClr name="Custom 5">
      <a:srgbClr val="E6E6E6"/>
    </a:custClr>
    <a:custClr name="Custom 6">
      <a:srgbClr val="F2F2F2"/>
    </a:custClr>
  </a:custClrLst>
  <a:extLst>
    <a:ext uri="{05A4C25C-085E-4340-85A3-A5531E510DB2}">
      <thm15:themeFamily xmlns:thm15="http://schemas.microsoft.com/office/thememl/2012/main" name="Альфа_16x9 (2024).potx" id="{B394C60F-8F1D-4B14-AAA4-8CEA2F4439EE}" vid="{42C45501-FFE4-4781-8AD7-D5FC3949E144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75200</TotalTime>
  <Words>427</Words>
  <Application>Microsoft Office PowerPoint</Application>
  <PresentationFormat>Widescreen</PresentationFormat>
  <Paragraphs>118</Paragraphs>
  <Slides>3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</vt:lpstr>
      <vt:lpstr>Calibri</vt:lpstr>
      <vt:lpstr>Georgia</vt:lpstr>
      <vt:lpstr>Segoe UI</vt:lpstr>
      <vt:lpstr>Verdana</vt:lpstr>
      <vt:lpstr>Wingdings</vt:lpstr>
      <vt:lpstr>Альфа_16x9 (2024)</vt:lpstr>
      <vt:lpstr>21_Альфа_16x9 (2024)</vt:lpstr>
      <vt:lpstr>think-cell Slide</vt:lpstr>
      <vt:lpstr>Кредитные продукты: для достижения амбиции необходимо разработать инициативы, адресующие все драйверы прибыли</vt:lpstr>
      <vt:lpstr>E2E-продажи: при этом E2E имеет наименьшие расходы на выдачу,  что делает его важнейшим каналом для повышения доходности низких чеков</vt:lpstr>
      <vt:lpstr>Целевая концепция устраняет ключевые ограничения текущей модели кредитования ММБ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Яков и Партнёры</dc:title>
  <dc:creator>Vladislav Samoylenko</dc:creator>
  <cp:lastModifiedBy>Alexander Voytsev</cp:lastModifiedBy>
  <cp:revision>6200</cp:revision>
  <dcterms:created xsi:type="dcterms:W3CDTF">2025-04-29T06:19:52Z</dcterms:created>
  <dcterms:modified xsi:type="dcterms:W3CDTF">2026-08-25T09:24:22Z</dcterms:modified>
</cp:coreProperties>
</file>